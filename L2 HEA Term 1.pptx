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Lst>
  <p:sldSz cy="5143500" cx="9144000"/>
  <p:notesSz cx="6858000" cy="9144000"/>
  <p:embeddedFontLst>
    <p:embeddedFont>
      <p:font typeface="Barlow Condensed SemiBold"/>
      <p:regular r:id="rId80"/>
      <p:bold r:id="rId81"/>
      <p:italic r:id="rId82"/>
      <p:boldItalic r:id="rId83"/>
    </p:embeddedFont>
    <p:embeddedFont>
      <p:font typeface="Barlow Condensed Medium"/>
      <p:regular r:id="rId84"/>
      <p:bold r:id="rId85"/>
      <p:italic r:id="rId86"/>
      <p:boldItalic r:id="rId87"/>
    </p:embeddedFont>
    <p:embeddedFont>
      <p:font typeface="Arvo"/>
      <p:regular r:id="rId88"/>
      <p:bold r:id="rId89"/>
      <p:italic r:id="rId90"/>
      <p:boldItalic r:id="rId91"/>
    </p:embeddedFont>
    <p:embeddedFont>
      <p:font typeface="Barlow Condensed"/>
      <p:regular r:id="rId92"/>
      <p:bold r:id="rId93"/>
      <p:italic r:id="rId94"/>
      <p:boldItalic r:id="rId95"/>
    </p:embeddedFont>
    <p:embeddedFont>
      <p:font typeface="Fira Sans Extra Condensed Medium"/>
      <p:regular r:id="rId96"/>
      <p:bold r:id="rId97"/>
      <p:italic r:id="rId98"/>
      <p:boldItalic r:id="rId99"/>
    </p:embeddedFont>
    <p:embeddedFont>
      <p:font typeface="Jost"/>
      <p:regular r:id="rId100"/>
      <p:bold r:id="rId101"/>
      <p:italic r:id="rId102"/>
      <p:boldItalic r:id="rId103"/>
    </p:embeddedFont>
    <p:embeddedFont>
      <p:font typeface="Cambay"/>
      <p:regular r:id="rId104"/>
      <p:bold r:id="rId105"/>
      <p:italic r:id="rId106"/>
      <p:boldItalic r:id="rId107"/>
    </p:embeddedFont>
    <p:embeddedFont>
      <p:font typeface="Roboto Condensed"/>
      <p:regular r:id="rId108"/>
      <p:bold r:id="rId109"/>
      <p:italic r:id="rId110"/>
      <p:boldItalic r:id="rId111"/>
    </p:embeddedFont>
    <p:embeddedFont>
      <p:font typeface="Montserrat Light"/>
      <p:regular r:id="rId112"/>
      <p:bold r:id="rId113"/>
      <p:italic r:id="rId114"/>
      <p:boldItalic r:id="rId115"/>
    </p:embeddedFont>
    <p:embeddedFont>
      <p:font typeface="Luckiest Guy"/>
      <p:regular r:id="rId1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DB997D-D0C9-452E-A470-FA64CB2A0C46}">
  <a:tblStyle styleId="{76DB997D-D0C9-452E-A470-FA64CB2A0C4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Cambay-boldItalic.fntdata"/><Relationship Id="rId106" Type="http://schemas.openxmlformats.org/officeDocument/2006/relationships/font" Target="fonts/Cambay-italic.fntdata"/><Relationship Id="rId105" Type="http://schemas.openxmlformats.org/officeDocument/2006/relationships/font" Target="fonts/Cambay-bold.fntdata"/><Relationship Id="rId104" Type="http://schemas.openxmlformats.org/officeDocument/2006/relationships/font" Target="fonts/Cambay-regular.fntdata"/><Relationship Id="rId109" Type="http://schemas.openxmlformats.org/officeDocument/2006/relationships/font" Target="fonts/RobotoCondensed-bold.fntdata"/><Relationship Id="rId108" Type="http://schemas.openxmlformats.org/officeDocument/2006/relationships/font" Target="fonts/RobotoCondensed-regular.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Jost-boldItalic.fntdata"/><Relationship Id="rId102" Type="http://schemas.openxmlformats.org/officeDocument/2006/relationships/font" Target="fonts/Jost-italic.fntdata"/><Relationship Id="rId101" Type="http://schemas.openxmlformats.org/officeDocument/2006/relationships/font" Target="fonts/Jost-bold.fntdata"/><Relationship Id="rId100" Type="http://schemas.openxmlformats.org/officeDocument/2006/relationships/font" Target="fonts/Jost-regular.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BarlowCondensed-boldItalic.fntdata"/><Relationship Id="rId94" Type="http://schemas.openxmlformats.org/officeDocument/2006/relationships/font" Target="fonts/BarlowCondensed-italic.fntdata"/><Relationship Id="rId97" Type="http://schemas.openxmlformats.org/officeDocument/2006/relationships/font" Target="fonts/FiraSansExtraCondensedMedium-bold.fntdata"/><Relationship Id="rId96" Type="http://schemas.openxmlformats.org/officeDocument/2006/relationships/font" Target="fonts/FiraSansExtraCondensedMedium-regular.fntdata"/><Relationship Id="rId11" Type="http://schemas.openxmlformats.org/officeDocument/2006/relationships/slide" Target="slides/slide6.xml"/><Relationship Id="rId99" Type="http://schemas.openxmlformats.org/officeDocument/2006/relationships/font" Target="fonts/FiraSansExtraCondensedMedium-boldItalic.fntdata"/><Relationship Id="rId10" Type="http://schemas.openxmlformats.org/officeDocument/2006/relationships/slide" Target="slides/slide5.xml"/><Relationship Id="rId98" Type="http://schemas.openxmlformats.org/officeDocument/2006/relationships/font" Target="fonts/FiraSansExtraCondensedMedium-italic.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font" Target="fonts/Arvo-boldItalic.fntdata"/><Relationship Id="rId90" Type="http://schemas.openxmlformats.org/officeDocument/2006/relationships/font" Target="fonts/Arvo-italic.fntdata"/><Relationship Id="rId93" Type="http://schemas.openxmlformats.org/officeDocument/2006/relationships/font" Target="fonts/BarlowCondensed-bold.fntdata"/><Relationship Id="rId92" Type="http://schemas.openxmlformats.org/officeDocument/2006/relationships/font" Target="fonts/BarlowCondensed-regular.fntdata"/><Relationship Id="rId116" Type="http://schemas.openxmlformats.org/officeDocument/2006/relationships/font" Target="fonts/LuckiestGuy-regular.fntdata"/><Relationship Id="rId115" Type="http://schemas.openxmlformats.org/officeDocument/2006/relationships/font" Target="fonts/MontserratLight-boldItalic.fntdata"/><Relationship Id="rId15" Type="http://schemas.openxmlformats.org/officeDocument/2006/relationships/slide" Target="slides/slide10.xml"/><Relationship Id="rId110" Type="http://schemas.openxmlformats.org/officeDocument/2006/relationships/font" Target="fonts/RobotoCondensed-italic.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MontserratLight-italic.fntdata"/><Relationship Id="rId18" Type="http://schemas.openxmlformats.org/officeDocument/2006/relationships/slide" Target="slides/slide13.xml"/><Relationship Id="rId113" Type="http://schemas.openxmlformats.org/officeDocument/2006/relationships/font" Target="fonts/MontserratLight-bold.fntdata"/><Relationship Id="rId112" Type="http://schemas.openxmlformats.org/officeDocument/2006/relationships/font" Target="fonts/MontserratLight-regular.fntdata"/><Relationship Id="rId111" Type="http://schemas.openxmlformats.org/officeDocument/2006/relationships/font" Target="fonts/RobotoCondensed-boldItalic.fntdata"/><Relationship Id="rId84" Type="http://schemas.openxmlformats.org/officeDocument/2006/relationships/font" Target="fonts/BarlowCondensedMedium-regular.fntdata"/><Relationship Id="rId83" Type="http://schemas.openxmlformats.org/officeDocument/2006/relationships/font" Target="fonts/BarlowCondensedSemiBold-boldItalic.fntdata"/><Relationship Id="rId86" Type="http://schemas.openxmlformats.org/officeDocument/2006/relationships/font" Target="fonts/BarlowCondensedMedium-italic.fntdata"/><Relationship Id="rId85" Type="http://schemas.openxmlformats.org/officeDocument/2006/relationships/font" Target="fonts/BarlowCondensedMedium-bold.fntdata"/><Relationship Id="rId88" Type="http://schemas.openxmlformats.org/officeDocument/2006/relationships/font" Target="fonts/Arvo-regular.fntdata"/><Relationship Id="rId87" Type="http://schemas.openxmlformats.org/officeDocument/2006/relationships/font" Target="fonts/BarlowCondensedMedium-boldItalic.fntdata"/><Relationship Id="rId89" Type="http://schemas.openxmlformats.org/officeDocument/2006/relationships/font" Target="fonts/Arvo-bold.fntdata"/><Relationship Id="rId80" Type="http://schemas.openxmlformats.org/officeDocument/2006/relationships/font" Target="fonts/BarlowCondensedSemiBold-regular.fntdata"/><Relationship Id="rId82" Type="http://schemas.openxmlformats.org/officeDocument/2006/relationships/font" Target="fonts/BarlowCondensedSemiBold-italic.fntdata"/><Relationship Id="rId81" Type="http://schemas.openxmlformats.org/officeDocument/2006/relationships/font" Target="fonts/BarlowCondensedSemiBol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9" name="Shape 2019"/>
        <p:cNvGrpSpPr/>
        <p:nvPr/>
      </p:nvGrpSpPr>
      <p:grpSpPr>
        <a:xfrm>
          <a:off x="0" y="0"/>
          <a:ext cx="0" cy="0"/>
          <a:chOff x="0" y="0"/>
          <a:chExt cx="0" cy="0"/>
        </a:xfrm>
      </p:grpSpPr>
      <p:sp>
        <p:nvSpPr>
          <p:cNvPr id="2020" name="Google Shape;202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21" name="Google Shape;202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1" name="Shape 2061"/>
        <p:cNvGrpSpPr/>
        <p:nvPr/>
      </p:nvGrpSpPr>
      <p:grpSpPr>
        <a:xfrm>
          <a:off x="0" y="0"/>
          <a:ext cx="0" cy="0"/>
          <a:chOff x="0" y="0"/>
          <a:chExt cx="0" cy="0"/>
        </a:xfrm>
      </p:grpSpPr>
      <p:sp>
        <p:nvSpPr>
          <p:cNvPr id="2062" name="Google Shape;2062;g3305d9d2c8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3" name="Google Shape;2063;g3305d9d2c8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ga3c05abd0c_0_10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9" name="Google Shape;2069;ga3c05abd0c_0_1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3" name="Shape 2073"/>
        <p:cNvGrpSpPr/>
        <p:nvPr/>
      </p:nvGrpSpPr>
      <p:grpSpPr>
        <a:xfrm>
          <a:off x="0" y="0"/>
          <a:ext cx="0" cy="0"/>
          <a:chOff x="0" y="0"/>
          <a:chExt cx="0" cy="0"/>
        </a:xfrm>
      </p:grpSpPr>
      <p:sp>
        <p:nvSpPr>
          <p:cNvPr id="2074" name="Google Shape;2074;g9c487f8d59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5" name="Google Shape;2075;g9c487f8d59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g3305d9d2c8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2" name="Google Shape;2082;g3305d9d2c8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6" name="Shape 2086"/>
        <p:cNvGrpSpPr/>
        <p:nvPr/>
      </p:nvGrpSpPr>
      <p:grpSpPr>
        <a:xfrm>
          <a:off x="0" y="0"/>
          <a:ext cx="0" cy="0"/>
          <a:chOff x="0" y="0"/>
          <a:chExt cx="0" cy="0"/>
        </a:xfrm>
      </p:grpSpPr>
      <p:sp>
        <p:nvSpPr>
          <p:cNvPr id="2087" name="Google Shape;2087;ga460e844e7_2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8" name="Google Shape;2088;ga460e844e7_2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g3305d9d2c8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5" name="Google Shape;2095;g3305d9d2c8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0" name="Shape 2100"/>
        <p:cNvGrpSpPr/>
        <p:nvPr/>
      </p:nvGrpSpPr>
      <p:grpSpPr>
        <a:xfrm>
          <a:off x="0" y="0"/>
          <a:ext cx="0" cy="0"/>
          <a:chOff x="0" y="0"/>
          <a:chExt cx="0" cy="0"/>
        </a:xfrm>
      </p:grpSpPr>
      <p:sp>
        <p:nvSpPr>
          <p:cNvPr id="2101" name="Google Shape;2101;g3305d9d2c8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2" name="Google Shape;2102;g3305d9d2c8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7" name="Shape 2107"/>
        <p:cNvGrpSpPr/>
        <p:nvPr/>
      </p:nvGrpSpPr>
      <p:grpSpPr>
        <a:xfrm>
          <a:off x="0" y="0"/>
          <a:ext cx="0" cy="0"/>
          <a:chOff x="0" y="0"/>
          <a:chExt cx="0" cy="0"/>
        </a:xfrm>
      </p:grpSpPr>
      <p:sp>
        <p:nvSpPr>
          <p:cNvPr id="2108" name="Google Shape;2108;g3305d9d2c8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9" name="Google Shape;2109;g3305d9d2c8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9" name="Shape 2149"/>
        <p:cNvGrpSpPr/>
        <p:nvPr/>
      </p:nvGrpSpPr>
      <p:grpSpPr>
        <a:xfrm>
          <a:off x="0" y="0"/>
          <a:ext cx="0" cy="0"/>
          <a:chOff x="0" y="0"/>
          <a:chExt cx="0" cy="0"/>
        </a:xfrm>
      </p:grpSpPr>
      <p:sp>
        <p:nvSpPr>
          <p:cNvPr id="2150" name="Google Shape;2150;g3305d9d2c8e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1" name="Google Shape;2151;g3305d9d2c8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6" name="Shape 2156"/>
        <p:cNvGrpSpPr/>
        <p:nvPr/>
      </p:nvGrpSpPr>
      <p:grpSpPr>
        <a:xfrm>
          <a:off x="0" y="0"/>
          <a:ext cx="0" cy="0"/>
          <a:chOff x="0" y="0"/>
          <a:chExt cx="0" cy="0"/>
        </a:xfrm>
      </p:grpSpPr>
      <p:sp>
        <p:nvSpPr>
          <p:cNvPr id="2157" name="Google Shape;2157;g3305d9d2c8e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8" name="Google Shape;2158;g3305d9d2c8e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5" name="Shape 2165"/>
        <p:cNvGrpSpPr/>
        <p:nvPr/>
      </p:nvGrpSpPr>
      <p:grpSpPr>
        <a:xfrm>
          <a:off x="0" y="0"/>
          <a:ext cx="0" cy="0"/>
          <a:chOff x="0" y="0"/>
          <a:chExt cx="0" cy="0"/>
        </a:xfrm>
      </p:grpSpPr>
      <p:sp>
        <p:nvSpPr>
          <p:cNvPr id="2166" name="Google Shape;2166;g3305d9d2c8e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7" name="Google Shape;2167;g3305d9d2c8e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2" name="Shape 2172"/>
        <p:cNvGrpSpPr/>
        <p:nvPr/>
      </p:nvGrpSpPr>
      <p:grpSpPr>
        <a:xfrm>
          <a:off x="0" y="0"/>
          <a:ext cx="0" cy="0"/>
          <a:chOff x="0" y="0"/>
          <a:chExt cx="0" cy="0"/>
        </a:xfrm>
      </p:grpSpPr>
      <p:sp>
        <p:nvSpPr>
          <p:cNvPr id="2173" name="Google Shape;2173;g3305d9d2c8e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4" name="Google Shape;2174;g3305d9d2c8e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8" name="Shape 2178"/>
        <p:cNvGrpSpPr/>
        <p:nvPr/>
      </p:nvGrpSpPr>
      <p:grpSpPr>
        <a:xfrm>
          <a:off x="0" y="0"/>
          <a:ext cx="0" cy="0"/>
          <a:chOff x="0" y="0"/>
          <a:chExt cx="0" cy="0"/>
        </a:xfrm>
      </p:grpSpPr>
      <p:sp>
        <p:nvSpPr>
          <p:cNvPr id="2179" name="Google Shape;2179;g3305d9d2c8e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0" name="Google Shape;2180;g3305d9d2c8e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4" name="Shape 2184"/>
        <p:cNvGrpSpPr/>
        <p:nvPr/>
      </p:nvGrpSpPr>
      <p:grpSpPr>
        <a:xfrm>
          <a:off x="0" y="0"/>
          <a:ext cx="0" cy="0"/>
          <a:chOff x="0" y="0"/>
          <a:chExt cx="0" cy="0"/>
        </a:xfrm>
      </p:grpSpPr>
      <p:sp>
        <p:nvSpPr>
          <p:cNvPr id="2185" name="Google Shape;2185;g3307ea74e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6" name="Google Shape;2186;g3307ea74e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g334b3c3b7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5" name="Google Shape;2225;g334b3c3b7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9" name="Shape 2229"/>
        <p:cNvGrpSpPr/>
        <p:nvPr/>
      </p:nvGrpSpPr>
      <p:grpSpPr>
        <a:xfrm>
          <a:off x="0" y="0"/>
          <a:ext cx="0" cy="0"/>
          <a:chOff x="0" y="0"/>
          <a:chExt cx="0" cy="0"/>
        </a:xfrm>
      </p:grpSpPr>
      <p:sp>
        <p:nvSpPr>
          <p:cNvPr id="2230" name="Google Shape;2230;g334b3c3b78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1" name="Google Shape;2231;g334b3c3b7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5" name="Shape 2235"/>
        <p:cNvGrpSpPr/>
        <p:nvPr/>
      </p:nvGrpSpPr>
      <p:grpSpPr>
        <a:xfrm>
          <a:off x="0" y="0"/>
          <a:ext cx="0" cy="0"/>
          <a:chOff x="0" y="0"/>
          <a:chExt cx="0" cy="0"/>
        </a:xfrm>
      </p:grpSpPr>
      <p:sp>
        <p:nvSpPr>
          <p:cNvPr id="2236" name="Google Shape;2236;g334b3c3b78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7" name="Google Shape;2237;g334b3c3b78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2" name="Shape 2242"/>
        <p:cNvGrpSpPr/>
        <p:nvPr/>
      </p:nvGrpSpPr>
      <p:grpSpPr>
        <a:xfrm>
          <a:off x="0" y="0"/>
          <a:ext cx="0" cy="0"/>
          <a:chOff x="0" y="0"/>
          <a:chExt cx="0" cy="0"/>
        </a:xfrm>
      </p:grpSpPr>
      <p:sp>
        <p:nvSpPr>
          <p:cNvPr id="2243" name="Google Shape;2243;g334b3c3b78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4" name="Google Shape;2244;g334b3c3b78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9" name="Shape 2249"/>
        <p:cNvGrpSpPr/>
        <p:nvPr/>
      </p:nvGrpSpPr>
      <p:grpSpPr>
        <a:xfrm>
          <a:off x="0" y="0"/>
          <a:ext cx="0" cy="0"/>
          <a:chOff x="0" y="0"/>
          <a:chExt cx="0" cy="0"/>
        </a:xfrm>
      </p:grpSpPr>
      <p:sp>
        <p:nvSpPr>
          <p:cNvPr id="2250" name="Google Shape;2250;g3352285ea7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1" name="Google Shape;2251;g3352285ea7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6" name="Shape 2266"/>
        <p:cNvGrpSpPr/>
        <p:nvPr/>
      </p:nvGrpSpPr>
      <p:grpSpPr>
        <a:xfrm>
          <a:off x="0" y="0"/>
          <a:ext cx="0" cy="0"/>
          <a:chOff x="0" y="0"/>
          <a:chExt cx="0" cy="0"/>
        </a:xfrm>
      </p:grpSpPr>
      <p:sp>
        <p:nvSpPr>
          <p:cNvPr id="2267" name="Google Shape;2267;g3352285ea7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8" name="Google Shape;2268;g3352285ea7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6" name="Shape 2286"/>
        <p:cNvGrpSpPr/>
        <p:nvPr/>
      </p:nvGrpSpPr>
      <p:grpSpPr>
        <a:xfrm>
          <a:off x="0" y="0"/>
          <a:ext cx="0" cy="0"/>
          <a:chOff x="0" y="0"/>
          <a:chExt cx="0" cy="0"/>
        </a:xfrm>
      </p:grpSpPr>
      <p:sp>
        <p:nvSpPr>
          <p:cNvPr id="2287" name="Google Shape;2287;g3352285ea7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8" name="Google Shape;2288;g3352285ea7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3" name="Shape 2303"/>
        <p:cNvGrpSpPr/>
        <p:nvPr/>
      </p:nvGrpSpPr>
      <p:grpSpPr>
        <a:xfrm>
          <a:off x="0" y="0"/>
          <a:ext cx="0" cy="0"/>
          <a:chOff x="0" y="0"/>
          <a:chExt cx="0" cy="0"/>
        </a:xfrm>
      </p:grpSpPr>
      <p:sp>
        <p:nvSpPr>
          <p:cNvPr id="2304" name="Google Shape;2304;g3352285ea7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5" name="Google Shape;2305;g3352285ea7f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0" name="Shape 2310"/>
        <p:cNvGrpSpPr/>
        <p:nvPr/>
      </p:nvGrpSpPr>
      <p:grpSpPr>
        <a:xfrm>
          <a:off x="0" y="0"/>
          <a:ext cx="0" cy="0"/>
          <a:chOff x="0" y="0"/>
          <a:chExt cx="0" cy="0"/>
        </a:xfrm>
      </p:grpSpPr>
      <p:sp>
        <p:nvSpPr>
          <p:cNvPr id="2311" name="Google Shape;2311;g3352285ea7f_0_3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2" name="Google Shape;2312;g3352285ea7f_0_3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7" name="Shape 2327"/>
        <p:cNvGrpSpPr/>
        <p:nvPr/>
      </p:nvGrpSpPr>
      <p:grpSpPr>
        <a:xfrm>
          <a:off x="0" y="0"/>
          <a:ext cx="0" cy="0"/>
          <a:chOff x="0" y="0"/>
          <a:chExt cx="0" cy="0"/>
        </a:xfrm>
      </p:grpSpPr>
      <p:sp>
        <p:nvSpPr>
          <p:cNvPr id="2328" name="Google Shape;2328;g3352285ea7f_0_3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9" name="Google Shape;2329;g3352285ea7f_0_3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4" name="Shape 2334"/>
        <p:cNvGrpSpPr/>
        <p:nvPr/>
      </p:nvGrpSpPr>
      <p:grpSpPr>
        <a:xfrm>
          <a:off x="0" y="0"/>
          <a:ext cx="0" cy="0"/>
          <a:chOff x="0" y="0"/>
          <a:chExt cx="0" cy="0"/>
        </a:xfrm>
      </p:grpSpPr>
      <p:sp>
        <p:nvSpPr>
          <p:cNvPr id="2335" name="Google Shape;2335;g3352285ea7f_0_3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6" name="Google Shape;2336;g3352285ea7f_0_3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1" name="Shape 2341"/>
        <p:cNvGrpSpPr/>
        <p:nvPr/>
      </p:nvGrpSpPr>
      <p:grpSpPr>
        <a:xfrm>
          <a:off x="0" y="0"/>
          <a:ext cx="0" cy="0"/>
          <a:chOff x="0" y="0"/>
          <a:chExt cx="0" cy="0"/>
        </a:xfrm>
      </p:grpSpPr>
      <p:sp>
        <p:nvSpPr>
          <p:cNvPr id="2342" name="Google Shape;2342;g3352285ea7f_0_3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3" name="Google Shape;2343;g3352285ea7f_0_3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0" name="Shape 2380"/>
        <p:cNvGrpSpPr/>
        <p:nvPr/>
      </p:nvGrpSpPr>
      <p:grpSpPr>
        <a:xfrm>
          <a:off x="0" y="0"/>
          <a:ext cx="0" cy="0"/>
          <a:chOff x="0" y="0"/>
          <a:chExt cx="0" cy="0"/>
        </a:xfrm>
      </p:grpSpPr>
      <p:sp>
        <p:nvSpPr>
          <p:cNvPr id="2381" name="Google Shape;2381;g3352285ea7f_0_3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2" name="Google Shape;2382;g3352285ea7f_0_3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6" name="Shape 2386"/>
        <p:cNvGrpSpPr/>
        <p:nvPr/>
      </p:nvGrpSpPr>
      <p:grpSpPr>
        <a:xfrm>
          <a:off x="0" y="0"/>
          <a:ext cx="0" cy="0"/>
          <a:chOff x="0" y="0"/>
          <a:chExt cx="0" cy="0"/>
        </a:xfrm>
      </p:grpSpPr>
      <p:sp>
        <p:nvSpPr>
          <p:cNvPr id="2387" name="Google Shape;2387;g3352285ea7f_0_3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8" name="Google Shape;2388;g3352285ea7f_0_3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2" name="Shape 2392"/>
        <p:cNvGrpSpPr/>
        <p:nvPr/>
      </p:nvGrpSpPr>
      <p:grpSpPr>
        <a:xfrm>
          <a:off x="0" y="0"/>
          <a:ext cx="0" cy="0"/>
          <a:chOff x="0" y="0"/>
          <a:chExt cx="0" cy="0"/>
        </a:xfrm>
      </p:grpSpPr>
      <p:sp>
        <p:nvSpPr>
          <p:cNvPr id="2393" name="Google Shape;2393;g3352285ea7f_0_3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4" name="Google Shape;2394;g3352285ea7f_0_3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8" name="Shape 2408"/>
        <p:cNvGrpSpPr/>
        <p:nvPr/>
      </p:nvGrpSpPr>
      <p:grpSpPr>
        <a:xfrm>
          <a:off x="0" y="0"/>
          <a:ext cx="0" cy="0"/>
          <a:chOff x="0" y="0"/>
          <a:chExt cx="0" cy="0"/>
        </a:xfrm>
      </p:grpSpPr>
      <p:sp>
        <p:nvSpPr>
          <p:cNvPr id="2409" name="Google Shape;2409;g3352285ea7f_0_3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0" name="Google Shape;2410;g3352285ea7f_0_3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3" name="Shape 2423"/>
        <p:cNvGrpSpPr/>
        <p:nvPr/>
      </p:nvGrpSpPr>
      <p:grpSpPr>
        <a:xfrm>
          <a:off x="0" y="0"/>
          <a:ext cx="0" cy="0"/>
          <a:chOff x="0" y="0"/>
          <a:chExt cx="0" cy="0"/>
        </a:xfrm>
      </p:grpSpPr>
      <p:sp>
        <p:nvSpPr>
          <p:cNvPr id="2424" name="Google Shape;2424;g3352285ea7f_0_3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5" name="Google Shape;2425;g3352285ea7f_0_3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9" name="Shape 2439"/>
        <p:cNvGrpSpPr/>
        <p:nvPr/>
      </p:nvGrpSpPr>
      <p:grpSpPr>
        <a:xfrm>
          <a:off x="0" y="0"/>
          <a:ext cx="0" cy="0"/>
          <a:chOff x="0" y="0"/>
          <a:chExt cx="0" cy="0"/>
        </a:xfrm>
      </p:grpSpPr>
      <p:sp>
        <p:nvSpPr>
          <p:cNvPr id="2440" name="Google Shape;2440;g3352285ea7f_0_3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1" name="Google Shape;2441;g3352285ea7f_0_3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4" name="Shape 2454"/>
        <p:cNvGrpSpPr/>
        <p:nvPr/>
      </p:nvGrpSpPr>
      <p:grpSpPr>
        <a:xfrm>
          <a:off x="0" y="0"/>
          <a:ext cx="0" cy="0"/>
          <a:chOff x="0" y="0"/>
          <a:chExt cx="0" cy="0"/>
        </a:xfrm>
      </p:grpSpPr>
      <p:sp>
        <p:nvSpPr>
          <p:cNvPr id="2455" name="Google Shape;2455;g3352285ea7f_0_3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6" name="Google Shape;2456;g3352285ea7f_0_3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4" name="Shape 2494"/>
        <p:cNvGrpSpPr/>
        <p:nvPr/>
      </p:nvGrpSpPr>
      <p:grpSpPr>
        <a:xfrm>
          <a:off x="0" y="0"/>
          <a:ext cx="0" cy="0"/>
          <a:chOff x="0" y="0"/>
          <a:chExt cx="0" cy="0"/>
        </a:xfrm>
      </p:grpSpPr>
      <p:sp>
        <p:nvSpPr>
          <p:cNvPr id="2495" name="Google Shape;2495;g3354447d209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6" name="Google Shape;2496;g3354447d209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0" name="Shape 2500"/>
        <p:cNvGrpSpPr/>
        <p:nvPr/>
      </p:nvGrpSpPr>
      <p:grpSpPr>
        <a:xfrm>
          <a:off x="0" y="0"/>
          <a:ext cx="0" cy="0"/>
          <a:chOff x="0" y="0"/>
          <a:chExt cx="0" cy="0"/>
        </a:xfrm>
      </p:grpSpPr>
      <p:sp>
        <p:nvSpPr>
          <p:cNvPr id="2501" name="Google Shape;2501;g3354447d209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2" name="Google Shape;2502;g3354447d209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6" name="Shape 2506"/>
        <p:cNvGrpSpPr/>
        <p:nvPr/>
      </p:nvGrpSpPr>
      <p:grpSpPr>
        <a:xfrm>
          <a:off x="0" y="0"/>
          <a:ext cx="0" cy="0"/>
          <a:chOff x="0" y="0"/>
          <a:chExt cx="0" cy="0"/>
        </a:xfrm>
      </p:grpSpPr>
      <p:sp>
        <p:nvSpPr>
          <p:cNvPr id="2507" name="Google Shape;2507;g3354447d209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8" name="Google Shape;2508;g3354447d209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3" name="Shape 2513"/>
        <p:cNvGrpSpPr/>
        <p:nvPr/>
      </p:nvGrpSpPr>
      <p:grpSpPr>
        <a:xfrm>
          <a:off x="0" y="0"/>
          <a:ext cx="0" cy="0"/>
          <a:chOff x="0" y="0"/>
          <a:chExt cx="0" cy="0"/>
        </a:xfrm>
      </p:grpSpPr>
      <p:sp>
        <p:nvSpPr>
          <p:cNvPr id="2514" name="Google Shape;2514;g3354447d209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5" name="Google Shape;2515;g3354447d209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9" name="Shape 2519"/>
        <p:cNvGrpSpPr/>
        <p:nvPr/>
      </p:nvGrpSpPr>
      <p:grpSpPr>
        <a:xfrm>
          <a:off x="0" y="0"/>
          <a:ext cx="0" cy="0"/>
          <a:chOff x="0" y="0"/>
          <a:chExt cx="0" cy="0"/>
        </a:xfrm>
      </p:grpSpPr>
      <p:sp>
        <p:nvSpPr>
          <p:cNvPr id="2520" name="Google Shape;2520;g3354447d209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1" name="Google Shape;2521;g3354447d209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5" name="Shape 2525"/>
        <p:cNvGrpSpPr/>
        <p:nvPr/>
      </p:nvGrpSpPr>
      <p:grpSpPr>
        <a:xfrm>
          <a:off x="0" y="0"/>
          <a:ext cx="0" cy="0"/>
          <a:chOff x="0" y="0"/>
          <a:chExt cx="0" cy="0"/>
        </a:xfrm>
      </p:grpSpPr>
      <p:sp>
        <p:nvSpPr>
          <p:cNvPr id="2526" name="Google Shape;2526;g3352285ea7f_0_3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7" name="Google Shape;2527;g3352285ea7f_0_3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1" name="Shape 2531"/>
        <p:cNvGrpSpPr/>
        <p:nvPr/>
      </p:nvGrpSpPr>
      <p:grpSpPr>
        <a:xfrm>
          <a:off x="0" y="0"/>
          <a:ext cx="0" cy="0"/>
          <a:chOff x="0" y="0"/>
          <a:chExt cx="0" cy="0"/>
        </a:xfrm>
      </p:grpSpPr>
      <p:sp>
        <p:nvSpPr>
          <p:cNvPr id="2532" name="Google Shape;2532;g337007c4a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3" name="Google Shape;2533;g337007c4a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7" name="Shape 2537"/>
        <p:cNvGrpSpPr/>
        <p:nvPr/>
      </p:nvGrpSpPr>
      <p:grpSpPr>
        <a:xfrm>
          <a:off x="0" y="0"/>
          <a:ext cx="0" cy="0"/>
          <a:chOff x="0" y="0"/>
          <a:chExt cx="0" cy="0"/>
        </a:xfrm>
      </p:grpSpPr>
      <p:sp>
        <p:nvSpPr>
          <p:cNvPr id="2538" name="Google Shape;2538;g338fcf149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9" name="Google Shape;2539;g338fcf149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5" name="Shape 2575"/>
        <p:cNvGrpSpPr/>
        <p:nvPr/>
      </p:nvGrpSpPr>
      <p:grpSpPr>
        <a:xfrm>
          <a:off x="0" y="0"/>
          <a:ext cx="0" cy="0"/>
          <a:chOff x="0" y="0"/>
          <a:chExt cx="0" cy="0"/>
        </a:xfrm>
      </p:grpSpPr>
      <p:sp>
        <p:nvSpPr>
          <p:cNvPr id="2576" name="Google Shape;2576;g338fcf149e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7" name="Google Shape;2577;g338fcf149e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1" name="Shape 2581"/>
        <p:cNvGrpSpPr/>
        <p:nvPr/>
      </p:nvGrpSpPr>
      <p:grpSpPr>
        <a:xfrm>
          <a:off x="0" y="0"/>
          <a:ext cx="0" cy="0"/>
          <a:chOff x="0" y="0"/>
          <a:chExt cx="0" cy="0"/>
        </a:xfrm>
      </p:grpSpPr>
      <p:sp>
        <p:nvSpPr>
          <p:cNvPr id="2582" name="Google Shape;2582;g338fcf149e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3" name="Google Shape;2583;g338fcf149e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7" name="Shape 2587"/>
        <p:cNvGrpSpPr/>
        <p:nvPr/>
      </p:nvGrpSpPr>
      <p:grpSpPr>
        <a:xfrm>
          <a:off x="0" y="0"/>
          <a:ext cx="0" cy="0"/>
          <a:chOff x="0" y="0"/>
          <a:chExt cx="0" cy="0"/>
        </a:xfrm>
      </p:grpSpPr>
      <p:sp>
        <p:nvSpPr>
          <p:cNvPr id="2588" name="Google Shape;2588;g338fcf149e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9" name="Google Shape;2589;g338fcf149e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4" name="Shape 2604"/>
        <p:cNvGrpSpPr/>
        <p:nvPr/>
      </p:nvGrpSpPr>
      <p:grpSpPr>
        <a:xfrm>
          <a:off x="0" y="0"/>
          <a:ext cx="0" cy="0"/>
          <a:chOff x="0" y="0"/>
          <a:chExt cx="0" cy="0"/>
        </a:xfrm>
      </p:grpSpPr>
      <p:sp>
        <p:nvSpPr>
          <p:cNvPr id="2605" name="Google Shape;2605;g338fcf149e4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6" name="Google Shape;2606;g338fcf149e4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0" name="Shape 2610"/>
        <p:cNvGrpSpPr/>
        <p:nvPr/>
      </p:nvGrpSpPr>
      <p:grpSpPr>
        <a:xfrm>
          <a:off x="0" y="0"/>
          <a:ext cx="0" cy="0"/>
          <a:chOff x="0" y="0"/>
          <a:chExt cx="0" cy="0"/>
        </a:xfrm>
      </p:grpSpPr>
      <p:sp>
        <p:nvSpPr>
          <p:cNvPr id="2611" name="Google Shape;2611;g338fcf149e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2" name="Google Shape;2612;g338fcf149e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6" name="Shape 2616"/>
        <p:cNvGrpSpPr/>
        <p:nvPr/>
      </p:nvGrpSpPr>
      <p:grpSpPr>
        <a:xfrm>
          <a:off x="0" y="0"/>
          <a:ext cx="0" cy="0"/>
          <a:chOff x="0" y="0"/>
          <a:chExt cx="0" cy="0"/>
        </a:xfrm>
      </p:grpSpPr>
      <p:sp>
        <p:nvSpPr>
          <p:cNvPr id="2617" name="Google Shape;2617;g338fcf149e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8" name="Google Shape;2618;g338fcf149e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3" name="Shape 2623"/>
        <p:cNvGrpSpPr/>
        <p:nvPr/>
      </p:nvGrpSpPr>
      <p:grpSpPr>
        <a:xfrm>
          <a:off x="0" y="0"/>
          <a:ext cx="0" cy="0"/>
          <a:chOff x="0" y="0"/>
          <a:chExt cx="0" cy="0"/>
        </a:xfrm>
      </p:grpSpPr>
      <p:sp>
        <p:nvSpPr>
          <p:cNvPr id="2624" name="Google Shape;2624;g338fcf149e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5" name="Google Shape;2625;g338fcf149e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8" name="Shape 2628"/>
        <p:cNvGrpSpPr/>
        <p:nvPr/>
      </p:nvGrpSpPr>
      <p:grpSpPr>
        <a:xfrm>
          <a:off x="0" y="0"/>
          <a:ext cx="0" cy="0"/>
          <a:chOff x="0" y="0"/>
          <a:chExt cx="0" cy="0"/>
        </a:xfrm>
      </p:grpSpPr>
      <p:sp>
        <p:nvSpPr>
          <p:cNvPr id="2629" name="Google Shape;2629;g338fcf149e4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0" name="Google Shape;2630;g338fcf149e4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6" name="Shape 2666"/>
        <p:cNvGrpSpPr/>
        <p:nvPr/>
      </p:nvGrpSpPr>
      <p:grpSpPr>
        <a:xfrm>
          <a:off x="0" y="0"/>
          <a:ext cx="0" cy="0"/>
          <a:chOff x="0" y="0"/>
          <a:chExt cx="0" cy="0"/>
        </a:xfrm>
      </p:grpSpPr>
      <p:sp>
        <p:nvSpPr>
          <p:cNvPr id="2667" name="Google Shape;2667;g338fcf149e4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8" name="Google Shape;2668;g338fcf149e4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2" name="Shape 2672"/>
        <p:cNvGrpSpPr/>
        <p:nvPr/>
      </p:nvGrpSpPr>
      <p:grpSpPr>
        <a:xfrm>
          <a:off x="0" y="0"/>
          <a:ext cx="0" cy="0"/>
          <a:chOff x="0" y="0"/>
          <a:chExt cx="0" cy="0"/>
        </a:xfrm>
      </p:grpSpPr>
      <p:sp>
        <p:nvSpPr>
          <p:cNvPr id="2673" name="Google Shape;2673;g338fcf149e4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4" name="Google Shape;2674;g338fcf149e4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8" name="Shape 2678"/>
        <p:cNvGrpSpPr/>
        <p:nvPr/>
      </p:nvGrpSpPr>
      <p:grpSpPr>
        <a:xfrm>
          <a:off x="0" y="0"/>
          <a:ext cx="0" cy="0"/>
          <a:chOff x="0" y="0"/>
          <a:chExt cx="0" cy="0"/>
        </a:xfrm>
      </p:grpSpPr>
      <p:sp>
        <p:nvSpPr>
          <p:cNvPr id="2679" name="Google Shape;2679;g338fcf149e4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0" name="Google Shape;2680;g338fcf149e4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4" name="Shape 2684"/>
        <p:cNvGrpSpPr/>
        <p:nvPr/>
      </p:nvGrpSpPr>
      <p:grpSpPr>
        <a:xfrm>
          <a:off x="0" y="0"/>
          <a:ext cx="0" cy="0"/>
          <a:chOff x="0" y="0"/>
          <a:chExt cx="0" cy="0"/>
        </a:xfrm>
      </p:grpSpPr>
      <p:sp>
        <p:nvSpPr>
          <p:cNvPr id="2685" name="Google Shape;2685;g331c2a071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6" name="Google Shape;2686;g331c2a071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2" name="Shape 2722"/>
        <p:cNvGrpSpPr/>
        <p:nvPr/>
      </p:nvGrpSpPr>
      <p:grpSpPr>
        <a:xfrm>
          <a:off x="0" y="0"/>
          <a:ext cx="0" cy="0"/>
          <a:chOff x="0" y="0"/>
          <a:chExt cx="0" cy="0"/>
        </a:xfrm>
      </p:grpSpPr>
      <p:sp>
        <p:nvSpPr>
          <p:cNvPr id="2723" name="Google Shape;2723;g331c2a071e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4" name="Google Shape;2724;g331c2a071e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8" name="Shape 2728"/>
        <p:cNvGrpSpPr/>
        <p:nvPr/>
      </p:nvGrpSpPr>
      <p:grpSpPr>
        <a:xfrm>
          <a:off x="0" y="0"/>
          <a:ext cx="0" cy="0"/>
          <a:chOff x="0" y="0"/>
          <a:chExt cx="0" cy="0"/>
        </a:xfrm>
      </p:grpSpPr>
      <p:sp>
        <p:nvSpPr>
          <p:cNvPr id="2729" name="Google Shape;2729;g331c2a071e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0" name="Google Shape;2730;g331c2a071e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4" name="Shape 2734"/>
        <p:cNvGrpSpPr/>
        <p:nvPr/>
      </p:nvGrpSpPr>
      <p:grpSpPr>
        <a:xfrm>
          <a:off x="0" y="0"/>
          <a:ext cx="0" cy="0"/>
          <a:chOff x="0" y="0"/>
          <a:chExt cx="0" cy="0"/>
        </a:xfrm>
      </p:grpSpPr>
      <p:sp>
        <p:nvSpPr>
          <p:cNvPr id="2735" name="Google Shape;2735;g331c2a071e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6" name="Google Shape;2736;g331c2a071e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0" name="Shape 2740"/>
        <p:cNvGrpSpPr/>
        <p:nvPr/>
      </p:nvGrpSpPr>
      <p:grpSpPr>
        <a:xfrm>
          <a:off x="0" y="0"/>
          <a:ext cx="0" cy="0"/>
          <a:chOff x="0" y="0"/>
          <a:chExt cx="0" cy="0"/>
        </a:xfrm>
      </p:grpSpPr>
      <p:sp>
        <p:nvSpPr>
          <p:cNvPr id="2741" name="Google Shape;2741;g331c2a071e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2" name="Google Shape;2742;g331c2a071e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6" name="Shape 2746"/>
        <p:cNvGrpSpPr/>
        <p:nvPr/>
      </p:nvGrpSpPr>
      <p:grpSpPr>
        <a:xfrm>
          <a:off x="0" y="0"/>
          <a:ext cx="0" cy="0"/>
          <a:chOff x="0" y="0"/>
          <a:chExt cx="0" cy="0"/>
        </a:xfrm>
      </p:grpSpPr>
      <p:sp>
        <p:nvSpPr>
          <p:cNvPr id="2747" name="Google Shape;2747;g3326e1469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8" name="Google Shape;2748;g3326e1469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4" name="Shape 2784"/>
        <p:cNvGrpSpPr/>
        <p:nvPr/>
      </p:nvGrpSpPr>
      <p:grpSpPr>
        <a:xfrm>
          <a:off x="0" y="0"/>
          <a:ext cx="0" cy="0"/>
          <a:chOff x="0" y="0"/>
          <a:chExt cx="0" cy="0"/>
        </a:xfrm>
      </p:grpSpPr>
      <p:sp>
        <p:nvSpPr>
          <p:cNvPr id="2785" name="Google Shape;2785;g33ba178c8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6" name="Google Shape;2786;g33ba178c8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0" name="Shape 2790"/>
        <p:cNvGrpSpPr/>
        <p:nvPr/>
      </p:nvGrpSpPr>
      <p:grpSpPr>
        <a:xfrm>
          <a:off x="0" y="0"/>
          <a:ext cx="0" cy="0"/>
          <a:chOff x="0" y="0"/>
          <a:chExt cx="0" cy="0"/>
        </a:xfrm>
      </p:grpSpPr>
      <p:sp>
        <p:nvSpPr>
          <p:cNvPr id="2791" name="Google Shape;2791;g331c2a071e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2" name="Google Shape;2792;g331c2a071e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8" name="Shape 2798"/>
        <p:cNvGrpSpPr/>
        <p:nvPr/>
      </p:nvGrpSpPr>
      <p:grpSpPr>
        <a:xfrm>
          <a:off x="0" y="0"/>
          <a:ext cx="0" cy="0"/>
          <a:chOff x="0" y="0"/>
          <a:chExt cx="0" cy="0"/>
        </a:xfrm>
      </p:grpSpPr>
      <p:sp>
        <p:nvSpPr>
          <p:cNvPr id="2799" name="Google Shape;2799;g3329ca7d4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0" name="Google Shape;2800;g3329ca7d4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0" name="Shape 2840"/>
        <p:cNvGrpSpPr/>
        <p:nvPr/>
      </p:nvGrpSpPr>
      <p:grpSpPr>
        <a:xfrm>
          <a:off x="0" y="0"/>
          <a:ext cx="0" cy="0"/>
          <a:chOff x="0" y="0"/>
          <a:chExt cx="0" cy="0"/>
        </a:xfrm>
      </p:grpSpPr>
      <p:sp>
        <p:nvSpPr>
          <p:cNvPr id="2841" name="Google Shape;2841;g3329ca7d4b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2" name="Google Shape;2842;g3329ca7d4b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6" name="Shape 2846"/>
        <p:cNvGrpSpPr/>
        <p:nvPr/>
      </p:nvGrpSpPr>
      <p:grpSpPr>
        <a:xfrm>
          <a:off x="0" y="0"/>
          <a:ext cx="0" cy="0"/>
          <a:chOff x="0" y="0"/>
          <a:chExt cx="0" cy="0"/>
        </a:xfrm>
      </p:grpSpPr>
      <p:sp>
        <p:nvSpPr>
          <p:cNvPr id="2847" name="Google Shape;2847;g332fb8174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8" name="Google Shape;2848;g332fb8174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8" name="Shape 2888"/>
        <p:cNvGrpSpPr/>
        <p:nvPr/>
      </p:nvGrpSpPr>
      <p:grpSpPr>
        <a:xfrm>
          <a:off x="0" y="0"/>
          <a:ext cx="0" cy="0"/>
          <a:chOff x="0" y="0"/>
          <a:chExt cx="0" cy="0"/>
        </a:xfrm>
      </p:grpSpPr>
      <p:sp>
        <p:nvSpPr>
          <p:cNvPr id="2889" name="Google Shape;2889;g332fb8174b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0" name="Google Shape;2890;g332fb8174b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4" name="Shape 2894"/>
        <p:cNvGrpSpPr/>
        <p:nvPr/>
      </p:nvGrpSpPr>
      <p:grpSpPr>
        <a:xfrm>
          <a:off x="0" y="0"/>
          <a:ext cx="0" cy="0"/>
          <a:chOff x="0" y="0"/>
          <a:chExt cx="0" cy="0"/>
        </a:xfrm>
      </p:grpSpPr>
      <p:sp>
        <p:nvSpPr>
          <p:cNvPr id="2895" name="Google Shape;2895;g332fb8174b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6" name="Google Shape;2896;g332fb8174b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6" name="Shape 2936"/>
        <p:cNvGrpSpPr/>
        <p:nvPr/>
      </p:nvGrpSpPr>
      <p:grpSpPr>
        <a:xfrm>
          <a:off x="0" y="0"/>
          <a:ext cx="0" cy="0"/>
          <a:chOff x="0" y="0"/>
          <a:chExt cx="0" cy="0"/>
        </a:xfrm>
      </p:grpSpPr>
      <p:sp>
        <p:nvSpPr>
          <p:cNvPr id="2937" name="Google Shape;2937;g34077810b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8" name="Google Shape;2938;g34077810b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9" name="Shape 2979"/>
        <p:cNvGrpSpPr/>
        <p:nvPr/>
      </p:nvGrpSpPr>
      <p:grpSpPr>
        <a:xfrm>
          <a:off x="0" y="0"/>
          <a:ext cx="0" cy="0"/>
          <a:chOff x="0" y="0"/>
          <a:chExt cx="0" cy="0"/>
        </a:xfrm>
      </p:grpSpPr>
      <p:sp>
        <p:nvSpPr>
          <p:cNvPr id="2980" name="Google Shape;2980;g340dd7ef110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1" name="Google Shape;2981;g340dd7ef110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5" name="Shape 2985"/>
        <p:cNvGrpSpPr/>
        <p:nvPr/>
      </p:nvGrpSpPr>
      <p:grpSpPr>
        <a:xfrm>
          <a:off x="0" y="0"/>
          <a:ext cx="0" cy="0"/>
          <a:chOff x="0" y="0"/>
          <a:chExt cx="0" cy="0"/>
        </a:xfrm>
      </p:grpSpPr>
      <p:sp>
        <p:nvSpPr>
          <p:cNvPr id="2986" name="Google Shape;2986;g340dd7ef110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7" name="Google Shape;2987;g340dd7ef110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1" name="Shape 2991"/>
        <p:cNvGrpSpPr/>
        <p:nvPr/>
      </p:nvGrpSpPr>
      <p:grpSpPr>
        <a:xfrm>
          <a:off x="0" y="0"/>
          <a:ext cx="0" cy="0"/>
          <a:chOff x="0" y="0"/>
          <a:chExt cx="0" cy="0"/>
        </a:xfrm>
      </p:grpSpPr>
      <p:sp>
        <p:nvSpPr>
          <p:cNvPr id="2992" name="Google Shape;2992;g340dd7ef110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3" name="Google Shape;2993;g340dd7ef110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7" name="Shape 2997"/>
        <p:cNvGrpSpPr/>
        <p:nvPr/>
      </p:nvGrpSpPr>
      <p:grpSpPr>
        <a:xfrm>
          <a:off x="0" y="0"/>
          <a:ext cx="0" cy="0"/>
          <a:chOff x="0" y="0"/>
          <a:chExt cx="0" cy="0"/>
        </a:xfrm>
      </p:grpSpPr>
      <p:sp>
        <p:nvSpPr>
          <p:cNvPr id="2998" name="Google Shape;2998;g340dd7ef110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9" name="Google Shape;2999;g340dd7ef110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3" name="Shape 3003"/>
        <p:cNvGrpSpPr/>
        <p:nvPr/>
      </p:nvGrpSpPr>
      <p:grpSpPr>
        <a:xfrm>
          <a:off x="0" y="0"/>
          <a:ext cx="0" cy="0"/>
          <a:chOff x="0" y="0"/>
          <a:chExt cx="0" cy="0"/>
        </a:xfrm>
      </p:grpSpPr>
      <p:sp>
        <p:nvSpPr>
          <p:cNvPr id="3004" name="Google Shape;3004;g341f390e3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5" name="Google Shape;3005;g341f390e3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5" name="Shape 3045"/>
        <p:cNvGrpSpPr/>
        <p:nvPr/>
      </p:nvGrpSpPr>
      <p:grpSpPr>
        <a:xfrm>
          <a:off x="0" y="0"/>
          <a:ext cx="0" cy="0"/>
          <a:chOff x="0" y="0"/>
          <a:chExt cx="0" cy="0"/>
        </a:xfrm>
      </p:grpSpPr>
      <p:sp>
        <p:nvSpPr>
          <p:cNvPr id="3046" name="Google Shape;3046;g3432d7606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7" name="Google Shape;3047;g3432d7606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1" name="Shape 3051"/>
        <p:cNvGrpSpPr/>
        <p:nvPr/>
      </p:nvGrpSpPr>
      <p:grpSpPr>
        <a:xfrm>
          <a:off x="0" y="0"/>
          <a:ext cx="0" cy="0"/>
          <a:chOff x="0" y="0"/>
          <a:chExt cx="0" cy="0"/>
        </a:xfrm>
      </p:grpSpPr>
      <p:sp>
        <p:nvSpPr>
          <p:cNvPr id="3052" name="Google Shape;3052;g3465039f0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3" name="Google Shape;3053;g3465039f0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2194950" y="1243575"/>
            <a:ext cx="4746300" cy="205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2925950" y="3296175"/>
            <a:ext cx="32922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3016200" y="1122100"/>
            <a:ext cx="3527100" cy="13341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3"/>
          <p:cNvSpPr txBox="1"/>
          <p:nvPr>
            <p:ph hasCustomPrompt="1" idx="2" type="title"/>
          </p:nvPr>
        </p:nvSpPr>
        <p:spPr>
          <a:xfrm>
            <a:off x="1399800" y="1122100"/>
            <a:ext cx="1464000" cy="661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6000"/>
            </a:lvl1pPr>
            <a:lvl2pPr lvl="1" rtl="0">
              <a:spcBef>
                <a:spcPts val="0"/>
              </a:spcBef>
              <a:spcAft>
                <a:spcPts val="0"/>
              </a:spcAft>
              <a:buSzPts val="12000"/>
              <a:buFont typeface="Montserrat Light"/>
              <a:buNone/>
              <a:defRPr sz="12000">
                <a:latin typeface="Montserrat Light"/>
                <a:ea typeface="Montserrat Light"/>
                <a:cs typeface="Montserrat Light"/>
                <a:sym typeface="Montserrat Light"/>
              </a:defRPr>
            </a:lvl2pPr>
            <a:lvl3pPr lvl="2" rtl="0">
              <a:spcBef>
                <a:spcPts val="0"/>
              </a:spcBef>
              <a:spcAft>
                <a:spcPts val="0"/>
              </a:spcAft>
              <a:buSzPts val="12000"/>
              <a:buFont typeface="Montserrat Light"/>
              <a:buNone/>
              <a:defRPr sz="12000">
                <a:latin typeface="Montserrat Light"/>
                <a:ea typeface="Montserrat Light"/>
                <a:cs typeface="Montserrat Light"/>
                <a:sym typeface="Montserrat Light"/>
              </a:defRPr>
            </a:lvl3pPr>
            <a:lvl4pPr lvl="3" rtl="0">
              <a:spcBef>
                <a:spcPts val="0"/>
              </a:spcBef>
              <a:spcAft>
                <a:spcPts val="0"/>
              </a:spcAft>
              <a:buSzPts val="12000"/>
              <a:buFont typeface="Montserrat Light"/>
              <a:buNone/>
              <a:defRPr sz="12000">
                <a:latin typeface="Montserrat Light"/>
                <a:ea typeface="Montserrat Light"/>
                <a:cs typeface="Montserrat Light"/>
                <a:sym typeface="Montserrat Light"/>
              </a:defRPr>
            </a:lvl4pPr>
            <a:lvl5pPr lvl="4" rtl="0">
              <a:spcBef>
                <a:spcPts val="0"/>
              </a:spcBef>
              <a:spcAft>
                <a:spcPts val="0"/>
              </a:spcAft>
              <a:buSzPts val="12000"/>
              <a:buFont typeface="Montserrat Light"/>
              <a:buNone/>
              <a:defRPr sz="12000">
                <a:latin typeface="Montserrat Light"/>
                <a:ea typeface="Montserrat Light"/>
                <a:cs typeface="Montserrat Light"/>
                <a:sym typeface="Montserrat Light"/>
              </a:defRPr>
            </a:lvl5pPr>
            <a:lvl6pPr lvl="5" rtl="0">
              <a:spcBef>
                <a:spcPts val="0"/>
              </a:spcBef>
              <a:spcAft>
                <a:spcPts val="0"/>
              </a:spcAft>
              <a:buSzPts val="12000"/>
              <a:buFont typeface="Montserrat Light"/>
              <a:buNone/>
              <a:defRPr sz="12000">
                <a:latin typeface="Montserrat Light"/>
                <a:ea typeface="Montserrat Light"/>
                <a:cs typeface="Montserrat Light"/>
                <a:sym typeface="Montserrat Light"/>
              </a:defRPr>
            </a:lvl6pPr>
            <a:lvl7pPr lvl="6" rtl="0">
              <a:spcBef>
                <a:spcPts val="0"/>
              </a:spcBef>
              <a:spcAft>
                <a:spcPts val="0"/>
              </a:spcAft>
              <a:buSzPts val="12000"/>
              <a:buFont typeface="Montserrat Light"/>
              <a:buNone/>
              <a:defRPr sz="12000">
                <a:latin typeface="Montserrat Light"/>
                <a:ea typeface="Montserrat Light"/>
                <a:cs typeface="Montserrat Light"/>
                <a:sym typeface="Montserrat Light"/>
              </a:defRPr>
            </a:lvl7pPr>
            <a:lvl8pPr lvl="7" rtl="0">
              <a:spcBef>
                <a:spcPts val="0"/>
              </a:spcBef>
              <a:spcAft>
                <a:spcPts val="0"/>
              </a:spcAft>
              <a:buSzPts val="12000"/>
              <a:buFont typeface="Montserrat Light"/>
              <a:buNone/>
              <a:defRPr sz="12000">
                <a:latin typeface="Montserrat Light"/>
                <a:ea typeface="Montserrat Light"/>
                <a:cs typeface="Montserrat Light"/>
                <a:sym typeface="Montserrat Light"/>
              </a:defRPr>
            </a:lvl8pPr>
            <a:lvl9pPr lvl="8" rtl="0">
              <a:spcBef>
                <a:spcPts val="0"/>
              </a:spcBef>
              <a:spcAft>
                <a:spcPts val="0"/>
              </a:spcAft>
              <a:buSzPts val="12000"/>
              <a:buFont typeface="Montserrat Light"/>
              <a:buNone/>
              <a:defRPr sz="12000">
                <a:latin typeface="Montserrat Light"/>
                <a:ea typeface="Montserrat Light"/>
                <a:cs typeface="Montserrat Light"/>
                <a:sym typeface="Montserrat Light"/>
              </a:defRPr>
            </a:lvl9pPr>
          </a:lstStyle>
          <a:p>
            <a:r>
              <a:t>xx%</a:t>
            </a:r>
          </a:p>
        </p:txBody>
      </p:sp>
      <p:sp>
        <p:nvSpPr>
          <p:cNvPr id="14" name="Google Shape;14;p3"/>
          <p:cNvSpPr txBox="1"/>
          <p:nvPr>
            <p:ph idx="1" type="subTitle"/>
          </p:nvPr>
        </p:nvSpPr>
        <p:spPr>
          <a:xfrm>
            <a:off x="3016200" y="3237148"/>
            <a:ext cx="2389200" cy="58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None/>
              <a:defRPr>
                <a:solidFill>
                  <a:schemeClr val="dk1"/>
                </a:solidFill>
              </a:defRPr>
            </a:lvl1pPr>
            <a:lvl2pPr lvl="1"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2pPr>
            <a:lvl3pPr lvl="2"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3pPr>
            <a:lvl4pPr lvl="3"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4pPr>
            <a:lvl5pPr lvl="4"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5pPr>
            <a:lvl6pPr lvl="5"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6pPr>
            <a:lvl7pPr lvl="6"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7pPr>
            <a:lvl8pPr lvl="7"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8pPr>
            <a:lvl9pPr lvl="8"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9pPr>
          </a:lstStyle>
          <a:p/>
        </p:txBody>
      </p:sp>
      <p:cxnSp>
        <p:nvCxnSpPr>
          <p:cNvPr id="15" name="Google Shape;15;p3"/>
          <p:cNvCxnSpPr/>
          <p:nvPr/>
        </p:nvCxnSpPr>
        <p:spPr>
          <a:xfrm>
            <a:off x="2940913" y="-12"/>
            <a:ext cx="0" cy="2753700"/>
          </a:xfrm>
          <a:prstGeom prst="straightConnector1">
            <a:avLst/>
          </a:prstGeom>
          <a:noFill/>
          <a:ln cap="flat" cmpd="sng" w="28575">
            <a:solidFill>
              <a:schemeClr val="accent4"/>
            </a:solidFill>
            <a:prstDash val="solid"/>
            <a:round/>
            <a:headEnd len="med" w="med" type="none"/>
            <a:tailEnd len="med" w="med" type="none"/>
          </a:ln>
        </p:spPr>
      </p:cxnSp>
      <p:grpSp>
        <p:nvGrpSpPr>
          <p:cNvPr id="16" name="Google Shape;16;p3"/>
          <p:cNvGrpSpPr/>
          <p:nvPr/>
        </p:nvGrpSpPr>
        <p:grpSpPr>
          <a:xfrm flipH="1">
            <a:off x="0" y="2933725"/>
            <a:ext cx="2044793" cy="2209776"/>
            <a:chOff x="1384075" y="241450"/>
            <a:chExt cx="4822625" cy="5215425"/>
          </a:xfrm>
        </p:grpSpPr>
        <p:sp>
          <p:nvSpPr>
            <p:cNvPr id="17" name="Google Shape;17;p3"/>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4827375" y="1479000"/>
              <a:ext cx="691350" cy="795600"/>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4827375" y="1875125"/>
              <a:ext cx="691350" cy="1195050"/>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5518700" y="2274575"/>
              <a:ext cx="688000" cy="795600"/>
            </a:xfrm>
            <a:custGeom>
              <a:rect b="b" l="l" r="r" t="t"/>
              <a:pathLst>
                <a:path extrusionOk="0" h="31824" w="27520">
                  <a:moveTo>
                    <a:pt x="0" y="0"/>
                  </a:moveTo>
                  <a:lnTo>
                    <a:pt x="0" y="31823"/>
                  </a:lnTo>
                  <a:lnTo>
                    <a:pt x="27520" y="15978"/>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4827375" y="3865700"/>
              <a:ext cx="691350" cy="1195050"/>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4830700" y="4661275"/>
              <a:ext cx="688025" cy="795600"/>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5518700" y="3865700"/>
              <a:ext cx="688000" cy="795600"/>
            </a:xfrm>
            <a:custGeom>
              <a:rect b="b" l="l" r="r" t="t"/>
              <a:pathLst>
                <a:path extrusionOk="0" h="31824" w="27520">
                  <a:moveTo>
                    <a:pt x="0" y="1"/>
                  </a:moveTo>
                  <a:lnTo>
                    <a:pt x="0" y="31824"/>
                  </a:lnTo>
                  <a:lnTo>
                    <a:pt x="27520"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4139375" y="2670675"/>
              <a:ext cx="688025" cy="798950"/>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4139375" y="3070150"/>
              <a:ext cx="688025" cy="795575"/>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3451375" y="3070150"/>
              <a:ext cx="688025" cy="795575"/>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3451375" y="1479000"/>
              <a:ext cx="688025" cy="795600"/>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3448050" y="1878450"/>
              <a:ext cx="694675" cy="1191725"/>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4139375" y="1878450"/>
              <a:ext cx="688025" cy="1191725"/>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4382875" y="241450"/>
              <a:ext cx="201000" cy="22935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4139375" y="682600"/>
              <a:ext cx="688025" cy="79642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3451375" y="4661275"/>
              <a:ext cx="1376025" cy="795600"/>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4139375" y="3865700"/>
              <a:ext cx="688025" cy="1195050"/>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4139375" y="3469600"/>
              <a:ext cx="688025" cy="795575"/>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3451375" y="3469600"/>
              <a:ext cx="688025" cy="795575"/>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3451375" y="2670675"/>
              <a:ext cx="1376025" cy="1195050"/>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2760050" y="2670675"/>
              <a:ext cx="691350" cy="798950"/>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2760050" y="3070150"/>
              <a:ext cx="691350" cy="795575"/>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2072075" y="1479000"/>
              <a:ext cx="688000" cy="795600"/>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1967825" y="2486400"/>
              <a:ext cx="322750" cy="371950"/>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2065400" y="1412275"/>
              <a:ext cx="218500" cy="254375"/>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2760050" y="1878450"/>
              <a:ext cx="691350" cy="1191725"/>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2760050" y="1479000"/>
              <a:ext cx="691350" cy="795600"/>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2072075" y="3865700"/>
              <a:ext cx="688000" cy="795600"/>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1384075" y="4661275"/>
              <a:ext cx="688025" cy="795600"/>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2760050" y="3865700"/>
              <a:ext cx="691350" cy="1591175"/>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2760050" y="3469600"/>
              <a:ext cx="691350" cy="795575"/>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3448050" y="3469600"/>
              <a:ext cx="691350" cy="159115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2760050" y="2670675"/>
              <a:ext cx="1379350" cy="1195050"/>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 name="Google Shape;61;p3"/>
          <p:cNvGrpSpPr/>
          <p:nvPr/>
        </p:nvGrpSpPr>
        <p:grpSpPr>
          <a:xfrm flipH="1">
            <a:off x="6934090" y="-76200"/>
            <a:ext cx="2286103" cy="2895537"/>
            <a:chOff x="-26858" y="-227337"/>
            <a:chExt cx="2186403" cy="2757917"/>
          </a:xfrm>
        </p:grpSpPr>
        <p:sp>
          <p:nvSpPr>
            <p:cNvPr id="62" name="Google Shape;62;p3"/>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2" name="Shape 102"/>
        <p:cNvGrpSpPr/>
        <p:nvPr/>
      </p:nvGrpSpPr>
      <p:grpSpPr>
        <a:xfrm>
          <a:off x="0" y="0"/>
          <a:ext cx="0" cy="0"/>
          <a:chOff x="0" y="0"/>
          <a:chExt cx="0" cy="0"/>
        </a:xfrm>
      </p:grpSpPr>
      <p:sp>
        <p:nvSpPr>
          <p:cNvPr id="103" name="Google Shape;103;p4"/>
          <p:cNvSpPr txBox="1"/>
          <p:nvPr>
            <p:ph type="ctrTitle"/>
          </p:nvPr>
        </p:nvSpPr>
        <p:spPr>
          <a:xfrm flipH="1">
            <a:off x="770725" y="468450"/>
            <a:ext cx="44631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04" name="Google Shape;104;p4"/>
          <p:cNvCxnSpPr/>
          <p:nvPr/>
        </p:nvCxnSpPr>
        <p:spPr>
          <a:xfrm>
            <a:off x="498025" y="-63925"/>
            <a:ext cx="0" cy="1124100"/>
          </a:xfrm>
          <a:prstGeom prst="straightConnector1">
            <a:avLst/>
          </a:prstGeom>
          <a:noFill/>
          <a:ln cap="flat" cmpd="sng" w="28575">
            <a:solidFill>
              <a:schemeClr val="lt2"/>
            </a:solidFill>
            <a:prstDash val="solid"/>
            <a:round/>
            <a:headEnd len="med" w="med" type="none"/>
            <a:tailEnd len="med" w="med" type="none"/>
          </a:ln>
        </p:spPr>
      </p:cxnSp>
      <p:sp>
        <p:nvSpPr>
          <p:cNvPr id="105" name="Google Shape;105;p4"/>
          <p:cNvSpPr txBox="1"/>
          <p:nvPr>
            <p:ph idx="1" type="subTitle"/>
          </p:nvPr>
        </p:nvSpPr>
        <p:spPr>
          <a:xfrm>
            <a:off x="770700" y="1216175"/>
            <a:ext cx="7662600" cy="3392400"/>
          </a:xfrm>
          <a:prstGeom prst="rect">
            <a:avLst/>
          </a:prstGeom>
        </p:spPr>
        <p:txBody>
          <a:bodyPr anchorCtr="0" anchor="ctr" bIns="91425" lIns="91425" spcFirstLastPara="1" rIns="91425" wrap="square" tIns="91425">
            <a:noAutofit/>
          </a:bodyPr>
          <a:lstStyle>
            <a:lvl1pPr lvl="0" rtl="0">
              <a:spcBef>
                <a:spcPts val="0"/>
              </a:spcBef>
              <a:spcAft>
                <a:spcPts val="0"/>
              </a:spcAft>
              <a:buSzPts val="1000"/>
              <a:buAutoNum type="arabicPeriod"/>
              <a:defRPr sz="1000"/>
            </a:lvl1pPr>
            <a:lvl2pPr lvl="1" rtl="0">
              <a:spcBef>
                <a:spcPts val="1600"/>
              </a:spcBef>
              <a:spcAft>
                <a:spcPts val="0"/>
              </a:spcAft>
              <a:buSzPts val="1000"/>
              <a:buNone/>
              <a:defRPr sz="1000"/>
            </a:lvl2pPr>
            <a:lvl3pPr lvl="2" rtl="0">
              <a:spcBef>
                <a:spcPts val="1600"/>
              </a:spcBef>
              <a:spcAft>
                <a:spcPts val="0"/>
              </a:spcAft>
              <a:buSzPts val="1000"/>
              <a:buAutoNum type="romanLcPeriod"/>
              <a:defRPr sz="1000"/>
            </a:lvl3pPr>
            <a:lvl4pPr lvl="3" rtl="0">
              <a:spcBef>
                <a:spcPts val="1600"/>
              </a:spcBef>
              <a:spcAft>
                <a:spcPts val="0"/>
              </a:spcAft>
              <a:buSzPts val="1000"/>
              <a:buAutoNum type="arabicPeriod"/>
              <a:defRPr sz="1000"/>
            </a:lvl4pPr>
            <a:lvl5pPr lvl="4" rtl="0">
              <a:spcBef>
                <a:spcPts val="1600"/>
              </a:spcBef>
              <a:spcAft>
                <a:spcPts val="0"/>
              </a:spcAft>
              <a:buSzPts val="1000"/>
              <a:buAutoNum type="alphaLcPeriod"/>
              <a:defRPr sz="1000"/>
            </a:lvl5pPr>
            <a:lvl6pPr lvl="5" rtl="0">
              <a:spcBef>
                <a:spcPts val="1600"/>
              </a:spcBef>
              <a:spcAft>
                <a:spcPts val="0"/>
              </a:spcAft>
              <a:buSzPts val="1000"/>
              <a:buAutoNum type="romanLcPeriod"/>
              <a:defRPr sz="1000"/>
            </a:lvl6pPr>
            <a:lvl7pPr lvl="6" rtl="0">
              <a:spcBef>
                <a:spcPts val="1600"/>
              </a:spcBef>
              <a:spcAft>
                <a:spcPts val="0"/>
              </a:spcAft>
              <a:buSzPts val="1000"/>
              <a:buAutoNum type="arabicPeriod"/>
              <a:defRPr sz="1000"/>
            </a:lvl7pPr>
            <a:lvl8pPr lvl="7" rtl="0">
              <a:spcBef>
                <a:spcPts val="1600"/>
              </a:spcBef>
              <a:spcAft>
                <a:spcPts val="0"/>
              </a:spcAft>
              <a:buSzPts val="1000"/>
              <a:buAutoNum type="alphaLcPeriod"/>
              <a:defRPr sz="1000"/>
            </a:lvl8pPr>
            <a:lvl9pPr lvl="8" rtl="0">
              <a:spcBef>
                <a:spcPts val="1600"/>
              </a:spcBef>
              <a:spcAft>
                <a:spcPts val="1600"/>
              </a:spcAft>
              <a:buSzPts val="1000"/>
              <a:buAutoNum type="romanLcPeriod"/>
              <a:defRPr sz="1000"/>
            </a:lvl9pPr>
          </a:lstStyle>
          <a:p/>
        </p:txBody>
      </p:sp>
      <p:grpSp>
        <p:nvGrpSpPr>
          <p:cNvPr id="106" name="Google Shape;106;p4"/>
          <p:cNvGrpSpPr/>
          <p:nvPr/>
        </p:nvGrpSpPr>
        <p:grpSpPr>
          <a:xfrm flipH="1" rot="5400000">
            <a:off x="7613820" y="3611830"/>
            <a:ext cx="877851" cy="2209091"/>
            <a:chOff x="-26858" y="-227337"/>
            <a:chExt cx="1093215" cy="2757917"/>
          </a:xfrm>
        </p:grpSpPr>
        <p:sp>
          <p:nvSpPr>
            <p:cNvPr id="107" name="Google Shape;107;p4"/>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9" name="Shape 129"/>
        <p:cNvGrpSpPr/>
        <p:nvPr/>
      </p:nvGrpSpPr>
      <p:grpSpPr>
        <a:xfrm>
          <a:off x="0" y="0"/>
          <a:ext cx="0" cy="0"/>
          <a:chOff x="0" y="0"/>
          <a:chExt cx="0" cy="0"/>
        </a:xfrm>
      </p:grpSpPr>
      <p:sp>
        <p:nvSpPr>
          <p:cNvPr id="130" name="Google Shape;130;p5"/>
          <p:cNvSpPr txBox="1"/>
          <p:nvPr>
            <p:ph type="ctrTitle"/>
          </p:nvPr>
        </p:nvSpPr>
        <p:spPr>
          <a:xfrm flipH="1">
            <a:off x="770700" y="468450"/>
            <a:ext cx="80955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31" name="Google Shape;131;p5"/>
          <p:cNvCxnSpPr/>
          <p:nvPr/>
        </p:nvCxnSpPr>
        <p:spPr>
          <a:xfrm>
            <a:off x="498025" y="-44700"/>
            <a:ext cx="0" cy="1104900"/>
          </a:xfrm>
          <a:prstGeom prst="straightConnector1">
            <a:avLst/>
          </a:prstGeom>
          <a:noFill/>
          <a:ln cap="flat" cmpd="sng" w="28575">
            <a:solidFill>
              <a:schemeClr val="lt2"/>
            </a:solidFill>
            <a:prstDash val="solid"/>
            <a:round/>
            <a:headEnd len="med" w="med" type="none"/>
            <a:tailEnd len="med" w="med" type="none"/>
          </a:ln>
        </p:spPr>
      </p:cxnSp>
      <p:sp>
        <p:nvSpPr>
          <p:cNvPr id="132" name="Google Shape;132;p5"/>
          <p:cNvSpPr txBox="1"/>
          <p:nvPr>
            <p:ph idx="1" type="subTitle"/>
          </p:nvPr>
        </p:nvSpPr>
        <p:spPr>
          <a:xfrm>
            <a:off x="3280813" y="1046250"/>
            <a:ext cx="1965900" cy="576000"/>
          </a:xfrm>
          <a:prstGeom prst="rect">
            <a:avLst/>
          </a:prstGeom>
        </p:spPr>
        <p:txBody>
          <a:bodyPr anchorCtr="0" anchor="b" bIns="91425" lIns="91425" spcFirstLastPara="1" rIns="91425" wrap="square" tIns="91425">
            <a:noAutofit/>
          </a:bodyPr>
          <a:lstStyle>
            <a:lvl1pPr lvl="0">
              <a:spcBef>
                <a:spcPts val="0"/>
              </a:spcBef>
              <a:spcAft>
                <a:spcPts val="0"/>
              </a:spcAft>
              <a:buSzPts val="1800"/>
              <a:buFont typeface="Barlow Condensed SemiBold"/>
              <a:buNone/>
              <a:defRPr sz="1800">
                <a:solidFill>
                  <a:schemeClr val="dk1"/>
                </a:solidFill>
                <a:latin typeface="Barlow Condensed SemiBold"/>
                <a:ea typeface="Barlow Condensed SemiBold"/>
                <a:cs typeface="Barlow Condensed SemiBold"/>
                <a:sym typeface="Barlow Condensed SemiBold"/>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133" name="Google Shape;133;p5"/>
          <p:cNvSpPr txBox="1"/>
          <p:nvPr>
            <p:ph idx="2" type="subTitle"/>
          </p:nvPr>
        </p:nvSpPr>
        <p:spPr>
          <a:xfrm>
            <a:off x="3282700" y="1925451"/>
            <a:ext cx="4614000" cy="711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2"/>
              </a:buClr>
              <a:buSzPts val="1100"/>
              <a:buChar char="●"/>
              <a:defRPr/>
            </a:lvl1pPr>
            <a:lvl2pPr lvl="1" rtl="0">
              <a:spcBef>
                <a:spcPts val="0"/>
              </a:spcBef>
              <a:spcAft>
                <a:spcPts val="0"/>
              </a:spcAft>
              <a:buSzPts val="1100"/>
              <a:buChar char="○"/>
              <a:defRPr sz="1100"/>
            </a:lvl2pPr>
            <a:lvl3pPr lvl="2" rtl="0">
              <a:spcBef>
                <a:spcPts val="1600"/>
              </a:spcBef>
              <a:spcAft>
                <a:spcPts val="0"/>
              </a:spcAft>
              <a:buSzPts val="1100"/>
              <a:buChar char="■"/>
              <a:defRPr sz="1100"/>
            </a:lvl3pPr>
            <a:lvl4pPr lvl="3" rtl="0">
              <a:spcBef>
                <a:spcPts val="1600"/>
              </a:spcBef>
              <a:spcAft>
                <a:spcPts val="0"/>
              </a:spcAft>
              <a:buSzPts val="1100"/>
              <a:buChar char="●"/>
              <a:defRPr sz="1100"/>
            </a:lvl4pPr>
            <a:lvl5pPr lvl="4" rtl="0">
              <a:spcBef>
                <a:spcPts val="1600"/>
              </a:spcBef>
              <a:spcAft>
                <a:spcPts val="0"/>
              </a:spcAft>
              <a:buSzPts val="1100"/>
              <a:buChar char="○"/>
              <a:defRPr sz="1100"/>
            </a:lvl5pPr>
            <a:lvl6pPr lvl="5" rtl="0">
              <a:spcBef>
                <a:spcPts val="1600"/>
              </a:spcBef>
              <a:spcAft>
                <a:spcPts val="0"/>
              </a:spcAft>
              <a:buSzPts val="1100"/>
              <a:buChar char="■"/>
              <a:defRPr sz="1100"/>
            </a:lvl6pPr>
            <a:lvl7pPr lvl="6" rtl="0">
              <a:spcBef>
                <a:spcPts val="1600"/>
              </a:spcBef>
              <a:spcAft>
                <a:spcPts val="0"/>
              </a:spcAft>
              <a:buSzPts val="1100"/>
              <a:buChar char="●"/>
              <a:defRPr sz="1100"/>
            </a:lvl7pPr>
            <a:lvl8pPr lvl="7" rtl="0">
              <a:spcBef>
                <a:spcPts val="1600"/>
              </a:spcBef>
              <a:spcAft>
                <a:spcPts val="0"/>
              </a:spcAft>
              <a:buSzPts val="1100"/>
              <a:buChar char="○"/>
              <a:defRPr sz="1100"/>
            </a:lvl8pPr>
            <a:lvl9pPr lvl="8" rtl="0">
              <a:spcBef>
                <a:spcPts val="1600"/>
              </a:spcBef>
              <a:spcAft>
                <a:spcPts val="1600"/>
              </a:spcAft>
              <a:buSzPts val="1100"/>
              <a:buChar char="■"/>
              <a:defRPr sz="1100"/>
            </a:lvl9pPr>
          </a:lstStyle>
          <a:p/>
        </p:txBody>
      </p:sp>
      <p:sp>
        <p:nvSpPr>
          <p:cNvPr id="134" name="Google Shape;134;p5"/>
          <p:cNvSpPr txBox="1"/>
          <p:nvPr>
            <p:ph hasCustomPrompt="1" idx="3" type="title"/>
          </p:nvPr>
        </p:nvSpPr>
        <p:spPr>
          <a:xfrm>
            <a:off x="5654113" y="1046250"/>
            <a:ext cx="1965900" cy="5760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None/>
              <a:defRPr sz="1800"/>
            </a:lvl1pPr>
            <a:lvl2pPr lvl="1" rtl="0" algn="r">
              <a:spcBef>
                <a:spcPts val="0"/>
              </a:spcBef>
              <a:spcAft>
                <a:spcPts val="0"/>
              </a:spcAft>
              <a:buSzPts val="1800"/>
              <a:buNone/>
              <a:defRPr sz="1800"/>
            </a:lvl2pPr>
            <a:lvl3pPr lvl="2" rtl="0" algn="r">
              <a:spcBef>
                <a:spcPts val="0"/>
              </a:spcBef>
              <a:spcAft>
                <a:spcPts val="0"/>
              </a:spcAft>
              <a:buSzPts val="1800"/>
              <a:buNone/>
              <a:defRPr sz="1800"/>
            </a:lvl3pPr>
            <a:lvl4pPr lvl="3" rtl="0" algn="r">
              <a:spcBef>
                <a:spcPts val="0"/>
              </a:spcBef>
              <a:spcAft>
                <a:spcPts val="0"/>
              </a:spcAft>
              <a:buSzPts val="1800"/>
              <a:buNone/>
              <a:defRPr sz="1800"/>
            </a:lvl4pPr>
            <a:lvl5pPr lvl="4" rtl="0" algn="r">
              <a:spcBef>
                <a:spcPts val="0"/>
              </a:spcBef>
              <a:spcAft>
                <a:spcPts val="0"/>
              </a:spcAft>
              <a:buSzPts val="1800"/>
              <a:buNone/>
              <a:defRPr sz="1800"/>
            </a:lvl5pPr>
            <a:lvl6pPr lvl="5" rtl="0" algn="r">
              <a:spcBef>
                <a:spcPts val="0"/>
              </a:spcBef>
              <a:spcAft>
                <a:spcPts val="0"/>
              </a:spcAft>
              <a:buSzPts val="1800"/>
              <a:buNone/>
              <a:defRPr sz="1800"/>
            </a:lvl6pPr>
            <a:lvl7pPr lvl="6" rtl="0" algn="r">
              <a:spcBef>
                <a:spcPts val="0"/>
              </a:spcBef>
              <a:spcAft>
                <a:spcPts val="0"/>
              </a:spcAft>
              <a:buSzPts val="1800"/>
              <a:buNone/>
              <a:defRPr sz="1800"/>
            </a:lvl7pPr>
            <a:lvl8pPr lvl="7" rtl="0" algn="r">
              <a:spcBef>
                <a:spcPts val="0"/>
              </a:spcBef>
              <a:spcAft>
                <a:spcPts val="0"/>
              </a:spcAft>
              <a:buSzPts val="1800"/>
              <a:buNone/>
              <a:defRPr sz="1800"/>
            </a:lvl8pPr>
            <a:lvl9pPr lvl="8" rtl="0" algn="r">
              <a:spcBef>
                <a:spcPts val="0"/>
              </a:spcBef>
              <a:spcAft>
                <a:spcPts val="0"/>
              </a:spcAft>
              <a:buSzPts val="1800"/>
              <a:buNone/>
              <a:defRPr sz="1800"/>
            </a:lvl9pPr>
          </a:lstStyle>
          <a:p>
            <a:r>
              <a:t>xx%</a:t>
            </a:r>
          </a:p>
        </p:txBody>
      </p:sp>
      <p:sp>
        <p:nvSpPr>
          <p:cNvPr id="135" name="Google Shape;135;p5"/>
          <p:cNvSpPr txBox="1"/>
          <p:nvPr>
            <p:ph idx="4" type="subTitle"/>
          </p:nvPr>
        </p:nvSpPr>
        <p:spPr>
          <a:xfrm>
            <a:off x="3280813" y="1636850"/>
            <a:ext cx="43434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Font typeface="Barlow Condensed Medium"/>
              <a:buNone/>
              <a:defRPr>
                <a:latin typeface="Barlow Condensed Medium"/>
                <a:ea typeface="Barlow Condensed Medium"/>
                <a:cs typeface="Barlow Condensed Medium"/>
                <a:sym typeface="Barlow Condensed Mediu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6" name="Google Shape;136;p5"/>
          <p:cNvSpPr txBox="1"/>
          <p:nvPr>
            <p:ph idx="5" type="subTitle"/>
          </p:nvPr>
        </p:nvSpPr>
        <p:spPr>
          <a:xfrm>
            <a:off x="3280813" y="3003575"/>
            <a:ext cx="1965900" cy="5760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Barlow Condensed SemiBold"/>
              <a:buNone/>
              <a:defRPr sz="18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7" name="Google Shape;137;p5"/>
          <p:cNvSpPr txBox="1"/>
          <p:nvPr>
            <p:ph idx="6" type="subTitle"/>
          </p:nvPr>
        </p:nvSpPr>
        <p:spPr>
          <a:xfrm>
            <a:off x="3282700" y="3882776"/>
            <a:ext cx="4614000" cy="711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2"/>
              </a:buClr>
              <a:buSzPts val="1100"/>
              <a:buChar char="●"/>
              <a:defRPr/>
            </a:lvl1pPr>
            <a:lvl2pPr lvl="1" rtl="0">
              <a:spcBef>
                <a:spcPts val="0"/>
              </a:spcBef>
              <a:spcAft>
                <a:spcPts val="0"/>
              </a:spcAft>
              <a:buSzPts val="1100"/>
              <a:buChar char="○"/>
              <a:defRPr sz="1100"/>
            </a:lvl2pPr>
            <a:lvl3pPr lvl="2" rtl="0">
              <a:spcBef>
                <a:spcPts val="1600"/>
              </a:spcBef>
              <a:spcAft>
                <a:spcPts val="0"/>
              </a:spcAft>
              <a:buSzPts val="1100"/>
              <a:buChar char="■"/>
              <a:defRPr sz="1100"/>
            </a:lvl3pPr>
            <a:lvl4pPr lvl="3" rtl="0">
              <a:spcBef>
                <a:spcPts val="1600"/>
              </a:spcBef>
              <a:spcAft>
                <a:spcPts val="0"/>
              </a:spcAft>
              <a:buSzPts val="1100"/>
              <a:buChar char="●"/>
              <a:defRPr sz="1100"/>
            </a:lvl4pPr>
            <a:lvl5pPr lvl="4" rtl="0">
              <a:spcBef>
                <a:spcPts val="1600"/>
              </a:spcBef>
              <a:spcAft>
                <a:spcPts val="0"/>
              </a:spcAft>
              <a:buSzPts val="1100"/>
              <a:buChar char="○"/>
              <a:defRPr sz="1100"/>
            </a:lvl5pPr>
            <a:lvl6pPr lvl="5" rtl="0">
              <a:spcBef>
                <a:spcPts val="1600"/>
              </a:spcBef>
              <a:spcAft>
                <a:spcPts val="0"/>
              </a:spcAft>
              <a:buSzPts val="1100"/>
              <a:buChar char="■"/>
              <a:defRPr sz="1100"/>
            </a:lvl6pPr>
            <a:lvl7pPr lvl="6" rtl="0">
              <a:spcBef>
                <a:spcPts val="1600"/>
              </a:spcBef>
              <a:spcAft>
                <a:spcPts val="0"/>
              </a:spcAft>
              <a:buSzPts val="1100"/>
              <a:buChar char="●"/>
              <a:defRPr sz="1100"/>
            </a:lvl7pPr>
            <a:lvl8pPr lvl="7" rtl="0">
              <a:spcBef>
                <a:spcPts val="1600"/>
              </a:spcBef>
              <a:spcAft>
                <a:spcPts val="0"/>
              </a:spcAft>
              <a:buSzPts val="1100"/>
              <a:buChar char="○"/>
              <a:defRPr sz="1100"/>
            </a:lvl8pPr>
            <a:lvl9pPr lvl="8" rtl="0">
              <a:spcBef>
                <a:spcPts val="1600"/>
              </a:spcBef>
              <a:spcAft>
                <a:spcPts val="1600"/>
              </a:spcAft>
              <a:buSzPts val="1100"/>
              <a:buChar char="■"/>
              <a:defRPr sz="1100"/>
            </a:lvl9pPr>
          </a:lstStyle>
          <a:p/>
        </p:txBody>
      </p:sp>
      <p:sp>
        <p:nvSpPr>
          <p:cNvPr id="138" name="Google Shape;138;p5"/>
          <p:cNvSpPr txBox="1"/>
          <p:nvPr>
            <p:ph hasCustomPrompt="1" idx="7" type="title"/>
          </p:nvPr>
        </p:nvSpPr>
        <p:spPr>
          <a:xfrm>
            <a:off x="5654113" y="3003575"/>
            <a:ext cx="1965900" cy="5760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None/>
              <a:defRPr sz="1800"/>
            </a:lvl1pPr>
            <a:lvl2pPr lvl="1" rtl="0" algn="r">
              <a:spcBef>
                <a:spcPts val="0"/>
              </a:spcBef>
              <a:spcAft>
                <a:spcPts val="0"/>
              </a:spcAft>
              <a:buSzPts val="1800"/>
              <a:buNone/>
              <a:defRPr sz="1800"/>
            </a:lvl2pPr>
            <a:lvl3pPr lvl="2" rtl="0" algn="r">
              <a:spcBef>
                <a:spcPts val="0"/>
              </a:spcBef>
              <a:spcAft>
                <a:spcPts val="0"/>
              </a:spcAft>
              <a:buSzPts val="1800"/>
              <a:buNone/>
              <a:defRPr sz="1800"/>
            </a:lvl3pPr>
            <a:lvl4pPr lvl="3" rtl="0" algn="r">
              <a:spcBef>
                <a:spcPts val="0"/>
              </a:spcBef>
              <a:spcAft>
                <a:spcPts val="0"/>
              </a:spcAft>
              <a:buSzPts val="1800"/>
              <a:buNone/>
              <a:defRPr sz="1800"/>
            </a:lvl4pPr>
            <a:lvl5pPr lvl="4" rtl="0" algn="r">
              <a:spcBef>
                <a:spcPts val="0"/>
              </a:spcBef>
              <a:spcAft>
                <a:spcPts val="0"/>
              </a:spcAft>
              <a:buSzPts val="1800"/>
              <a:buNone/>
              <a:defRPr sz="1800"/>
            </a:lvl5pPr>
            <a:lvl6pPr lvl="5" rtl="0" algn="r">
              <a:spcBef>
                <a:spcPts val="0"/>
              </a:spcBef>
              <a:spcAft>
                <a:spcPts val="0"/>
              </a:spcAft>
              <a:buSzPts val="1800"/>
              <a:buNone/>
              <a:defRPr sz="1800"/>
            </a:lvl6pPr>
            <a:lvl7pPr lvl="6" rtl="0" algn="r">
              <a:spcBef>
                <a:spcPts val="0"/>
              </a:spcBef>
              <a:spcAft>
                <a:spcPts val="0"/>
              </a:spcAft>
              <a:buSzPts val="1800"/>
              <a:buNone/>
              <a:defRPr sz="1800"/>
            </a:lvl7pPr>
            <a:lvl8pPr lvl="7" rtl="0" algn="r">
              <a:spcBef>
                <a:spcPts val="0"/>
              </a:spcBef>
              <a:spcAft>
                <a:spcPts val="0"/>
              </a:spcAft>
              <a:buSzPts val="1800"/>
              <a:buNone/>
              <a:defRPr sz="1800"/>
            </a:lvl8pPr>
            <a:lvl9pPr lvl="8" rtl="0" algn="r">
              <a:spcBef>
                <a:spcPts val="0"/>
              </a:spcBef>
              <a:spcAft>
                <a:spcPts val="0"/>
              </a:spcAft>
              <a:buSzPts val="1800"/>
              <a:buNone/>
              <a:defRPr sz="1800"/>
            </a:lvl9pPr>
          </a:lstStyle>
          <a:p>
            <a:r>
              <a:t>xx%</a:t>
            </a:r>
          </a:p>
        </p:txBody>
      </p:sp>
      <p:sp>
        <p:nvSpPr>
          <p:cNvPr id="139" name="Google Shape;139;p5"/>
          <p:cNvSpPr txBox="1"/>
          <p:nvPr>
            <p:ph idx="8" type="subTitle"/>
          </p:nvPr>
        </p:nvSpPr>
        <p:spPr>
          <a:xfrm>
            <a:off x="3280813" y="3594175"/>
            <a:ext cx="43434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Font typeface="Barlow Condensed Medium"/>
              <a:buNone/>
              <a:defRPr>
                <a:latin typeface="Barlow Condensed Medium"/>
                <a:ea typeface="Barlow Condensed Medium"/>
                <a:cs typeface="Barlow Condensed Medium"/>
                <a:sym typeface="Barlow Condensed Mediu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grpSp>
        <p:nvGrpSpPr>
          <p:cNvPr id="140" name="Google Shape;140;p5"/>
          <p:cNvGrpSpPr/>
          <p:nvPr/>
        </p:nvGrpSpPr>
        <p:grpSpPr>
          <a:xfrm flipH="1" rot="5400000">
            <a:off x="7613820" y="3611830"/>
            <a:ext cx="877851" cy="2209091"/>
            <a:chOff x="-26858" y="-227337"/>
            <a:chExt cx="1093215" cy="2757917"/>
          </a:xfrm>
        </p:grpSpPr>
        <p:sp>
          <p:nvSpPr>
            <p:cNvPr id="141" name="Google Shape;141;p5"/>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3" name="Shape 163"/>
        <p:cNvGrpSpPr/>
        <p:nvPr/>
      </p:nvGrpSpPr>
      <p:grpSpPr>
        <a:xfrm>
          <a:off x="0" y="0"/>
          <a:ext cx="0" cy="0"/>
          <a:chOff x="0" y="0"/>
          <a:chExt cx="0" cy="0"/>
        </a:xfrm>
      </p:grpSpPr>
      <p:sp>
        <p:nvSpPr>
          <p:cNvPr id="164" name="Google Shape;164;p6"/>
          <p:cNvSpPr txBox="1"/>
          <p:nvPr>
            <p:ph type="ctrTitle"/>
          </p:nvPr>
        </p:nvSpPr>
        <p:spPr>
          <a:xfrm>
            <a:off x="4572001" y="468450"/>
            <a:ext cx="37899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lvl1pPr>
            <a:lvl2pPr lvl="1" rtl="0" algn="r">
              <a:spcBef>
                <a:spcPts val="0"/>
              </a:spcBef>
              <a:spcAft>
                <a:spcPts val="0"/>
              </a:spcAft>
              <a:buSzPts val="1600"/>
              <a:buNone/>
              <a:defRPr sz="1600"/>
            </a:lvl2pPr>
            <a:lvl3pPr lvl="2" rtl="0" algn="r">
              <a:spcBef>
                <a:spcPts val="0"/>
              </a:spcBef>
              <a:spcAft>
                <a:spcPts val="0"/>
              </a:spcAft>
              <a:buSzPts val="1600"/>
              <a:buNone/>
              <a:defRPr sz="1600"/>
            </a:lvl3pPr>
            <a:lvl4pPr lvl="3" rtl="0" algn="r">
              <a:spcBef>
                <a:spcPts val="0"/>
              </a:spcBef>
              <a:spcAft>
                <a:spcPts val="0"/>
              </a:spcAft>
              <a:buSzPts val="1600"/>
              <a:buNone/>
              <a:defRPr sz="1600"/>
            </a:lvl4pPr>
            <a:lvl5pPr lvl="4" rtl="0" algn="r">
              <a:spcBef>
                <a:spcPts val="0"/>
              </a:spcBef>
              <a:spcAft>
                <a:spcPts val="0"/>
              </a:spcAft>
              <a:buSzPts val="1600"/>
              <a:buNone/>
              <a:defRPr sz="1600"/>
            </a:lvl5pPr>
            <a:lvl6pPr lvl="5" rtl="0" algn="r">
              <a:spcBef>
                <a:spcPts val="0"/>
              </a:spcBef>
              <a:spcAft>
                <a:spcPts val="0"/>
              </a:spcAft>
              <a:buSzPts val="1600"/>
              <a:buNone/>
              <a:defRPr sz="1600"/>
            </a:lvl6pPr>
            <a:lvl7pPr lvl="6" rtl="0" algn="r">
              <a:spcBef>
                <a:spcPts val="0"/>
              </a:spcBef>
              <a:spcAft>
                <a:spcPts val="0"/>
              </a:spcAft>
              <a:buSzPts val="1600"/>
              <a:buNone/>
              <a:defRPr sz="1600"/>
            </a:lvl7pPr>
            <a:lvl8pPr lvl="7" rtl="0" algn="r">
              <a:spcBef>
                <a:spcPts val="0"/>
              </a:spcBef>
              <a:spcAft>
                <a:spcPts val="0"/>
              </a:spcAft>
              <a:buSzPts val="1600"/>
              <a:buNone/>
              <a:defRPr sz="1600"/>
            </a:lvl8pPr>
            <a:lvl9pPr lvl="8" rtl="0" algn="r">
              <a:spcBef>
                <a:spcPts val="0"/>
              </a:spcBef>
              <a:spcAft>
                <a:spcPts val="0"/>
              </a:spcAft>
              <a:buSzPts val="1600"/>
              <a:buNone/>
              <a:defRPr sz="1600"/>
            </a:lvl9pPr>
          </a:lstStyle>
          <a:p/>
        </p:txBody>
      </p:sp>
      <p:cxnSp>
        <p:nvCxnSpPr>
          <p:cNvPr id="165" name="Google Shape;165;p6"/>
          <p:cNvCxnSpPr/>
          <p:nvPr/>
        </p:nvCxnSpPr>
        <p:spPr>
          <a:xfrm>
            <a:off x="8634675" y="-1604650"/>
            <a:ext cx="0" cy="2664900"/>
          </a:xfrm>
          <a:prstGeom prst="straightConnector1">
            <a:avLst/>
          </a:prstGeom>
          <a:noFill/>
          <a:ln cap="flat" cmpd="sng" w="28575">
            <a:solidFill>
              <a:schemeClr val="accent4"/>
            </a:solidFill>
            <a:prstDash val="solid"/>
            <a:round/>
            <a:headEnd len="med" w="med" type="none"/>
            <a:tailEnd len="med" w="med" type="none"/>
          </a:ln>
        </p:spPr>
      </p:cxnSp>
      <p:grpSp>
        <p:nvGrpSpPr>
          <p:cNvPr id="166" name="Google Shape;166;p6"/>
          <p:cNvGrpSpPr/>
          <p:nvPr/>
        </p:nvGrpSpPr>
        <p:grpSpPr>
          <a:xfrm rot="-5400000">
            <a:off x="665620" y="3611830"/>
            <a:ext cx="877851" cy="2209091"/>
            <a:chOff x="-26858" y="-227337"/>
            <a:chExt cx="1093215" cy="2757917"/>
          </a:xfrm>
        </p:grpSpPr>
        <p:sp>
          <p:nvSpPr>
            <p:cNvPr id="167" name="Google Shape;167;p6"/>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9" name="Shape 189"/>
        <p:cNvGrpSpPr/>
        <p:nvPr/>
      </p:nvGrpSpPr>
      <p:grpSpPr>
        <a:xfrm>
          <a:off x="0" y="0"/>
          <a:ext cx="0" cy="0"/>
          <a:chOff x="0" y="0"/>
          <a:chExt cx="0" cy="0"/>
        </a:xfrm>
      </p:grpSpPr>
      <p:sp>
        <p:nvSpPr>
          <p:cNvPr id="190" name="Google Shape;190;p7"/>
          <p:cNvSpPr txBox="1"/>
          <p:nvPr>
            <p:ph type="title"/>
          </p:nvPr>
        </p:nvSpPr>
        <p:spPr>
          <a:xfrm>
            <a:off x="5355638" y="1441125"/>
            <a:ext cx="2944500" cy="986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91" name="Google Shape;191;p7"/>
          <p:cNvSpPr txBox="1"/>
          <p:nvPr>
            <p:ph idx="1" type="subTitle"/>
          </p:nvPr>
        </p:nvSpPr>
        <p:spPr>
          <a:xfrm>
            <a:off x="5355638" y="2577675"/>
            <a:ext cx="2944500" cy="1124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cxnSp>
        <p:nvCxnSpPr>
          <p:cNvPr id="192" name="Google Shape;192;p7"/>
          <p:cNvCxnSpPr/>
          <p:nvPr/>
        </p:nvCxnSpPr>
        <p:spPr>
          <a:xfrm>
            <a:off x="5360975" y="2502600"/>
            <a:ext cx="3783000" cy="0"/>
          </a:xfrm>
          <a:prstGeom prst="straightConnector1">
            <a:avLst/>
          </a:prstGeom>
          <a:noFill/>
          <a:ln cap="flat" cmpd="sng" w="28575">
            <a:solidFill>
              <a:schemeClr val="accent4"/>
            </a:solidFill>
            <a:prstDash val="solid"/>
            <a:round/>
            <a:headEnd len="med" w="med" type="none"/>
            <a:tailEnd len="med" w="med" type="none"/>
          </a:ln>
        </p:spPr>
      </p:cxnSp>
      <p:grpSp>
        <p:nvGrpSpPr>
          <p:cNvPr id="193" name="Google Shape;193;p7"/>
          <p:cNvGrpSpPr/>
          <p:nvPr/>
        </p:nvGrpSpPr>
        <p:grpSpPr>
          <a:xfrm flipH="1" rot="5400000">
            <a:off x="7613820" y="3611830"/>
            <a:ext cx="877851" cy="2209091"/>
            <a:chOff x="-26858" y="-227337"/>
            <a:chExt cx="1093215" cy="2757917"/>
          </a:xfrm>
        </p:grpSpPr>
        <p:sp>
          <p:nvSpPr>
            <p:cNvPr id="194" name="Google Shape;194;p7"/>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16" name="Shape 216"/>
        <p:cNvGrpSpPr/>
        <p:nvPr/>
      </p:nvGrpSpPr>
      <p:grpSpPr>
        <a:xfrm>
          <a:off x="0" y="0"/>
          <a:ext cx="0" cy="0"/>
          <a:chOff x="0" y="0"/>
          <a:chExt cx="0" cy="0"/>
        </a:xfrm>
      </p:grpSpPr>
      <p:sp>
        <p:nvSpPr>
          <p:cNvPr id="217" name="Google Shape;217;p8"/>
          <p:cNvSpPr txBox="1"/>
          <p:nvPr>
            <p:ph type="title"/>
          </p:nvPr>
        </p:nvSpPr>
        <p:spPr>
          <a:xfrm>
            <a:off x="1869525" y="1705650"/>
            <a:ext cx="5405100" cy="1732200"/>
          </a:xfrm>
          <a:prstGeom prst="rect">
            <a:avLst/>
          </a:prstGeom>
        </p:spPr>
        <p:txBody>
          <a:bodyPr anchorCtr="0" anchor="ctr" bIns="91425" lIns="91425" spcFirstLastPara="1" rIns="91425" wrap="square" tIns="91425">
            <a:noAutofit/>
          </a:bodyPr>
          <a:lstStyle>
            <a:lvl1pPr lvl="0" algn="ctr">
              <a:spcBef>
                <a:spcPts val="0"/>
              </a:spcBef>
              <a:spcAft>
                <a:spcPts val="0"/>
              </a:spcAft>
              <a:buSzPts val="72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18" name="Google Shape;218;p8"/>
          <p:cNvGrpSpPr/>
          <p:nvPr/>
        </p:nvGrpSpPr>
        <p:grpSpPr>
          <a:xfrm>
            <a:off x="7099200" y="2933725"/>
            <a:ext cx="2044793" cy="2209776"/>
            <a:chOff x="1384075" y="241450"/>
            <a:chExt cx="4822625" cy="5215425"/>
          </a:xfrm>
        </p:grpSpPr>
        <p:sp>
          <p:nvSpPr>
            <p:cNvPr id="219" name="Google Shape;219;p8"/>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4827375" y="1479000"/>
              <a:ext cx="691350" cy="795600"/>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4827375" y="1875125"/>
              <a:ext cx="691350" cy="1195050"/>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5518700" y="2274575"/>
              <a:ext cx="688000" cy="795600"/>
            </a:xfrm>
            <a:custGeom>
              <a:rect b="b" l="l" r="r" t="t"/>
              <a:pathLst>
                <a:path extrusionOk="0" h="31824" w="27520">
                  <a:moveTo>
                    <a:pt x="0" y="0"/>
                  </a:moveTo>
                  <a:lnTo>
                    <a:pt x="0" y="31823"/>
                  </a:lnTo>
                  <a:lnTo>
                    <a:pt x="27520" y="15978"/>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4827375" y="3865700"/>
              <a:ext cx="691350" cy="1195050"/>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4830700" y="4661275"/>
              <a:ext cx="688025" cy="795600"/>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5518700" y="3865700"/>
              <a:ext cx="688000" cy="795600"/>
            </a:xfrm>
            <a:custGeom>
              <a:rect b="b" l="l" r="r" t="t"/>
              <a:pathLst>
                <a:path extrusionOk="0" h="31824" w="27520">
                  <a:moveTo>
                    <a:pt x="0" y="1"/>
                  </a:moveTo>
                  <a:lnTo>
                    <a:pt x="0" y="31824"/>
                  </a:lnTo>
                  <a:lnTo>
                    <a:pt x="27520"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4139375" y="2670675"/>
              <a:ext cx="688025" cy="798950"/>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4139375" y="3070150"/>
              <a:ext cx="688025" cy="795575"/>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3451375" y="3070150"/>
              <a:ext cx="688025" cy="795575"/>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3451375" y="1479000"/>
              <a:ext cx="688025" cy="795600"/>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3448050" y="1878450"/>
              <a:ext cx="694675" cy="1191725"/>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4139375" y="1878450"/>
              <a:ext cx="688025" cy="1191725"/>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4382875" y="241450"/>
              <a:ext cx="201000" cy="22935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4139375" y="682600"/>
              <a:ext cx="688025" cy="79642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3451375" y="4661275"/>
              <a:ext cx="1376025" cy="795600"/>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4139375" y="3865700"/>
              <a:ext cx="688025" cy="1195050"/>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4139375" y="3469600"/>
              <a:ext cx="688025" cy="795575"/>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3451375" y="3469600"/>
              <a:ext cx="688025" cy="795575"/>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3451375" y="2670675"/>
              <a:ext cx="1376025" cy="1195050"/>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2760050" y="2670675"/>
              <a:ext cx="691350" cy="798950"/>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2760050" y="3070150"/>
              <a:ext cx="691350" cy="795575"/>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2072075" y="1479000"/>
              <a:ext cx="688000" cy="795600"/>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1967825" y="2486400"/>
              <a:ext cx="322750" cy="371950"/>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2065400" y="1412275"/>
              <a:ext cx="218500" cy="254375"/>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2760050" y="1878450"/>
              <a:ext cx="691350" cy="1191725"/>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2760050" y="1479000"/>
              <a:ext cx="691350" cy="795600"/>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8"/>
            <p:cNvSpPr/>
            <p:nvPr/>
          </p:nvSpPr>
          <p:spPr>
            <a:xfrm>
              <a:off x="2072075" y="3865700"/>
              <a:ext cx="688000" cy="795600"/>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1384075" y="4661275"/>
              <a:ext cx="688025" cy="795600"/>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2760050" y="3865700"/>
              <a:ext cx="691350" cy="1591175"/>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2760050" y="3469600"/>
              <a:ext cx="691350" cy="795575"/>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3448050" y="3469600"/>
              <a:ext cx="691350" cy="159115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2760050" y="2670675"/>
              <a:ext cx="1379350" cy="1195050"/>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8"/>
          <p:cNvGrpSpPr/>
          <p:nvPr/>
        </p:nvGrpSpPr>
        <p:grpSpPr>
          <a:xfrm>
            <a:off x="-76200" y="-76200"/>
            <a:ext cx="2286103" cy="2895537"/>
            <a:chOff x="-26858" y="-227337"/>
            <a:chExt cx="2186403" cy="2757917"/>
          </a:xfrm>
        </p:grpSpPr>
        <p:sp>
          <p:nvSpPr>
            <p:cNvPr id="264" name="Google Shape;264;p8"/>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8"/>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8"/>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4" name="Shape 304"/>
        <p:cNvGrpSpPr/>
        <p:nvPr/>
      </p:nvGrpSpPr>
      <p:grpSpPr>
        <a:xfrm>
          <a:off x="0" y="0"/>
          <a:ext cx="0" cy="0"/>
          <a:chOff x="0" y="0"/>
          <a:chExt cx="0" cy="0"/>
        </a:xfrm>
      </p:grpSpPr>
      <p:sp>
        <p:nvSpPr>
          <p:cNvPr id="305" name="Google Shape;305;p9"/>
          <p:cNvSpPr txBox="1"/>
          <p:nvPr>
            <p:ph type="title"/>
          </p:nvPr>
        </p:nvSpPr>
        <p:spPr>
          <a:xfrm>
            <a:off x="713225" y="978238"/>
            <a:ext cx="3147300" cy="22911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306" name="Google Shape;306;p9"/>
          <p:cNvSpPr txBox="1"/>
          <p:nvPr>
            <p:ph idx="1" type="subTitle"/>
          </p:nvPr>
        </p:nvSpPr>
        <p:spPr>
          <a:xfrm>
            <a:off x="713225" y="3357063"/>
            <a:ext cx="3147300" cy="80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1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307" name="Google Shape;307;p9"/>
          <p:cNvGrpSpPr/>
          <p:nvPr/>
        </p:nvGrpSpPr>
        <p:grpSpPr>
          <a:xfrm flipH="1">
            <a:off x="4743766" y="-1156952"/>
            <a:ext cx="4451259" cy="6129060"/>
            <a:chOff x="-37799" y="-227337"/>
            <a:chExt cx="1833529" cy="2524637"/>
          </a:xfrm>
        </p:grpSpPr>
        <p:sp>
          <p:nvSpPr>
            <p:cNvPr id="308" name="Google Shape;308;p9"/>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9"/>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9"/>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9"/>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p:nvPr/>
          </p:nvSpPr>
          <p:spPr>
            <a:xfrm rot="10800000">
              <a:off x="-37799" y="811313"/>
              <a:ext cx="381833" cy="44126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9"/>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9"/>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9"/>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9"/>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9"/>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43" name="Shape 343"/>
        <p:cNvGrpSpPr/>
        <p:nvPr/>
      </p:nvGrpSpPr>
      <p:grpSpPr>
        <a:xfrm>
          <a:off x="0" y="0"/>
          <a:ext cx="0" cy="0"/>
          <a:chOff x="0" y="0"/>
          <a:chExt cx="0" cy="0"/>
        </a:xfrm>
      </p:grpSpPr>
      <p:grpSp>
        <p:nvGrpSpPr>
          <p:cNvPr id="344" name="Google Shape;344;p10"/>
          <p:cNvGrpSpPr/>
          <p:nvPr/>
        </p:nvGrpSpPr>
        <p:grpSpPr>
          <a:xfrm>
            <a:off x="-6570" y="518767"/>
            <a:ext cx="2604982" cy="2256975"/>
            <a:chOff x="-8580" y="487809"/>
            <a:chExt cx="2894424" cy="2507193"/>
          </a:xfrm>
        </p:grpSpPr>
        <p:sp>
          <p:nvSpPr>
            <p:cNvPr id="345" name="Google Shape;345;p10"/>
            <p:cNvSpPr/>
            <p:nvPr/>
          </p:nvSpPr>
          <p:spPr>
            <a:xfrm rot="10800000">
              <a:off x="-8580" y="2159250"/>
              <a:ext cx="726263" cy="835752"/>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0"/>
            <p:cNvSpPr/>
            <p:nvPr/>
          </p:nvSpPr>
          <p:spPr>
            <a:xfrm rot="10800000">
              <a:off x="-8580" y="903907"/>
              <a:ext cx="726263" cy="1255400"/>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0"/>
            <p:cNvSpPr/>
            <p:nvPr/>
          </p:nvSpPr>
          <p:spPr>
            <a:xfrm rot="10800000">
              <a:off x="-8580" y="487809"/>
              <a:ext cx="722770" cy="835778"/>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0"/>
            <p:cNvSpPr/>
            <p:nvPr/>
          </p:nvSpPr>
          <p:spPr>
            <a:xfrm rot="10800000">
              <a:off x="-8580" y="1739643"/>
              <a:ext cx="726263" cy="835752"/>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0"/>
            <p:cNvSpPr/>
            <p:nvPr/>
          </p:nvSpPr>
          <p:spPr>
            <a:xfrm rot="10800000">
              <a:off x="-8580" y="2159250"/>
              <a:ext cx="726263" cy="835752"/>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0"/>
            <p:cNvSpPr/>
            <p:nvPr/>
          </p:nvSpPr>
          <p:spPr>
            <a:xfrm rot="10800000">
              <a:off x="717603" y="487809"/>
              <a:ext cx="1445514" cy="835778"/>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0"/>
            <p:cNvSpPr/>
            <p:nvPr/>
          </p:nvSpPr>
          <p:spPr>
            <a:xfrm rot="10800000">
              <a:off x="717630" y="903907"/>
              <a:ext cx="722770" cy="1255400"/>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0"/>
            <p:cNvSpPr/>
            <p:nvPr/>
          </p:nvSpPr>
          <p:spPr>
            <a:xfrm rot="10800000">
              <a:off x="717630" y="1739643"/>
              <a:ext cx="722770" cy="835752"/>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0"/>
            <p:cNvSpPr/>
            <p:nvPr/>
          </p:nvSpPr>
          <p:spPr>
            <a:xfrm rot="10800000">
              <a:off x="-8580" y="1739643"/>
              <a:ext cx="726263" cy="835752"/>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0"/>
            <p:cNvSpPr/>
            <p:nvPr/>
          </p:nvSpPr>
          <p:spPr>
            <a:xfrm rot="10800000">
              <a:off x="2163100" y="903904"/>
              <a:ext cx="722744" cy="835778"/>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0"/>
            <p:cNvSpPr/>
            <p:nvPr/>
          </p:nvSpPr>
          <p:spPr>
            <a:xfrm flipH="1" rot="10800000">
              <a:off x="1442105" y="903907"/>
              <a:ext cx="722770" cy="1255400"/>
            </a:xfrm>
            <a:custGeom>
              <a:rect b="b" l="l" r="r" t="t"/>
              <a:pathLst>
                <a:path extrusionOk="0" h="47802" w="27521">
                  <a:moveTo>
                    <a:pt x="1" y="1"/>
                  </a:moveTo>
                  <a:lnTo>
                    <a:pt x="1" y="31824"/>
                  </a:lnTo>
                  <a:lnTo>
                    <a:pt x="27520" y="47802"/>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 name="Google Shape;356;p10"/>
          <p:cNvSpPr/>
          <p:nvPr/>
        </p:nvSpPr>
        <p:spPr>
          <a:xfrm flipH="1">
            <a:off x="-1017193" y="881512"/>
            <a:ext cx="4269126" cy="4942773"/>
          </a:xfrm>
          <a:custGeom>
            <a:rect b="b" l="l" r="r" t="t"/>
            <a:pathLst>
              <a:path extrusionOk="0" h="31857" w="27521">
                <a:moveTo>
                  <a:pt x="1" y="0"/>
                </a:moveTo>
                <a:lnTo>
                  <a:pt x="1" y="31857"/>
                </a:lnTo>
                <a:lnTo>
                  <a:pt x="27520" y="15845"/>
                </a:lnTo>
                <a:lnTo>
                  <a:pt x="1" y="0"/>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0"/>
          <p:cNvSpPr txBox="1"/>
          <p:nvPr>
            <p:ph type="title"/>
          </p:nvPr>
        </p:nvSpPr>
        <p:spPr>
          <a:xfrm>
            <a:off x="713225" y="2321675"/>
            <a:ext cx="2230800" cy="2286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200"/>
              <a:buNone/>
              <a:defRPr sz="4000"/>
            </a:lvl1pPr>
            <a:lvl2pPr lvl="1" rtl="0" algn="r">
              <a:spcBef>
                <a:spcPts val="0"/>
              </a:spcBef>
              <a:spcAft>
                <a:spcPts val="0"/>
              </a:spcAft>
              <a:buSzPts val="4200"/>
              <a:buNone/>
              <a:defRPr sz="4200"/>
            </a:lvl2pPr>
            <a:lvl3pPr lvl="2" rtl="0" algn="r">
              <a:spcBef>
                <a:spcPts val="0"/>
              </a:spcBef>
              <a:spcAft>
                <a:spcPts val="0"/>
              </a:spcAft>
              <a:buSzPts val="4200"/>
              <a:buNone/>
              <a:defRPr sz="4200"/>
            </a:lvl3pPr>
            <a:lvl4pPr lvl="3" rtl="0" algn="r">
              <a:spcBef>
                <a:spcPts val="0"/>
              </a:spcBef>
              <a:spcAft>
                <a:spcPts val="0"/>
              </a:spcAft>
              <a:buSzPts val="4200"/>
              <a:buNone/>
              <a:defRPr sz="4200"/>
            </a:lvl4pPr>
            <a:lvl5pPr lvl="4" rtl="0" algn="r">
              <a:spcBef>
                <a:spcPts val="0"/>
              </a:spcBef>
              <a:spcAft>
                <a:spcPts val="0"/>
              </a:spcAft>
              <a:buSzPts val="4200"/>
              <a:buNone/>
              <a:defRPr sz="4200"/>
            </a:lvl5pPr>
            <a:lvl6pPr lvl="5" rtl="0" algn="r">
              <a:spcBef>
                <a:spcPts val="0"/>
              </a:spcBef>
              <a:spcAft>
                <a:spcPts val="0"/>
              </a:spcAft>
              <a:buSzPts val="4200"/>
              <a:buNone/>
              <a:defRPr sz="4200"/>
            </a:lvl6pPr>
            <a:lvl7pPr lvl="6" rtl="0" algn="r">
              <a:spcBef>
                <a:spcPts val="0"/>
              </a:spcBef>
              <a:spcAft>
                <a:spcPts val="0"/>
              </a:spcAft>
              <a:buSzPts val="4200"/>
              <a:buNone/>
              <a:defRPr sz="4200"/>
            </a:lvl7pPr>
            <a:lvl8pPr lvl="7" rtl="0" algn="r">
              <a:spcBef>
                <a:spcPts val="0"/>
              </a:spcBef>
              <a:spcAft>
                <a:spcPts val="0"/>
              </a:spcAft>
              <a:buSzPts val="4200"/>
              <a:buNone/>
              <a:defRPr sz="4200"/>
            </a:lvl8pPr>
            <a:lvl9pPr lvl="8" rtl="0" algn="r">
              <a:spcBef>
                <a:spcPts val="0"/>
              </a:spcBef>
              <a:spcAft>
                <a:spcPts val="0"/>
              </a:spcAft>
              <a:buSzPts val="4200"/>
              <a:buNone/>
              <a:defRPr sz="4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58" name="Shape 358"/>
        <p:cNvGrpSpPr/>
        <p:nvPr/>
      </p:nvGrpSpPr>
      <p:grpSpPr>
        <a:xfrm>
          <a:off x="0" y="0"/>
          <a:ext cx="0" cy="0"/>
          <a:chOff x="0" y="0"/>
          <a:chExt cx="0" cy="0"/>
        </a:xfrm>
      </p:grpSpPr>
      <p:sp>
        <p:nvSpPr>
          <p:cNvPr id="359" name="Google Shape;359;p11"/>
          <p:cNvSpPr txBox="1"/>
          <p:nvPr>
            <p:ph hasCustomPrompt="1" type="title"/>
          </p:nvPr>
        </p:nvSpPr>
        <p:spPr>
          <a:xfrm>
            <a:off x="713225" y="2012563"/>
            <a:ext cx="7717500" cy="9129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11"/>
          <p:cNvSpPr txBox="1"/>
          <p:nvPr>
            <p:ph idx="1" type="subTitle"/>
          </p:nvPr>
        </p:nvSpPr>
        <p:spPr>
          <a:xfrm>
            <a:off x="713225" y="2856738"/>
            <a:ext cx="7717500" cy="2742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grpSp>
        <p:nvGrpSpPr>
          <p:cNvPr id="361" name="Google Shape;361;p11"/>
          <p:cNvGrpSpPr/>
          <p:nvPr/>
        </p:nvGrpSpPr>
        <p:grpSpPr>
          <a:xfrm rot="-5400000">
            <a:off x="665620" y="3611830"/>
            <a:ext cx="877851" cy="2209091"/>
            <a:chOff x="-26858" y="-227337"/>
            <a:chExt cx="1093215" cy="2757917"/>
          </a:xfrm>
        </p:grpSpPr>
        <p:sp>
          <p:nvSpPr>
            <p:cNvPr id="362" name="Google Shape;362;p11"/>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1"/>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1"/>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1"/>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1"/>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1"/>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1"/>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1"/>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1"/>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1"/>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1"/>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 name="Google Shape;384;p11"/>
          <p:cNvGrpSpPr/>
          <p:nvPr/>
        </p:nvGrpSpPr>
        <p:grpSpPr>
          <a:xfrm rot="5400000">
            <a:off x="7648034" y="-312722"/>
            <a:ext cx="1209907" cy="1782035"/>
            <a:chOff x="700771" y="-227337"/>
            <a:chExt cx="1458774" cy="2138784"/>
          </a:xfrm>
        </p:grpSpPr>
        <p:sp>
          <p:nvSpPr>
            <p:cNvPr id="385" name="Google Shape;385;p11"/>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1"/>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1"/>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1"/>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1"/>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1"/>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1"/>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1"/>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1"/>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1"/>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1"/>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1"/>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1"/>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1"/>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1"/>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1"/>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1"/>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1"/>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04" name="Shape 40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
    <p:spTree>
      <p:nvGrpSpPr>
        <p:cNvPr id="405" name="Shape 405"/>
        <p:cNvGrpSpPr/>
        <p:nvPr/>
      </p:nvGrpSpPr>
      <p:grpSpPr>
        <a:xfrm>
          <a:off x="0" y="0"/>
          <a:ext cx="0" cy="0"/>
          <a:chOff x="0" y="0"/>
          <a:chExt cx="0" cy="0"/>
        </a:xfrm>
      </p:grpSpPr>
      <p:sp>
        <p:nvSpPr>
          <p:cNvPr id="406" name="Google Shape;406;p13"/>
          <p:cNvSpPr txBox="1"/>
          <p:nvPr>
            <p:ph type="ctrTitle"/>
          </p:nvPr>
        </p:nvSpPr>
        <p:spPr>
          <a:xfrm flipH="1">
            <a:off x="770700" y="468450"/>
            <a:ext cx="38013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407" name="Google Shape;407;p13"/>
          <p:cNvCxnSpPr/>
          <p:nvPr/>
        </p:nvCxnSpPr>
        <p:spPr>
          <a:xfrm>
            <a:off x="498025" y="-63925"/>
            <a:ext cx="0" cy="1124100"/>
          </a:xfrm>
          <a:prstGeom prst="straightConnector1">
            <a:avLst/>
          </a:prstGeom>
          <a:noFill/>
          <a:ln cap="flat" cmpd="sng" w="28575">
            <a:solidFill>
              <a:schemeClr val="lt2"/>
            </a:solidFill>
            <a:prstDash val="solid"/>
            <a:round/>
            <a:headEnd len="med" w="med" type="none"/>
            <a:tailEnd len="med" w="med" type="none"/>
          </a:ln>
        </p:spPr>
      </p:cxnSp>
      <p:grpSp>
        <p:nvGrpSpPr>
          <p:cNvPr id="408" name="Google Shape;408;p13"/>
          <p:cNvGrpSpPr/>
          <p:nvPr/>
        </p:nvGrpSpPr>
        <p:grpSpPr>
          <a:xfrm flipH="1" rot="5400000">
            <a:off x="7613820" y="3611830"/>
            <a:ext cx="877851" cy="2209091"/>
            <a:chOff x="-26858" y="-227337"/>
            <a:chExt cx="1093215" cy="2757917"/>
          </a:xfrm>
        </p:grpSpPr>
        <p:sp>
          <p:nvSpPr>
            <p:cNvPr id="409" name="Google Shape;409;p13"/>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3"/>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3"/>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3"/>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3"/>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3"/>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3"/>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3"/>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3"/>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3"/>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3"/>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3"/>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3"/>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3"/>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3"/>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431" name="Shape 431"/>
        <p:cNvGrpSpPr/>
        <p:nvPr/>
      </p:nvGrpSpPr>
      <p:grpSpPr>
        <a:xfrm>
          <a:off x="0" y="0"/>
          <a:ext cx="0" cy="0"/>
          <a:chOff x="0" y="0"/>
          <a:chExt cx="0" cy="0"/>
        </a:xfrm>
      </p:grpSpPr>
      <p:sp>
        <p:nvSpPr>
          <p:cNvPr id="432" name="Google Shape;432;p14"/>
          <p:cNvSpPr txBox="1"/>
          <p:nvPr>
            <p:ph type="ctrTitle"/>
          </p:nvPr>
        </p:nvSpPr>
        <p:spPr>
          <a:xfrm>
            <a:off x="4155425" y="1966900"/>
            <a:ext cx="42753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Font typeface="Barlow Condensed"/>
              <a:buNone/>
              <a:defRPr sz="3600">
                <a:latin typeface="Barlow Condensed"/>
                <a:ea typeface="Barlow Condensed"/>
                <a:cs typeface="Barlow Condensed"/>
                <a:sym typeface="Barlow Condensed"/>
              </a:defRPr>
            </a:lvl1pPr>
            <a:lvl2pPr lvl="1"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p:txBody>
      </p:sp>
      <p:sp>
        <p:nvSpPr>
          <p:cNvPr id="433" name="Google Shape;433;p14"/>
          <p:cNvSpPr txBox="1"/>
          <p:nvPr>
            <p:ph hasCustomPrompt="1" idx="2" type="title"/>
          </p:nvPr>
        </p:nvSpPr>
        <p:spPr>
          <a:xfrm>
            <a:off x="2319727" y="1966888"/>
            <a:ext cx="1460700" cy="5778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600"/>
              <a:buNone/>
              <a:defRPr sz="3600"/>
            </a:lvl1pPr>
            <a:lvl2pPr lvl="1"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34" name="Google Shape;434;p14"/>
          <p:cNvSpPr txBox="1"/>
          <p:nvPr>
            <p:ph idx="3" type="ctrTitle"/>
          </p:nvPr>
        </p:nvSpPr>
        <p:spPr>
          <a:xfrm>
            <a:off x="4155425" y="2632150"/>
            <a:ext cx="42753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Font typeface="Barlow Condensed"/>
              <a:buNone/>
              <a:defRPr sz="3600">
                <a:latin typeface="Barlow Condensed"/>
                <a:ea typeface="Barlow Condensed"/>
                <a:cs typeface="Barlow Condensed"/>
                <a:sym typeface="Barlow Condensed"/>
              </a:defRPr>
            </a:lvl1pPr>
            <a:lvl2pPr lvl="1"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p:txBody>
      </p:sp>
      <p:sp>
        <p:nvSpPr>
          <p:cNvPr id="435" name="Google Shape;435;p14"/>
          <p:cNvSpPr txBox="1"/>
          <p:nvPr>
            <p:ph hasCustomPrompt="1" idx="4" type="title"/>
          </p:nvPr>
        </p:nvSpPr>
        <p:spPr>
          <a:xfrm>
            <a:off x="2319727" y="2632138"/>
            <a:ext cx="1460700" cy="5778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600"/>
              <a:buNone/>
              <a:defRPr sz="3600"/>
            </a:lvl1pPr>
            <a:lvl2pPr lvl="1"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36" name="Google Shape;436;p14"/>
          <p:cNvSpPr txBox="1"/>
          <p:nvPr>
            <p:ph idx="5" type="ctrTitle"/>
          </p:nvPr>
        </p:nvSpPr>
        <p:spPr>
          <a:xfrm>
            <a:off x="4155425" y="3297400"/>
            <a:ext cx="42753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Font typeface="Barlow Condensed"/>
              <a:buNone/>
              <a:defRPr sz="3600">
                <a:latin typeface="Barlow Condensed"/>
                <a:ea typeface="Barlow Condensed"/>
                <a:cs typeface="Barlow Condensed"/>
                <a:sym typeface="Barlow Condensed"/>
              </a:defRPr>
            </a:lvl1pPr>
            <a:lvl2pPr lvl="1"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p:txBody>
      </p:sp>
      <p:sp>
        <p:nvSpPr>
          <p:cNvPr id="437" name="Google Shape;437;p14"/>
          <p:cNvSpPr txBox="1"/>
          <p:nvPr>
            <p:ph hasCustomPrompt="1" idx="6" type="title"/>
          </p:nvPr>
        </p:nvSpPr>
        <p:spPr>
          <a:xfrm>
            <a:off x="2319727" y="3297388"/>
            <a:ext cx="1460700" cy="5778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600"/>
              <a:buNone/>
              <a:defRPr sz="3600"/>
            </a:lvl1pPr>
            <a:lvl2pPr lvl="1"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38" name="Google Shape;438;p14"/>
          <p:cNvSpPr txBox="1"/>
          <p:nvPr>
            <p:ph idx="7" type="ctrTitle"/>
          </p:nvPr>
        </p:nvSpPr>
        <p:spPr>
          <a:xfrm>
            <a:off x="4155425" y="3962650"/>
            <a:ext cx="42753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Font typeface="Barlow Condensed"/>
              <a:buNone/>
              <a:defRPr sz="3600">
                <a:latin typeface="Barlow Condensed"/>
                <a:ea typeface="Barlow Condensed"/>
                <a:cs typeface="Barlow Condensed"/>
                <a:sym typeface="Barlow Condensed"/>
              </a:defRPr>
            </a:lvl1pPr>
            <a:lvl2pPr lvl="1" rtl="0">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rtl="0">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rtl="0">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rtl="0">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rtl="0">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rtl="0">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rtl="0">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rtl="0">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p:txBody>
      </p:sp>
      <p:sp>
        <p:nvSpPr>
          <p:cNvPr id="439" name="Google Shape;439;p14"/>
          <p:cNvSpPr txBox="1"/>
          <p:nvPr>
            <p:ph hasCustomPrompt="1" idx="8" type="title"/>
          </p:nvPr>
        </p:nvSpPr>
        <p:spPr>
          <a:xfrm>
            <a:off x="2319727" y="3962638"/>
            <a:ext cx="1460700" cy="5778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600"/>
              <a:buNone/>
              <a:defRPr sz="3600"/>
            </a:lvl1pPr>
            <a:lvl2pPr lvl="1"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40" name="Google Shape;440;p14"/>
          <p:cNvSpPr txBox="1"/>
          <p:nvPr>
            <p:ph idx="9" type="ctrTitle"/>
          </p:nvPr>
        </p:nvSpPr>
        <p:spPr>
          <a:xfrm>
            <a:off x="4155425" y="1184800"/>
            <a:ext cx="3888600" cy="577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4"/>
              </a:buClr>
              <a:buSzPts val="3600"/>
              <a:buFont typeface="Barlow Condensed"/>
              <a:buNone/>
              <a:defRPr sz="3600">
                <a:solidFill>
                  <a:schemeClr val="accent4"/>
                </a:solidFill>
              </a:defRPr>
            </a:lvl1pPr>
            <a:lvl2pPr lvl="1" rtl="0" algn="r">
              <a:spcBef>
                <a:spcPts val="0"/>
              </a:spcBef>
              <a:spcAft>
                <a:spcPts val="0"/>
              </a:spcAft>
              <a:buSzPts val="3600"/>
              <a:buFont typeface="Barlow Condensed"/>
              <a:buNone/>
              <a:defRPr sz="3600">
                <a:latin typeface="Barlow Condensed"/>
                <a:ea typeface="Barlow Condensed"/>
                <a:cs typeface="Barlow Condensed"/>
                <a:sym typeface="Barlow Condensed"/>
              </a:defRPr>
            </a:lvl2pPr>
            <a:lvl3pPr lvl="2" rtl="0" algn="r">
              <a:spcBef>
                <a:spcPts val="0"/>
              </a:spcBef>
              <a:spcAft>
                <a:spcPts val="0"/>
              </a:spcAft>
              <a:buSzPts val="3600"/>
              <a:buFont typeface="Barlow Condensed"/>
              <a:buNone/>
              <a:defRPr sz="3600">
                <a:latin typeface="Barlow Condensed"/>
                <a:ea typeface="Barlow Condensed"/>
                <a:cs typeface="Barlow Condensed"/>
                <a:sym typeface="Barlow Condensed"/>
              </a:defRPr>
            </a:lvl3pPr>
            <a:lvl4pPr lvl="3" rtl="0" algn="r">
              <a:spcBef>
                <a:spcPts val="0"/>
              </a:spcBef>
              <a:spcAft>
                <a:spcPts val="0"/>
              </a:spcAft>
              <a:buSzPts val="3600"/>
              <a:buFont typeface="Barlow Condensed"/>
              <a:buNone/>
              <a:defRPr sz="3600">
                <a:latin typeface="Barlow Condensed"/>
                <a:ea typeface="Barlow Condensed"/>
                <a:cs typeface="Barlow Condensed"/>
                <a:sym typeface="Barlow Condensed"/>
              </a:defRPr>
            </a:lvl4pPr>
            <a:lvl5pPr lvl="4" rtl="0" algn="r">
              <a:spcBef>
                <a:spcPts val="0"/>
              </a:spcBef>
              <a:spcAft>
                <a:spcPts val="0"/>
              </a:spcAft>
              <a:buSzPts val="3600"/>
              <a:buFont typeface="Barlow Condensed"/>
              <a:buNone/>
              <a:defRPr sz="3600">
                <a:latin typeface="Barlow Condensed"/>
                <a:ea typeface="Barlow Condensed"/>
                <a:cs typeface="Barlow Condensed"/>
                <a:sym typeface="Barlow Condensed"/>
              </a:defRPr>
            </a:lvl5pPr>
            <a:lvl6pPr lvl="5" rtl="0" algn="r">
              <a:spcBef>
                <a:spcPts val="0"/>
              </a:spcBef>
              <a:spcAft>
                <a:spcPts val="0"/>
              </a:spcAft>
              <a:buSzPts val="3600"/>
              <a:buFont typeface="Barlow Condensed"/>
              <a:buNone/>
              <a:defRPr sz="3600">
                <a:latin typeface="Barlow Condensed"/>
                <a:ea typeface="Barlow Condensed"/>
                <a:cs typeface="Barlow Condensed"/>
                <a:sym typeface="Barlow Condensed"/>
              </a:defRPr>
            </a:lvl6pPr>
            <a:lvl7pPr lvl="6" rtl="0" algn="r">
              <a:spcBef>
                <a:spcPts val="0"/>
              </a:spcBef>
              <a:spcAft>
                <a:spcPts val="0"/>
              </a:spcAft>
              <a:buSzPts val="3600"/>
              <a:buFont typeface="Barlow Condensed"/>
              <a:buNone/>
              <a:defRPr sz="3600">
                <a:latin typeface="Barlow Condensed"/>
                <a:ea typeface="Barlow Condensed"/>
                <a:cs typeface="Barlow Condensed"/>
                <a:sym typeface="Barlow Condensed"/>
              </a:defRPr>
            </a:lvl7pPr>
            <a:lvl8pPr lvl="7" rtl="0" algn="r">
              <a:spcBef>
                <a:spcPts val="0"/>
              </a:spcBef>
              <a:spcAft>
                <a:spcPts val="0"/>
              </a:spcAft>
              <a:buSzPts val="3600"/>
              <a:buFont typeface="Barlow Condensed"/>
              <a:buNone/>
              <a:defRPr sz="3600">
                <a:latin typeface="Barlow Condensed"/>
                <a:ea typeface="Barlow Condensed"/>
                <a:cs typeface="Barlow Condensed"/>
                <a:sym typeface="Barlow Condensed"/>
              </a:defRPr>
            </a:lvl8pPr>
            <a:lvl9pPr lvl="8" rtl="0" algn="r">
              <a:spcBef>
                <a:spcPts val="0"/>
              </a:spcBef>
              <a:spcAft>
                <a:spcPts val="0"/>
              </a:spcAft>
              <a:buSzPts val="3600"/>
              <a:buFont typeface="Barlow Condensed"/>
              <a:buNone/>
              <a:defRPr sz="3600">
                <a:latin typeface="Barlow Condensed"/>
                <a:ea typeface="Barlow Condensed"/>
                <a:cs typeface="Barlow Condensed"/>
                <a:sym typeface="Barlow Condensed"/>
              </a:defRPr>
            </a:lvl9pPr>
          </a:lstStyle>
          <a:p/>
        </p:txBody>
      </p:sp>
      <p:grpSp>
        <p:nvGrpSpPr>
          <p:cNvPr id="441" name="Google Shape;441;p14"/>
          <p:cNvGrpSpPr/>
          <p:nvPr/>
        </p:nvGrpSpPr>
        <p:grpSpPr>
          <a:xfrm rot="-5400000">
            <a:off x="286059" y="3659330"/>
            <a:ext cx="1209907" cy="1782035"/>
            <a:chOff x="700771" y="-227337"/>
            <a:chExt cx="1458774" cy="2138784"/>
          </a:xfrm>
        </p:grpSpPr>
        <p:sp>
          <p:nvSpPr>
            <p:cNvPr id="442" name="Google Shape;442;p14"/>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4"/>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4"/>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4"/>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4"/>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4"/>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4"/>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4"/>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4"/>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4"/>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4"/>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4"/>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4"/>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4"/>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4"/>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4"/>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4"/>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4"/>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4"/>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 name="Google Shape;461;p14"/>
          <p:cNvGrpSpPr/>
          <p:nvPr/>
        </p:nvGrpSpPr>
        <p:grpSpPr>
          <a:xfrm rot="5400000">
            <a:off x="7613820" y="-692278"/>
            <a:ext cx="877851" cy="2209091"/>
            <a:chOff x="-26858" y="-227337"/>
            <a:chExt cx="1093215" cy="2757917"/>
          </a:xfrm>
        </p:grpSpPr>
        <p:sp>
          <p:nvSpPr>
            <p:cNvPr id="462" name="Google Shape;462;p14"/>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4"/>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4"/>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4"/>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4"/>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4"/>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4"/>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4"/>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4"/>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4"/>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4"/>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4"/>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4"/>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4"/>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4"/>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4"/>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_1">
    <p:spTree>
      <p:nvGrpSpPr>
        <p:cNvPr id="484" name="Shape 484"/>
        <p:cNvGrpSpPr/>
        <p:nvPr/>
      </p:nvGrpSpPr>
      <p:grpSpPr>
        <a:xfrm>
          <a:off x="0" y="0"/>
          <a:ext cx="0" cy="0"/>
          <a:chOff x="0" y="0"/>
          <a:chExt cx="0" cy="0"/>
        </a:xfrm>
      </p:grpSpPr>
      <p:sp>
        <p:nvSpPr>
          <p:cNvPr id="485" name="Google Shape;485;p15"/>
          <p:cNvSpPr txBox="1"/>
          <p:nvPr>
            <p:ph type="ctrTitle"/>
          </p:nvPr>
        </p:nvSpPr>
        <p:spPr>
          <a:xfrm>
            <a:off x="721720" y="2637450"/>
            <a:ext cx="18378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Font typeface="Barlow Condensed"/>
              <a:buNone/>
              <a:defRPr sz="2600">
                <a:latin typeface="Barlow Condensed Medium"/>
                <a:ea typeface="Barlow Condensed Medium"/>
                <a:cs typeface="Barlow Condensed Medium"/>
                <a:sym typeface="Barlow Condensed Medium"/>
              </a:defRPr>
            </a:lvl1pPr>
            <a:lvl2pPr lvl="1" rtl="0" algn="ctr">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rtl="0" algn="ctr">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rtl="0" algn="ctr">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rtl="0" algn="ctr">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rtl="0" algn="ctr">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rtl="0" algn="ctr">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rtl="0" algn="ctr">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rtl="0" algn="ctr">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p:txBody>
      </p:sp>
      <p:sp>
        <p:nvSpPr>
          <p:cNvPr id="486" name="Google Shape;486;p15"/>
          <p:cNvSpPr txBox="1"/>
          <p:nvPr>
            <p:ph hasCustomPrompt="1" idx="2" type="title"/>
          </p:nvPr>
        </p:nvSpPr>
        <p:spPr>
          <a:xfrm>
            <a:off x="721720" y="1692675"/>
            <a:ext cx="1837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87" name="Google Shape;487;p15"/>
          <p:cNvSpPr txBox="1"/>
          <p:nvPr>
            <p:ph idx="3" type="ctrTitle"/>
          </p:nvPr>
        </p:nvSpPr>
        <p:spPr>
          <a:xfrm>
            <a:off x="2675306" y="2637450"/>
            <a:ext cx="18378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Font typeface="Barlow Condensed"/>
              <a:buNone/>
              <a:defRPr sz="2600">
                <a:latin typeface="Barlow Condensed Medium"/>
                <a:ea typeface="Barlow Condensed Medium"/>
                <a:cs typeface="Barlow Condensed Medium"/>
                <a:sym typeface="Barlow Condensed Medium"/>
              </a:defRPr>
            </a:lvl1pPr>
            <a:lvl2pPr lvl="1" rtl="0" algn="ctr">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rtl="0" algn="ctr">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rtl="0" algn="ctr">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rtl="0" algn="ctr">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rtl="0" algn="ctr">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rtl="0" algn="ctr">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rtl="0" algn="ctr">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rtl="0" algn="ctr">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p:txBody>
      </p:sp>
      <p:sp>
        <p:nvSpPr>
          <p:cNvPr id="488" name="Google Shape;488;p15"/>
          <p:cNvSpPr txBox="1"/>
          <p:nvPr>
            <p:ph hasCustomPrompt="1" idx="4" type="title"/>
          </p:nvPr>
        </p:nvSpPr>
        <p:spPr>
          <a:xfrm>
            <a:off x="2675970" y="1692675"/>
            <a:ext cx="1837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89" name="Google Shape;489;p15"/>
          <p:cNvSpPr txBox="1"/>
          <p:nvPr>
            <p:ph idx="5" type="ctrTitle"/>
          </p:nvPr>
        </p:nvSpPr>
        <p:spPr>
          <a:xfrm>
            <a:off x="4632122" y="2637450"/>
            <a:ext cx="18378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Font typeface="Barlow Condensed"/>
              <a:buNone/>
              <a:defRPr sz="2600">
                <a:latin typeface="Barlow Condensed Medium"/>
                <a:ea typeface="Barlow Condensed Medium"/>
                <a:cs typeface="Barlow Condensed Medium"/>
                <a:sym typeface="Barlow Condensed Medium"/>
              </a:defRPr>
            </a:lvl1pPr>
            <a:lvl2pPr lvl="1" rtl="0" algn="ctr">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rtl="0" algn="ctr">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rtl="0" algn="ctr">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rtl="0" algn="ctr">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rtl="0" algn="ctr">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rtl="0" algn="ctr">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rtl="0" algn="ctr">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rtl="0" algn="ctr">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p:txBody>
      </p:sp>
      <p:sp>
        <p:nvSpPr>
          <p:cNvPr id="490" name="Google Shape;490;p15"/>
          <p:cNvSpPr txBox="1"/>
          <p:nvPr>
            <p:ph hasCustomPrompt="1" idx="6" type="title"/>
          </p:nvPr>
        </p:nvSpPr>
        <p:spPr>
          <a:xfrm>
            <a:off x="4630220" y="1692675"/>
            <a:ext cx="1837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91" name="Google Shape;491;p15"/>
          <p:cNvSpPr txBox="1"/>
          <p:nvPr>
            <p:ph idx="7" type="ctrTitle"/>
          </p:nvPr>
        </p:nvSpPr>
        <p:spPr>
          <a:xfrm>
            <a:off x="6584480" y="2637450"/>
            <a:ext cx="18378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Font typeface="Barlow Condensed"/>
              <a:buNone/>
              <a:defRPr sz="2600">
                <a:latin typeface="Barlow Condensed Medium"/>
                <a:ea typeface="Barlow Condensed Medium"/>
                <a:cs typeface="Barlow Condensed Medium"/>
                <a:sym typeface="Barlow Condensed Medium"/>
              </a:defRPr>
            </a:lvl1pPr>
            <a:lvl2pPr lvl="1" rtl="0" algn="ctr">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rtl="0" algn="ctr">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rtl="0" algn="ctr">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rtl="0" algn="ctr">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rtl="0" algn="ctr">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rtl="0" algn="ctr">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rtl="0" algn="ctr">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rtl="0" algn="ctr">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p:txBody>
      </p:sp>
      <p:sp>
        <p:nvSpPr>
          <p:cNvPr id="492" name="Google Shape;492;p15"/>
          <p:cNvSpPr txBox="1"/>
          <p:nvPr>
            <p:ph hasCustomPrompt="1" idx="8" type="title"/>
          </p:nvPr>
        </p:nvSpPr>
        <p:spPr>
          <a:xfrm>
            <a:off x="6584470" y="1692675"/>
            <a:ext cx="1837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493" name="Google Shape;493;p15"/>
          <p:cNvSpPr txBox="1"/>
          <p:nvPr>
            <p:ph idx="1" type="subTitle"/>
          </p:nvPr>
        </p:nvSpPr>
        <p:spPr>
          <a:xfrm>
            <a:off x="723670" y="3082235"/>
            <a:ext cx="1833900" cy="5289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200"/>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494" name="Google Shape;494;p15"/>
          <p:cNvSpPr txBox="1"/>
          <p:nvPr>
            <p:ph idx="9" type="subTitle"/>
          </p:nvPr>
        </p:nvSpPr>
        <p:spPr>
          <a:xfrm>
            <a:off x="6586420" y="3082235"/>
            <a:ext cx="1833900" cy="52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sz="12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495" name="Google Shape;495;p15"/>
          <p:cNvSpPr txBox="1"/>
          <p:nvPr>
            <p:ph idx="13" type="subTitle"/>
          </p:nvPr>
        </p:nvSpPr>
        <p:spPr>
          <a:xfrm>
            <a:off x="4634726" y="3082235"/>
            <a:ext cx="1833900" cy="52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sz="12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496" name="Google Shape;496;p15"/>
          <p:cNvSpPr txBox="1"/>
          <p:nvPr>
            <p:ph idx="14" type="subTitle"/>
          </p:nvPr>
        </p:nvSpPr>
        <p:spPr>
          <a:xfrm>
            <a:off x="2678591" y="3082235"/>
            <a:ext cx="1833900" cy="52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sz="12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grpSp>
        <p:nvGrpSpPr>
          <p:cNvPr id="497" name="Google Shape;497;p15"/>
          <p:cNvGrpSpPr/>
          <p:nvPr/>
        </p:nvGrpSpPr>
        <p:grpSpPr>
          <a:xfrm rot="-5400000">
            <a:off x="286059" y="3659330"/>
            <a:ext cx="1209907" cy="1782035"/>
            <a:chOff x="700771" y="-227337"/>
            <a:chExt cx="1458774" cy="2138784"/>
          </a:xfrm>
        </p:grpSpPr>
        <p:sp>
          <p:nvSpPr>
            <p:cNvPr id="498" name="Google Shape;498;p15"/>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5"/>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5"/>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5"/>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5"/>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5"/>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5"/>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5"/>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5"/>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5"/>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5"/>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5"/>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5"/>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5"/>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5"/>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5"/>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5"/>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5"/>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5"/>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 name="Google Shape;517;p15"/>
          <p:cNvGrpSpPr/>
          <p:nvPr/>
        </p:nvGrpSpPr>
        <p:grpSpPr>
          <a:xfrm rot="5400000">
            <a:off x="7613820" y="-692278"/>
            <a:ext cx="877851" cy="2209091"/>
            <a:chOff x="-26858" y="-227337"/>
            <a:chExt cx="1093215" cy="2757917"/>
          </a:xfrm>
        </p:grpSpPr>
        <p:sp>
          <p:nvSpPr>
            <p:cNvPr id="518" name="Google Shape;518;p15"/>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5"/>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5"/>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5"/>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5"/>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5"/>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5"/>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5"/>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5"/>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5"/>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5"/>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5"/>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5"/>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5"/>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5"/>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5"/>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5"/>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2">
  <p:cSld name="CUSTOM_1_1_1">
    <p:spTree>
      <p:nvGrpSpPr>
        <p:cNvPr id="540" name="Shape 540"/>
        <p:cNvGrpSpPr/>
        <p:nvPr/>
      </p:nvGrpSpPr>
      <p:grpSpPr>
        <a:xfrm>
          <a:off x="0" y="0"/>
          <a:ext cx="0" cy="0"/>
          <a:chOff x="0" y="0"/>
          <a:chExt cx="0" cy="0"/>
        </a:xfrm>
      </p:grpSpPr>
      <p:sp>
        <p:nvSpPr>
          <p:cNvPr id="541" name="Google Shape;541;p16"/>
          <p:cNvSpPr txBox="1"/>
          <p:nvPr>
            <p:ph type="ctrTitle"/>
          </p:nvPr>
        </p:nvSpPr>
        <p:spPr>
          <a:xfrm>
            <a:off x="2139858" y="1377824"/>
            <a:ext cx="18378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2400"/>
            </a:lvl1pPr>
            <a:lvl2pPr lvl="1"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2pPr>
            <a:lvl3pPr lvl="2"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3pPr>
            <a:lvl4pPr lvl="3"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4pPr>
            <a:lvl5pPr lvl="4"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5pPr>
            <a:lvl6pPr lvl="5"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6pPr>
            <a:lvl7pPr lvl="6"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7pPr>
            <a:lvl8pPr lvl="7"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8pPr>
            <a:lvl9pPr lvl="8"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9pPr>
          </a:lstStyle>
          <a:p/>
        </p:txBody>
      </p:sp>
      <p:sp>
        <p:nvSpPr>
          <p:cNvPr id="542" name="Google Shape;542;p16"/>
          <p:cNvSpPr txBox="1"/>
          <p:nvPr>
            <p:ph hasCustomPrompt="1" idx="2" type="title"/>
          </p:nvPr>
        </p:nvSpPr>
        <p:spPr>
          <a:xfrm>
            <a:off x="813900" y="1424244"/>
            <a:ext cx="1161300" cy="941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8000"/>
              <a:buNone/>
              <a:defRPr sz="8000">
                <a:solidFill>
                  <a:schemeClr val="accent5"/>
                </a:solidFill>
              </a:defRPr>
            </a:lvl1pPr>
            <a:lvl2pPr lvl="1"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543" name="Google Shape;543;p16"/>
          <p:cNvSpPr txBox="1"/>
          <p:nvPr>
            <p:ph idx="1" type="subTitle"/>
          </p:nvPr>
        </p:nvSpPr>
        <p:spPr>
          <a:xfrm>
            <a:off x="2139858" y="1729862"/>
            <a:ext cx="2331600" cy="630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44" name="Google Shape;544;p16"/>
          <p:cNvSpPr txBox="1"/>
          <p:nvPr>
            <p:ph idx="3" type="ctrTitle"/>
          </p:nvPr>
        </p:nvSpPr>
        <p:spPr>
          <a:xfrm>
            <a:off x="4572000" y="468450"/>
            <a:ext cx="3790200" cy="5778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accent4"/>
              </a:buClr>
              <a:buSzPts val="3000"/>
              <a:buNone/>
              <a:defRPr sz="3000">
                <a:solidFill>
                  <a:schemeClr val="accent4"/>
                </a:solidFill>
              </a:defRPr>
            </a:lvl1pPr>
            <a:lvl2pPr lvl="1" rtl="0" algn="r">
              <a:spcBef>
                <a:spcPts val="0"/>
              </a:spcBef>
              <a:spcAft>
                <a:spcPts val="0"/>
              </a:spcAft>
              <a:buClr>
                <a:schemeClr val="accent4"/>
              </a:buClr>
              <a:buSzPts val="1600"/>
              <a:buNone/>
              <a:defRPr sz="1600">
                <a:solidFill>
                  <a:schemeClr val="accent4"/>
                </a:solidFill>
              </a:defRPr>
            </a:lvl2pPr>
            <a:lvl3pPr lvl="2" rtl="0" algn="r">
              <a:spcBef>
                <a:spcPts val="0"/>
              </a:spcBef>
              <a:spcAft>
                <a:spcPts val="0"/>
              </a:spcAft>
              <a:buClr>
                <a:schemeClr val="accent4"/>
              </a:buClr>
              <a:buSzPts val="1600"/>
              <a:buNone/>
              <a:defRPr sz="1600">
                <a:solidFill>
                  <a:schemeClr val="accent4"/>
                </a:solidFill>
              </a:defRPr>
            </a:lvl3pPr>
            <a:lvl4pPr lvl="3" rtl="0" algn="r">
              <a:spcBef>
                <a:spcPts val="0"/>
              </a:spcBef>
              <a:spcAft>
                <a:spcPts val="0"/>
              </a:spcAft>
              <a:buClr>
                <a:schemeClr val="accent4"/>
              </a:buClr>
              <a:buSzPts val="1600"/>
              <a:buNone/>
              <a:defRPr sz="1600">
                <a:solidFill>
                  <a:schemeClr val="accent4"/>
                </a:solidFill>
              </a:defRPr>
            </a:lvl4pPr>
            <a:lvl5pPr lvl="4" rtl="0" algn="r">
              <a:spcBef>
                <a:spcPts val="0"/>
              </a:spcBef>
              <a:spcAft>
                <a:spcPts val="0"/>
              </a:spcAft>
              <a:buClr>
                <a:schemeClr val="accent4"/>
              </a:buClr>
              <a:buSzPts val="1600"/>
              <a:buNone/>
              <a:defRPr sz="1600">
                <a:solidFill>
                  <a:schemeClr val="accent4"/>
                </a:solidFill>
              </a:defRPr>
            </a:lvl5pPr>
            <a:lvl6pPr lvl="5" rtl="0" algn="r">
              <a:spcBef>
                <a:spcPts val="0"/>
              </a:spcBef>
              <a:spcAft>
                <a:spcPts val="0"/>
              </a:spcAft>
              <a:buClr>
                <a:schemeClr val="accent4"/>
              </a:buClr>
              <a:buSzPts val="1600"/>
              <a:buNone/>
              <a:defRPr sz="1600">
                <a:solidFill>
                  <a:schemeClr val="accent4"/>
                </a:solidFill>
              </a:defRPr>
            </a:lvl6pPr>
            <a:lvl7pPr lvl="6" rtl="0" algn="r">
              <a:spcBef>
                <a:spcPts val="0"/>
              </a:spcBef>
              <a:spcAft>
                <a:spcPts val="0"/>
              </a:spcAft>
              <a:buClr>
                <a:schemeClr val="accent4"/>
              </a:buClr>
              <a:buSzPts val="1600"/>
              <a:buNone/>
              <a:defRPr sz="1600">
                <a:solidFill>
                  <a:schemeClr val="accent4"/>
                </a:solidFill>
              </a:defRPr>
            </a:lvl7pPr>
            <a:lvl8pPr lvl="7" rtl="0" algn="r">
              <a:spcBef>
                <a:spcPts val="0"/>
              </a:spcBef>
              <a:spcAft>
                <a:spcPts val="0"/>
              </a:spcAft>
              <a:buClr>
                <a:schemeClr val="accent4"/>
              </a:buClr>
              <a:buSzPts val="1600"/>
              <a:buNone/>
              <a:defRPr sz="1600">
                <a:solidFill>
                  <a:schemeClr val="accent4"/>
                </a:solidFill>
              </a:defRPr>
            </a:lvl8pPr>
            <a:lvl9pPr lvl="8" rtl="0" algn="r">
              <a:spcBef>
                <a:spcPts val="0"/>
              </a:spcBef>
              <a:spcAft>
                <a:spcPts val="0"/>
              </a:spcAft>
              <a:buClr>
                <a:schemeClr val="accent4"/>
              </a:buClr>
              <a:buSzPts val="1600"/>
              <a:buNone/>
              <a:defRPr sz="1600">
                <a:solidFill>
                  <a:schemeClr val="accent4"/>
                </a:solidFill>
              </a:defRPr>
            </a:lvl9pPr>
          </a:lstStyle>
          <a:p/>
        </p:txBody>
      </p:sp>
      <p:cxnSp>
        <p:nvCxnSpPr>
          <p:cNvPr id="545" name="Google Shape;545;p16"/>
          <p:cNvCxnSpPr/>
          <p:nvPr/>
        </p:nvCxnSpPr>
        <p:spPr>
          <a:xfrm>
            <a:off x="8634675" y="-1279600"/>
            <a:ext cx="0" cy="2280000"/>
          </a:xfrm>
          <a:prstGeom prst="straightConnector1">
            <a:avLst/>
          </a:prstGeom>
          <a:noFill/>
          <a:ln cap="flat" cmpd="sng" w="28575">
            <a:solidFill>
              <a:schemeClr val="accent4"/>
            </a:solidFill>
            <a:prstDash val="solid"/>
            <a:round/>
            <a:headEnd len="med" w="med" type="none"/>
            <a:tailEnd len="med" w="med" type="none"/>
          </a:ln>
        </p:spPr>
      </p:cxnSp>
      <p:grpSp>
        <p:nvGrpSpPr>
          <p:cNvPr id="546" name="Google Shape;546;p16"/>
          <p:cNvGrpSpPr/>
          <p:nvPr/>
        </p:nvGrpSpPr>
        <p:grpSpPr>
          <a:xfrm rot="-5400000">
            <a:off x="665620" y="3611830"/>
            <a:ext cx="877851" cy="2209091"/>
            <a:chOff x="-26858" y="-227337"/>
            <a:chExt cx="1093215" cy="2757917"/>
          </a:xfrm>
        </p:grpSpPr>
        <p:sp>
          <p:nvSpPr>
            <p:cNvPr id="547" name="Google Shape;547;p16"/>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6"/>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6"/>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6"/>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6"/>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6"/>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6"/>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9" name="Google Shape;569;p16"/>
          <p:cNvSpPr txBox="1"/>
          <p:nvPr>
            <p:ph idx="4" type="ctrTitle"/>
          </p:nvPr>
        </p:nvSpPr>
        <p:spPr>
          <a:xfrm>
            <a:off x="5998758" y="1377824"/>
            <a:ext cx="18378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2400"/>
            </a:lvl1pPr>
            <a:lvl2pPr lvl="1"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2pPr>
            <a:lvl3pPr lvl="2"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3pPr>
            <a:lvl4pPr lvl="3"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4pPr>
            <a:lvl5pPr lvl="4"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5pPr>
            <a:lvl6pPr lvl="5"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6pPr>
            <a:lvl7pPr lvl="6"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7pPr>
            <a:lvl8pPr lvl="7"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8pPr>
            <a:lvl9pPr lvl="8"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9pPr>
          </a:lstStyle>
          <a:p/>
        </p:txBody>
      </p:sp>
      <p:sp>
        <p:nvSpPr>
          <p:cNvPr id="570" name="Google Shape;570;p16"/>
          <p:cNvSpPr txBox="1"/>
          <p:nvPr>
            <p:ph hasCustomPrompt="1" idx="5" type="title"/>
          </p:nvPr>
        </p:nvSpPr>
        <p:spPr>
          <a:xfrm>
            <a:off x="4672800" y="1424244"/>
            <a:ext cx="1161300" cy="941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8000"/>
              <a:buNone/>
              <a:defRPr sz="8000">
                <a:solidFill>
                  <a:schemeClr val="accent3"/>
                </a:solidFill>
              </a:defRPr>
            </a:lvl1pPr>
            <a:lvl2pPr lvl="1"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571" name="Google Shape;571;p16"/>
          <p:cNvSpPr txBox="1"/>
          <p:nvPr>
            <p:ph idx="6" type="subTitle"/>
          </p:nvPr>
        </p:nvSpPr>
        <p:spPr>
          <a:xfrm>
            <a:off x="5998758" y="1729862"/>
            <a:ext cx="2331600" cy="630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72" name="Google Shape;572;p16"/>
          <p:cNvSpPr txBox="1"/>
          <p:nvPr>
            <p:ph idx="7" type="ctrTitle"/>
          </p:nvPr>
        </p:nvSpPr>
        <p:spPr>
          <a:xfrm>
            <a:off x="2139858" y="3122063"/>
            <a:ext cx="18378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2400"/>
            </a:lvl1pPr>
            <a:lvl2pPr lvl="1"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2pPr>
            <a:lvl3pPr lvl="2"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3pPr>
            <a:lvl4pPr lvl="3"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4pPr>
            <a:lvl5pPr lvl="4"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5pPr>
            <a:lvl6pPr lvl="5"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6pPr>
            <a:lvl7pPr lvl="6"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7pPr>
            <a:lvl8pPr lvl="7"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8pPr>
            <a:lvl9pPr lvl="8"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9pPr>
          </a:lstStyle>
          <a:p/>
        </p:txBody>
      </p:sp>
      <p:sp>
        <p:nvSpPr>
          <p:cNvPr id="573" name="Google Shape;573;p16"/>
          <p:cNvSpPr txBox="1"/>
          <p:nvPr>
            <p:ph hasCustomPrompt="1" idx="8" type="title"/>
          </p:nvPr>
        </p:nvSpPr>
        <p:spPr>
          <a:xfrm>
            <a:off x="813900" y="3168483"/>
            <a:ext cx="1161300" cy="941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8000"/>
              <a:buNone/>
              <a:defRPr sz="8000">
                <a:solidFill>
                  <a:schemeClr val="accent2"/>
                </a:solidFill>
              </a:defRPr>
            </a:lvl1pPr>
            <a:lvl2pPr lvl="1"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574" name="Google Shape;574;p16"/>
          <p:cNvSpPr txBox="1"/>
          <p:nvPr>
            <p:ph idx="9" type="subTitle"/>
          </p:nvPr>
        </p:nvSpPr>
        <p:spPr>
          <a:xfrm>
            <a:off x="2139858" y="3474101"/>
            <a:ext cx="2331600" cy="630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75" name="Google Shape;575;p16"/>
          <p:cNvSpPr txBox="1"/>
          <p:nvPr>
            <p:ph idx="13" type="ctrTitle"/>
          </p:nvPr>
        </p:nvSpPr>
        <p:spPr>
          <a:xfrm>
            <a:off x="5998758" y="3122063"/>
            <a:ext cx="1837800" cy="384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2400"/>
            </a:lvl1pPr>
            <a:lvl2pPr lvl="1"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2pPr>
            <a:lvl3pPr lvl="2"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3pPr>
            <a:lvl4pPr lvl="3"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4pPr>
            <a:lvl5pPr lvl="4"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5pPr>
            <a:lvl6pPr lvl="5"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6pPr>
            <a:lvl7pPr lvl="6"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7pPr>
            <a:lvl8pPr lvl="7"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8pPr>
            <a:lvl9pPr lvl="8"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9pPr>
          </a:lstStyle>
          <a:p/>
        </p:txBody>
      </p:sp>
      <p:sp>
        <p:nvSpPr>
          <p:cNvPr id="576" name="Google Shape;576;p16"/>
          <p:cNvSpPr txBox="1"/>
          <p:nvPr>
            <p:ph hasCustomPrompt="1" idx="14" type="title"/>
          </p:nvPr>
        </p:nvSpPr>
        <p:spPr>
          <a:xfrm>
            <a:off x="4672800" y="3168483"/>
            <a:ext cx="1161300" cy="941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8000"/>
              <a:buNone/>
              <a:defRPr sz="8000">
                <a:solidFill>
                  <a:schemeClr val="accent4"/>
                </a:solidFill>
              </a:defRPr>
            </a:lvl1pPr>
            <a:lvl2pPr lvl="1"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577" name="Google Shape;577;p16"/>
          <p:cNvSpPr txBox="1"/>
          <p:nvPr>
            <p:ph idx="15" type="subTitle"/>
          </p:nvPr>
        </p:nvSpPr>
        <p:spPr>
          <a:xfrm>
            <a:off x="5998758" y="3474101"/>
            <a:ext cx="2331600" cy="630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3">
  <p:cSld name="CUSTOM_1_1_1_1">
    <p:spTree>
      <p:nvGrpSpPr>
        <p:cNvPr id="578" name="Shape 578"/>
        <p:cNvGrpSpPr/>
        <p:nvPr/>
      </p:nvGrpSpPr>
      <p:grpSpPr>
        <a:xfrm>
          <a:off x="0" y="0"/>
          <a:ext cx="0" cy="0"/>
          <a:chOff x="0" y="0"/>
          <a:chExt cx="0" cy="0"/>
        </a:xfrm>
      </p:grpSpPr>
      <p:sp>
        <p:nvSpPr>
          <p:cNvPr id="579" name="Google Shape;579;p17"/>
          <p:cNvSpPr txBox="1"/>
          <p:nvPr>
            <p:ph type="ctrTitle"/>
          </p:nvPr>
        </p:nvSpPr>
        <p:spPr>
          <a:xfrm>
            <a:off x="893040" y="1354325"/>
            <a:ext cx="23496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Font typeface="Barlow Condensed"/>
              <a:buNone/>
              <a:defRPr sz="2400"/>
            </a:lvl1pPr>
            <a:lvl2pPr lvl="1" rtl="0" algn="ctr">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rtl="0" algn="ctr">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rtl="0" algn="ctr">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rtl="0" algn="ctr">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rtl="0" algn="ctr">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rtl="0" algn="ctr">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rtl="0" algn="ctr">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rtl="0" algn="ctr">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p:txBody>
      </p:sp>
      <p:sp>
        <p:nvSpPr>
          <p:cNvPr id="580" name="Google Shape;580;p17"/>
          <p:cNvSpPr txBox="1"/>
          <p:nvPr>
            <p:ph hasCustomPrompt="1" idx="2" type="title"/>
          </p:nvPr>
        </p:nvSpPr>
        <p:spPr>
          <a:xfrm>
            <a:off x="893104" y="771353"/>
            <a:ext cx="23496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3600">
                <a:solidFill>
                  <a:schemeClr val="accent6"/>
                </a:solidFill>
              </a:defRPr>
            </a:lvl1pPr>
            <a:lvl2pPr lvl="1"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81" name="Google Shape;581;p17"/>
          <p:cNvSpPr txBox="1"/>
          <p:nvPr>
            <p:ph idx="3" type="ctrTitle"/>
          </p:nvPr>
        </p:nvSpPr>
        <p:spPr>
          <a:xfrm>
            <a:off x="3398867" y="1354325"/>
            <a:ext cx="23496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Font typeface="Barlow Condensed"/>
              <a:buNone/>
              <a:defRPr sz="2400"/>
            </a:lvl1pPr>
            <a:lvl2pPr lvl="1" rtl="0" algn="ctr">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rtl="0" algn="ctr">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rtl="0" algn="ctr">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rtl="0" algn="ctr">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rtl="0" algn="ctr">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rtl="0" algn="ctr">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rtl="0" algn="ctr">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rtl="0" algn="ctr">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p:txBody>
      </p:sp>
      <p:sp>
        <p:nvSpPr>
          <p:cNvPr id="582" name="Google Shape;582;p17"/>
          <p:cNvSpPr txBox="1"/>
          <p:nvPr>
            <p:ph hasCustomPrompt="1" idx="4" type="title"/>
          </p:nvPr>
        </p:nvSpPr>
        <p:spPr>
          <a:xfrm>
            <a:off x="3398905" y="771353"/>
            <a:ext cx="23496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3600">
                <a:solidFill>
                  <a:schemeClr val="accent5"/>
                </a:solidFill>
              </a:defRPr>
            </a:lvl1pPr>
            <a:lvl2pPr lvl="1"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83" name="Google Shape;583;p17"/>
          <p:cNvSpPr txBox="1"/>
          <p:nvPr>
            <p:ph idx="5" type="ctrTitle"/>
          </p:nvPr>
        </p:nvSpPr>
        <p:spPr>
          <a:xfrm>
            <a:off x="889725" y="3337175"/>
            <a:ext cx="23496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Font typeface="Barlow Condensed"/>
              <a:buNone/>
              <a:defRPr sz="2400"/>
            </a:lvl1pPr>
            <a:lvl2pPr lvl="1" rtl="0" algn="ctr">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rtl="0" algn="ctr">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rtl="0" algn="ctr">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rtl="0" algn="ctr">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rtl="0" algn="ctr">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rtl="0" algn="ctr">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rtl="0" algn="ctr">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rtl="0" algn="ctr">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p:txBody>
      </p:sp>
      <p:sp>
        <p:nvSpPr>
          <p:cNvPr id="584" name="Google Shape;584;p17"/>
          <p:cNvSpPr txBox="1"/>
          <p:nvPr>
            <p:ph hasCustomPrompt="1" idx="6" type="title"/>
          </p:nvPr>
        </p:nvSpPr>
        <p:spPr>
          <a:xfrm>
            <a:off x="889737" y="2754203"/>
            <a:ext cx="23496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3600">
                <a:solidFill>
                  <a:schemeClr val="accent2"/>
                </a:solidFill>
              </a:defRPr>
            </a:lvl1pPr>
            <a:lvl2pPr lvl="1"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85" name="Google Shape;585;p17"/>
          <p:cNvSpPr txBox="1"/>
          <p:nvPr>
            <p:ph idx="7" type="ctrTitle"/>
          </p:nvPr>
        </p:nvSpPr>
        <p:spPr>
          <a:xfrm>
            <a:off x="3395552" y="3337175"/>
            <a:ext cx="23496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Font typeface="Barlow Condensed"/>
              <a:buNone/>
              <a:defRPr sz="2400"/>
            </a:lvl1pPr>
            <a:lvl2pPr lvl="1" rtl="0" algn="ctr">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rtl="0" algn="ctr">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rtl="0" algn="ctr">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rtl="0" algn="ctr">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rtl="0" algn="ctr">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rtl="0" algn="ctr">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rtl="0" algn="ctr">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rtl="0" algn="ctr">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p:txBody>
      </p:sp>
      <p:sp>
        <p:nvSpPr>
          <p:cNvPr id="586" name="Google Shape;586;p17"/>
          <p:cNvSpPr txBox="1"/>
          <p:nvPr>
            <p:ph hasCustomPrompt="1" idx="8" type="title"/>
          </p:nvPr>
        </p:nvSpPr>
        <p:spPr>
          <a:xfrm>
            <a:off x="3395538" y="2754203"/>
            <a:ext cx="23496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3600">
                <a:solidFill>
                  <a:schemeClr val="lt2"/>
                </a:solidFill>
              </a:defRPr>
            </a:lvl1pPr>
            <a:lvl2pPr lvl="1"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87" name="Google Shape;587;p17"/>
          <p:cNvSpPr txBox="1"/>
          <p:nvPr>
            <p:ph idx="1" type="subTitle"/>
          </p:nvPr>
        </p:nvSpPr>
        <p:spPr>
          <a:xfrm>
            <a:off x="898154" y="1758075"/>
            <a:ext cx="2344800" cy="630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88" name="Google Shape;588;p17"/>
          <p:cNvSpPr txBox="1"/>
          <p:nvPr>
            <p:ph idx="9" type="subTitle"/>
          </p:nvPr>
        </p:nvSpPr>
        <p:spPr>
          <a:xfrm>
            <a:off x="3398031" y="3740925"/>
            <a:ext cx="2344800" cy="630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89" name="Google Shape;589;p17"/>
          <p:cNvSpPr txBox="1"/>
          <p:nvPr>
            <p:ph idx="13" type="subTitle"/>
          </p:nvPr>
        </p:nvSpPr>
        <p:spPr>
          <a:xfrm>
            <a:off x="893055" y="3740925"/>
            <a:ext cx="2344800" cy="630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90" name="Google Shape;590;p17"/>
          <p:cNvSpPr txBox="1"/>
          <p:nvPr>
            <p:ph idx="14" type="subTitle"/>
          </p:nvPr>
        </p:nvSpPr>
        <p:spPr>
          <a:xfrm>
            <a:off x="3403067" y="1758075"/>
            <a:ext cx="2344800" cy="630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91" name="Google Shape;591;p17"/>
          <p:cNvSpPr txBox="1"/>
          <p:nvPr>
            <p:ph idx="15" type="ctrTitle"/>
          </p:nvPr>
        </p:nvSpPr>
        <p:spPr>
          <a:xfrm>
            <a:off x="5904593" y="1354325"/>
            <a:ext cx="23496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Font typeface="Barlow Condensed"/>
              <a:buNone/>
              <a:defRPr sz="2400"/>
            </a:lvl1pPr>
            <a:lvl2pPr lvl="1" rtl="0" algn="ctr">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rtl="0" algn="ctr">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rtl="0" algn="ctr">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rtl="0" algn="ctr">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rtl="0" algn="ctr">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rtl="0" algn="ctr">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rtl="0" algn="ctr">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rtl="0" algn="ctr">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p:txBody>
      </p:sp>
      <p:sp>
        <p:nvSpPr>
          <p:cNvPr id="592" name="Google Shape;592;p17"/>
          <p:cNvSpPr txBox="1"/>
          <p:nvPr>
            <p:ph hasCustomPrompt="1" idx="16" type="title"/>
          </p:nvPr>
        </p:nvSpPr>
        <p:spPr>
          <a:xfrm>
            <a:off x="5904631" y="771353"/>
            <a:ext cx="23496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3600">
                <a:solidFill>
                  <a:schemeClr val="accent4"/>
                </a:solidFill>
              </a:defRPr>
            </a:lvl1pPr>
            <a:lvl2pPr lvl="1"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93" name="Google Shape;593;p17"/>
          <p:cNvSpPr txBox="1"/>
          <p:nvPr>
            <p:ph idx="17" type="ctrTitle"/>
          </p:nvPr>
        </p:nvSpPr>
        <p:spPr>
          <a:xfrm>
            <a:off x="5901278" y="3337175"/>
            <a:ext cx="23496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Font typeface="Barlow Condensed"/>
              <a:buNone/>
              <a:defRPr sz="2400"/>
            </a:lvl1pPr>
            <a:lvl2pPr lvl="1" rtl="0" algn="ctr">
              <a:spcBef>
                <a:spcPts val="0"/>
              </a:spcBef>
              <a:spcAft>
                <a:spcPts val="0"/>
              </a:spcAft>
              <a:buSzPts val="2000"/>
              <a:buFont typeface="Barlow Condensed"/>
              <a:buNone/>
              <a:defRPr sz="2000">
                <a:latin typeface="Barlow Condensed"/>
                <a:ea typeface="Barlow Condensed"/>
                <a:cs typeface="Barlow Condensed"/>
                <a:sym typeface="Barlow Condensed"/>
              </a:defRPr>
            </a:lvl2pPr>
            <a:lvl3pPr lvl="2" rtl="0" algn="ctr">
              <a:spcBef>
                <a:spcPts val="0"/>
              </a:spcBef>
              <a:spcAft>
                <a:spcPts val="0"/>
              </a:spcAft>
              <a:buSzPts val="2000"/>
              <a:buFont typeface="Barlow Condensed"/>
              <a:buNone/>
              <a:defRPr sz="2000">
                <a:latin typeface="Barlow Condensed"/>
                <a:ea typeface="Barlow Condensed"/>
                <a:cs typeface="Barlow Condensed"/>
                <a:sym typeface="Barlow Condensed"/>
              </a:defRPr>
            </a:lvl3pPr>
            <a:lvl4pPr lvl="3" rtl="0" algn="ctr">
              <a:spcBef>
                <a:spcPts val="0"/>
              </a:spcBef>
              <a:spcAft>
                <a:spcPts val="0"/>
              </a:spcAft>
              <a:buSzPts val="2000"/>
              <a:buFont typeface="Barlow Condensed"/>
              <a:buNone/>
              <a:defRPr sz="2000">
                <a:latin typeface="Barlow Condensed"/>
                <a:ea typeface="Barlow Condensed"/>
                <a:cs typeface="Barlow Condensed"/>
                <a:sym typeface="Barlow Condensed"/>
              </a:defRPr>
            </a:lvl4pPr>
            <a:lvl5pPr lvl="4" rtl="0" algn="ctr">
              <a:spcBef>
                <a:spcPts val="0"/>
              </a:spcBef>
              <a:spcAft>
                <a:spcPts val="0"/>
              </a:spcAft>
              <a:buSzPts val="2000"/>
              <a:buFont typeface="Barlow Condensed"/>
              <a:buNone/>
              <a:defRPr sz="2000">
                <a:latin typeface="Barlow Condensed"/>
                <a:ea typeface="Barlow Condensed"/>
                <a:cs typeface="Barlow Condensed"/>
                <a:sym typeface="Barlow Condensed"/>
              </a:defRPr>
            </a:lvl5pPr>
            <a:lvl6pPr lvl="5" rtl="0" algn="ctr">
              <a:spcBef>
                <a:spcPts val="0"/>
              </a:spcBef>
              <a:spcAft>
                <a:spcPts val="0"/>
              </a:spcAft>
              <a:buSzPts val="2000"/>
              <a:buFont typeface="Barlow Condensed"/>
              <a:buNone/>
              <a:defRPr sz="2000">
                <a:latin typeface="Barlow Condensed"/>
                <a:ea typeface="Barlow Condensed"/>
                <a:cs typeface="Barlow Condensed"/>
                <a:sym typeface="Barlow Condensed"/>
              </a:defRPr>
            </a:lvl6pPr>
            <a:lvl7pPr lvl="6" rtl="0" algn="ctr">
              <a:spcBef>
                <a:spcPts val="0"/>
              </a:spcBef>
              <a:spcAft>
                <a:spcPts val="0"/>
              </a:spcAft>
              <a:buSzPts val="2000"/>
              <a:buFont typeface="Barlow Condensed"/>
              <a:buNone/>
              <a:defRPr sz="2000">
                <a:latin typeface="Barlow Condensed"/>
                <a:ea typeface="Barlow Condensed"/>
                <a:cs typeface="Barlow Condensed"/>
                <a:sym typeface="Barlow Condensed"/>
              </a:defRPr>
            </a:lvl7pPr>
            <a:lvl8pPr lvl="7" rtl="0" algn="ctr">
              <a:spcBef>
                <a:spcPts val="0"/>
              </a:spcBef>
              <a:spcAft>
                <a:spcPts val="0"/>
              </a:spcAft>
              <a:buSzPts val="2000"/>
              <a:buFont typeface="Barlow Condensed"/>
              <a:buNone/>
              <a:defRPr sz="2000">
                <a:latin typeface="Barlow Condensed"/>
                <a:ea typeface="Barlow Condensed"/>
                <a:cs typeface="Barlow Condensed"/>
                <a:sym typeface="Barlow Condensed"/>
              </a:defRPr>
            </a:lvl8pPr>
            <a:lvl9pPr lvl="8" rtl="0" algn="ctr">
              <a:spcBef>
                <a:spcPts val="0"/>
              </a:spcBef>
              <a:spcAft>
                <a:spcPts val="0"/>
              </a:spcAft>
              <a:buSzPts val="2000"/>
              <a:buFont typeface="Barlow Condensed"/>
              <a:buNone/>
              <a:defRPr sz="2000">
                <a:latin typeface="Barlow Condensed"/>
                <a:ea typeface="Barlow Condensed"/>
                <a:cs typeface="Barlow Condensed"/>
                <a:sym typeface="Barlow Condensed"/>
              </a:defRPr>
            </a:lvl9pPr>
          </a:lstStyle>
          <a:p/>
        </p:txBody>
      </p:sp>
      <p:sp>
        <p:nvSpPr>
          <p:cNvPr id="594" name="Google Shape;594;p17"/>
          <p:cNvSpPr txBox="1"/>
          <p:nvPr>
            <p:ph hasCustomPrompt="1" idx="18" type="title"/>
          </p:nvPr>
        </p:nvSpPr>
        <p:spPr>
          <a:xfrm>
            <a:off x="5901265" y="2754203"/>
            <a:ext cx="23496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3600">
                <a:solidFill>
                  <a:schemeClr val="accent3"/>
                </a:solidFill>
              </a:defRPr>
            </a:lvl1pPr>
            <a:lvl2pPr lvl="1"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595" name="Google Shape;595;p17"/>
          <p:cNvSpPr txBox="1"/>
          <p:nvPr>
            <p:ph idx="19" type="subTitle"/>
          </p:nvPr>
        </p:nvSpPr>
        <p:spPr>
          <a:xfrm>
            <a:off x="5903758" y="3740925"/>
            <a:ext cx="2344800" cy="630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96" name="Google Shape;596;p17"/>
          <p:cNvSpPr txBox="1"/>
          <p:nvPr>
            <p:ph idx="20" type="subTitle"/>
          </p:nvPr>
        </p:nvSpPr>
        <p:spPr>
          <a:xfrm>
            <a:off x="5908793" y="1758075"/>
            <a:ext cx="2344800" cy="630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grpSp>
        <p:nvGrpSpPr>
          <p:cNvPr id="597" name="Google Shape;597;p17"/>
          <p:cNvGrpSpPr/>
          <p:nvPr/>
        </p:nvGrpSpPr>
        <p:grpSpPr>
          <a:xfrm flipH="1" rot="5400000">
            <a:off x="7600520" y="3611830"/>
            <a:ext cx="877851" cy="2209091"/>
            <a:chOff x="-26858" y="-227337"/>
            <a:chExt cx="1093215" cy="2757917"/>
          </a:xfrm>
        </p:grpSpPr>
        <p:sp>
          <p:nvSpPr>
            <p:cNvPr id="598" name="Google Shape;598;p17"/>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7"/>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7"/>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7"/>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7"/>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7"/>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7"/>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7"/>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7"/>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7"/>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7"/>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7"/>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7"/>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7"/>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7"/>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7"/>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7"/>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7"/>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620" name="Shape 620"/>
        <p:cNvGrpSpPr/>
        <p:nvPr/>
      </p:nvGrpSpPr>
      <p:grpSpPr>
        <a:xfrm>
          <a:off x="0" y="0"/>
          <a:ext cx="0" cy="0"/>
          <a:chOff x="0" y="0"/>
          <a:chExt cx="0" cy="0"/>
        </a:xfrm>
      </p:grpSpPr>
      <p:sp>
        <p:nvSpPr>
          <p:cNvPr id="621" name="Google Shape;621;p18"/>
          <p:cNvSpPr txBox="1"/>
          <p:nvPr>
            <p:ph idx="1" type="subTitle"/>
          </p:nvPr>
        </p:nvSpPr>
        <p:spPr>
          <a:xfrm>
            <a:off x="1357575" y="2398275"/>
            <a:ext cx="2568300" cy="576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622" name="Google Shape;622;p18"/>
          <p:cNvSpPr txBox="1"/>
          <p:nvPr>
            <p:ph idx="2" type="subTitle"/>
          </p:nvPr>
        </p:nvSpPr>
        <p:spPr>
          <a:xfrm>
            <a:off x="1132425" y="3320025"/>
            <a:ext cx="3018600" cy="829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2"/>
              </a:buClr>
              <a:buSzPts val="1100"/>
              <a:buChar char="●"/>
              <a:defRPr>
                <a:solidFill>
                  <a:schemeClr val="dk1"/>
                </a:solidFill>
              </a:defRPr>
            </a:lvl1pPr>
            <a:lvl2pPr lvl="1" rtl="0" algn="ctr">
              <a:spcBef>
                <a:spcPts val="0"/>
              </a:spcBef>
              <a:spcAft>
                <a:spcPts val="0"/>
              </a:spcAft>
              <a:buSzPts val="1100"/>
              <a:buChar char="○"/>
              <a:defRPr sz="1100"/>
            </a:lvl2pPr>
            <a:lvl3pPr lvl="2" rtl="0" algn="ctr">
              <a:spcBef>
                <a:spcPts val="1600"/>
              </a:spcBef>
              <a:spcAft>
                <a:spcPts val="0"/>
              </a:spcAft>
              <a:buSzPts val="1100"/>
              <a:buChar char="■"/>
              <a:defRPr sz="1100"/>
            </a:lvl3pPr>
            <a:lvl4pPr lvl="3" rtl="0" algn="ctr">
              <a:spcBef>
                <a:spcPts val="1600"/>
              </a:spcBef>
              <a:spcAft>
                <a:spcPts val="0"/>
              </a:spcAft>
              <a:buSzPts val="1100"/>
              <a:buChar char="●"/>
              <a:defRPr sz="1100"/>
            </a:lvl4pPr>
            <a:lvl5pPr lvl="4" rtl="0" algn="ctr">
              <a:spcBef>
                <a:spcPts val="1600"/>
              </a:spcBef>
              <a:spcAft>
                <a:spcPts val="0"/>
              </a:spcAft>
              <a:buSzPts val="1100"/>
              <a:buChar char="○"/>
              <a:defRPr sz="1100"/>
            </a:lvl5pPr>
            <a:lvl6pPr lvl="5" rtl="0" algn="ctr">
              <a:spcBef>
                <a:spcPts val="1600"/>
              </a:spcBef>
              <a:spcAft>
                <a:spcPts val="0"/>
              </a:spcAft>
              <a:buSzPts val="1100"/>
              <a:buChar char="■"/>
              <a:defRPr sz="1100"/>
            </a:lvl6pPr>
            <a:lvl7pPr lvl="6" rtl="0" algn="ctr">
              <a:spcBef>
                <a:spcPts val="1600"/>
              </a:spcBef>
              <a:spcAft>
                <a:spcPts val="0"/>
              </a:spcAft>
              <a:buSzPts val="1100"/>
              <a:buChar char="●"/>
              <a:defRPr sz="1100"/>
            </a:lvl7pPr>
            <a:lvl8pPr lvl="7" rtl="0" algn="ctr">
              <a:spcBef>
                <a:spcPts val="1600"/>
              </a:spcBef>
              <a:spcAft>
                <a:spcPts val="0"/>
              </a:spcAft>
              <a:buSzPts val="1100"/>
              <a:buChar char="○"/>
              <a:defRPr sz="1100"/>
            </a:lvl8pPr>
            <a:lvl9pPr lvl="8" rtl="0" algn="ctr">
              <a:spcBef>
                <a:spcPts val="1600"/>
              </a:spcBef>
              <a:spcAft>
                <a:spcPts val="1600"/>
              </a:spcAft>
              <a:buSzPts val="1100"/>
              <a:buChar char="■"/>
              <a:defRPr sz="1100"/>
            </a:lvl9pPr>
          </a:lstStyle>
          <a:p/>
        </p:txBody>
      </p:sp>
      <p:sp>
        <p:nvSpPr>
          <p:cNvPr id="623" name="Google Shape;623;p18"/>
          <p:cNvSpPr txBox="1"/>
          <p:nvPr>
            <p:ph hasCustomPrompt="1" type="title"/>
          </p:nvPr>
        </p:nvSpPr>
        <p:spPr>
          <a:xfrm>
            <a:off x="1676475" y="984050"/>
            <a:ext cx="1930500" cy="576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000"/>
            </a:lvl1pPr>
            <a:lvl2pPr lvl="1" rtl="0" algn="r">
              <a:spcBef>
                <a:spcPts val="0"/>
              </a:spcBef>
              <a:spcAft>
                <a:spcPts val="0"/>
              </a:spcAft>
              <a:buSzPts val="1800"/>
              <a:buNone/>
              <a:defRPr sz="1800"/>
            </a:lvl2pPr>
            <a:lvl3pPr lvl="2" rtl="0" algn="r">
              <a:spcBef>
                <a:spcPts val="0"/>
              </a:spcBef>
              <a:spcAft>
                <a:spcPts val="0"/>
              </a:spcAft>
              <a:buSzPts val="1800"/>
              <a:buNone/>
              <a:defRPr sz="1800"/>
            </a:lvl3pPr>
            <a:lvl4pPr lvl="3" rtl="0" algn="r">
              <a:spcBef>
                <a:spcPts val="0"/>
              </a:spcBef>
              <a:spcAft>
                <a:spcPts val="0"/>
              </a:spcAft>
              <a:buSzPts val="1800"/>
              <a:buNone/>
              <a:defRPr sz="1800"/>
            </a:lvl4pPr>
            <a:lvl5pPr lvl="4" rtl="0" algn="r">
              <a:spcBef>
                <a:spcPts val="0"/>
              </a:spcBef>
              <a:spcAft>
                <a:spcPts val="0"/>
              </a:spcAft>
              <a:buSzPts val="1800"/>
              <a:buNone/>
              <a:defRPr sz="1800"/>
            </a:lvl5pPr>
            <a:lvl6pPr lvl="5" rtl="0" algn="r">
              <a:spcBef>
                <a:spcPts val="0"/>
              </a:spcBef>
              <a:spcAft>
                <a:spcPts val="0"/>
              </a:spcAft>
              <a:buSzPts val="1800"/>
              <a:buNone/>
              <a:defRPr sz="1800"/>
            </a:lvl6pPr>
            <a:lvl7pPr lvl="6" rtl="0" algn="r">
              <a:spcBef>
                <a:spcPts val="0"/>
              </a:spcBef>
              <a:spcAft>
                <a:spcPts val="0"/>
              </a:spcAft>
              <a:buSzPts val="1800"/>
              <a:buNone/>
              <a:defRPr sz="1800"/>
            </a:lvl7pPr>
            <a:lvl8pPr lvl="7" rtl="0" algn="r">
              <a:spcBef>
                <a:spcPts val="0"/>
              </a:spcBef>
              <a:spcAft>
                <a:spcPts val="0"/>
              </a:spcAft>
              <a:buSzPts val="1800"/>
              <a:buNone/>
              <a:defRPr sz="1800"/>
            </a:lvl8pPr>
            <a:lvl9pPr lvl="8" rtl="0" algn="r">
              <a:spcBef>
                <a:spcPts val="0"/>
              </a:spcBef>
              <a:spcAft>
                <a:spcPts val="0"/>
              </a:spcAft>
              <a:buSzPts val="1800"/>
              <a:buNone/>
              <a:defRPr sz="1800"/>
            </a:lvl9pPr>
          </a:lstStyle>
          <a:p>
            <a:r>
              <a:t>xx%</a:t>
            </a:r>
          </a:p>
        </p:txBody>
      </p:sp>
      <p:sp>
        <p:nvSpPr>
          <p:cNvPr id="624" name="Google Shape;624;p18"/>
          <p:cNvSpPr txBox="1"/>
          <p:nvPr>
            <p:ph idx="3" type="subTitle"/>
          </p:nvPr>
        </p:nvSpPr>
        <p:spPr>
          <a:xfrm>
            <a:off x="1700175" y="2912675"/>
            <a:ext cx="1883100" cy="36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Barlow Condensed Medium"/>
              <a:buNone/>
              <a:defRPr sz="1600">
                <a:latin typeface="Barlow Condensed Medium"/>
                <a:ea typeface="Barlow Condensed Medium"/>
                <a:cs typeface="Barlow Condensed Medium"/>
                <a:sym typeface="Barlow Condensed Medium"/>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625" name="Google Shape;625;p18"/>
          <p:cNvSpPr txBox="1"/>
          <p:nvPr>
            <p:ph idx="4" type="subTitle"/>
          </p:nvPr>
        </p:nvSpPr>
        <p:spPr>
          <a:xfrm>
            <a:off x="5235388" y="2398275"/>
            <a:ext cx="2569500" cy="576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626" name="Google Shape;626;p18"/>
          <p:cNvSpPr txBox="1"/>
          <p:nvPr>
            <p:ph idx="5" type="subTitle"/>
          </p:nvPr>
        </p:nvSpPr>
        <p:spPr>
          <a:xfrm>
            <a:off x="5011450" y="3320025"/>
            <a:ext cx="3017400" cy="829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2"/>
              </a:buClr>
              <a:buSzPts val="1100"/>
              <a:buChar char="●"/>
              <a:defRPr>
                <a:solidFill>
                  <a:schemeClr val="dk1"/>
                </a:solidFill>
              </a:defRPr>
            </a:lvl1pPr>
            <a:lvl2pPr lvl="1" rtl="0" algn="ctr">
              <a:spcBef>
                <a:spcPts val="0"/>
              </a:spcBef>
              <a:spcAft>
                <a:spcPts val="0"/>
              </a:spcAft>
              <a:buSzPts val="1100"/>
              <a:buChar char="○"/>
              <a:defRPr sz="1100"/>
            </a:lvl2pPr>
            <a:lvl3pPr lvl="2" rtl="0" algn="ctr">
              <a:spcBef>
                <a:spcPts val="1600"/>
              </a:spcBef>
              <a:spcAft>
                <a:spcPts val="0"/>
              </a:spcAft>
              <a:buSzPts val="1100"/>
              <a:buChar char="■"/>
              <a:defRPr sz="1100"/>
            </a:lvl3pPr>
            <a:lvl4pPr lvl="3" rtl="0" algn="ctr">
              <a:spcBef>
                <a:spcPts val="1600"/>
              </a:spcBef>
              <a:spcAft>
                <a:spcPts val="0"/>
              </a:spcAft>
              <a:buSzPts val="1100"/>
              <a:buChar char="●"/>
              <a:defRPr sz="1100"/>
            </a:lvl4pPr>
            <a:lvl5pPr lvl="4" rtl="0" algn="ctr">
              <a:spcBef>
                <a:spcPts val="1600"/>
              </a:spcBef>
              <a:spcAft>
                <a:spcPts val="0"/>
              </a:spcAft>
              <a:buSzPts val="1100"/>
              <a:buChar char="○"/>
              <a:defRPr sz="1100"/>
            </a:lvl5pPr>
            <a:lvl6pPr lvl="5" rtl="0" algn="ctr">
              <a:spcBef>
                <a:spcPts val="1600"/>
              </a:spcBef>
              <a:spcAft>
                <a:spcPts val="0"/>
              </a:spcAft>
              <a:buSzPts val="1100"/>
              <a:buChar char="■"/>
              <a:defRPr sz="1100"/>
            </a:lvl6pPr>
            <a:lvl7pPr lvl="6" rtl="0" algn="ctr">
              <a:spcBef>
                <a:spcPts val="1600"/>
              </a:spcBef>
              <a:spcAft>
                <a:spcPts val="0"/>
              </a:spcAft>
              <a:buSzPts val="1100"/>
              <a:buChar char="●"/>
              <a:defRPr sz="1100"/>
            </a:lvl7pPr>
            <a:lvl8pPr lvl="7" rtl="0" algn="ctr">
              <a:spcBef>
                <a:spcPts val="1600"/>
              </a:spcBef>
              <a:spcAft>
                <a:spcPts val="0"/>
              </a:spcAft>
              <a:buSzPts val="1100"/>
              <a:buChar char="○"/>
              <a:defRPr sz="1100"/>
            </a:lvl8pPr>
            <a:lvl9pPr lvl="8" rtl="0" algn="ctr">
              <a:spcBef>
                <a:spcPts val="1600"/>
              </a:spcBef>
              <a:spcAft>
                <a:spcPts val="1600"/>
              </a:spcAft>
              <a:buSzPts val="1100"/>
              <a:buChar char="■"/>
              <a:defRPr sz="1100"/>
            </a:lvl9pPr>
          </a:lstStyle>
          <a:p/>
        </p:txBody>
      </p:sp>
      <p:sp>
        <p:nvSpPr>
          <p:cNvPr id="627" name="Google Shape;627;p18"/>
          <p:cNvSpPr txBox="1"/>
          <p:nvPr>
            <p:ph hasCustomPrompt="1" idx="6" type="title"/>
          </p:nvPr>
        </p:nvSpPr>
        <p:spPr>
          <a:xfrm>
            <a:off x="5554900" y="984050"/>
            <a:ext cx="1930500" cy="576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0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628" name="Google Shape;628;p18"/>
          <p:cNvSpPr txBox="1"/>
          <p:nvPr>
            <p:ph idx="7" type="subTitle"/>
          </p:nvPr>
        </p:nvSpPr>
        <p:spPr>
          <a:xfrm>
            <a:off x="5554825" y="2912675"/>
            <a:ext cx="1930500" cy="36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Barlow Condensed Medium"/>
              <a:buNone/>
              <a:defRPr sz="1600">
                <a:latin typeface="Barlow Condensed Medium"/>
                <a:ea typeface="Barlow Condensed Medium"/>
                <a:cs typeface="Barlow Condensed Medium"/>
                <a:sym typeface="Barlow Condensed Medium"/>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629" name="Google Shape;629;p18"/>
          <p:cNvSpPr txBox="1"/>
          <p:nvPr>
            <p:ph idx="8" type="ctrTitle"/>
          </p:nvPr>
        </p:nvSpPr>
        <p:spPr>
          <a:xfrm>
            <a:off x="266501" y="468450"/>
            <a:ext cx="80955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lvl1pPr>
            <a:lvl2pPr lvl="1" rtl="0" algn="r">
              <a:spcBef>
                <a:spcPts val="0"/>
              </a:spcBef>
              <a:spcAft>
                <a:spcPts val="0"/>
              </a:spcAft>
              <a:buSzPts val="1600"/>
              <a:buNone/>
              <a:defRPr sz="1600"/>
            </a:lvl2pPr>
            <a:lvl3pPr lvl="2" rtl="0" algn="r">
              <a:spcBef>
                <a:spcPts val="0"/>
              </a:spcBef>
              <a:spcAft>
                <a:spcPts val="0"/>
              </a:spcAft>
              <a:buSzPts val="1600"/>
              <a:buNone/>
              <a:defRPr sz="1600"/>
            </a:lvl3pPr>
            <a:lvl4pPr lvl="3" rtl="0" algn="r">
              <a:spcBef>
                <a:spcPts val="0"/>
              </a:spcBef>
              <a:spcAft>
                <a:spcPts val="0"/>
              </a:spcAft>
              <a:buSzPts val="1600"/>
              <a:buNone/>
              <a:defRPr sz="1600"/>
            </a:lvl4pPr>
            <a:lvl5pPr lvl="4" rtl="0" algn="r">
              <a:spcBef>
                <a:spcPts val="0"/>
              </a:spcBef>
              <a:spcAft>
                <a:spcPts val="0"/>
              </a:spcAft>
              <a:buSzPts val="1600"/>
              <a:buNone/>
              <a:defRPr sz="1600"/>
            </a:lvl5pPr>
            <a:lvl6pPr lvl="5" rtl="0" algn="r">
              <a:spcBef>
                <a:spcPts val="0"/>
              </a:spcBef>
              <a:spcAft>
                <a:spcPts val="0"/>
              </a:spcAft>
              <a:buSzPts val="1600"/>
              <a:buNone/>
              <a:defRPr sz="1600"/>
            </a:lvl6pPr>
            <a:lvl7pPr lvl="6" rtl="0" algn="r">
              <a:spcBef>
                <a:spcPts val="0"/>
              </a:spcBef>
              <a:spcAft>
                <a:spcPts val="0"/>
              </a:spcAft>
              <a:buSzPts val="1600"/>
              <a:buNone/>
              <a:defRPr sz="1600"/>
            </a:lvl7pPr>
            <a:lvl8pPr lvl="7" rtl="0" algn="r">
              <a:spcBef>
                <a:spcPts val="0"/>
              </a:spcBef>
              <a:spcAft>
                <a:spcPts val="0"/>
              </a:spcAft>
              <a:buSzPts val="1600"/>
              <a:buNone/>
              <a:defRPr sz="1600"/>
            </a:lvl8pPr>
            <a:lvl9pPr lvl="8" rtl="0" algn="r">
              <a:spcBef>
                <a:spcPts val="0"/>
              </a:spcBef>
              <a:spcAft>
                <a:spcPts val="0"/>
              </a:spcAft>
              <a:buSzPts val="1600"/>
              <a:buNone/>
              <a:defRPr sz="1600"/>
            </a:lvl9pPr>
          </a:lstStyle>
          <a:p/>
        </p:txBody>
      </p:sp>
      <p:cxnSp>
        <p:nvCxnSpPr>
          <p:cNvPr id="630" name="Google Shape;630;p18"/>
          <p:cNvCxnSpPr/>
          <p:nvPr/>
        </p:nvCxnSpPr>
        <p:spPr>
          <a:xfrm>
            <a:off x="8634675" y="-1604650"/>
            <a:ext cx="0" cy="2664900"/>
          </a:xfrm>
          <a:prstGeom prst="straightConnector1">
            <a:avLst/>
          </a:prstGeom>
          <a:noFill/>
          <a:ln cap="flat" cmpd="sng" w="28575">
            <a:solidFill>
              <a:schemeClr val="accent4"/>
            </a:solidFill>
            <a:prstDash val="solid"/>
            <a:round/>
            <a:headEnd len="med" w="med" type="none"/>
            <a:tailEnd len="med" w="med" type="none"/>
          </a:ln>
        </p:spPr>
      </p:cxnSp>
      <p:grpSp>
        <p:nvGrpSpPr>
          <p:cNvPr id="631" name="Google Shape;631;p18"/>
          <p:cNvGrpSpPr/>
          <p:nvPr/>
        </p:nvGrpSpPr>
        <p:grpSpPr>
          <a:xfrm rot="-5400000">
            <a:off x="665620" y="3611830"/>
            <a:ext cx="877851" cy="2209091"/>
            <a:chOff x="-26858" y="-227337"/>
            <a:chExt cx="1093215" cy="2757917"/>
          </a:xfrm>
        </p:grpSpPr>
        <p:sp>
          <p:nvSpPr>
            <p:cNvPr id="632" name="Google Shape;632;p18"/>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8"/>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8"/>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8"/>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8"/>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8"/>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8"/>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8"/>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8"/>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8"/>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8"/>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8"/>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8"/>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8"/>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8"/>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8"/>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8"/>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8"/>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ITLE_1_1">
    <p:spTree>
      <p:nvGrpSpPr>
        <p:cNvPr id="654" name="Shape 654"/>
        <p:cNvGrpSpPr/>
        <p:nvPr/>
      </p:nvGrpSpPr>
      <p:grpSpPr>
        <a:xfrm>
          <a:off x="0" y="0"/>
          <a:ext cx="0" cy="0"/>
          <a:chOff x="0" y="0"/>
          <a:chExt cx="0" cy="0"/>
        </a:xfrm>
      </p:grpSpPr>
      <p:sp>
        <p:nvSpPr>
          <p:cNvPr id="655" name="Google Shape;655;p19"/>
          <p:cNvSpPr txBox="1"/>
          <p:nvPr>
            <p:ph type="ctrTitle"/>
          </p:nvPr>
        </p:nvSpPr>
        <p:spPr>
          <a:xfrm>
            <a:off x="2769125" y="539500"/>
            <a:ext cx="3605700" cy="839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656" name="Google Shape;656;p19"/>
          <p:cNvSpPr txBox="1"/>
          <p:nvPr>
            <p:ph idx="1" type="subTitle"/>
          </p:nvPr>
        </p:nvSpPr>
        <p:spPr>
          <a:xfrm>
            <a:off x="2725300" y="1609975"/>
            <a:ext cx="3693300" cy="102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57" name="Google Shape;657;p19"/>
          <p:cNvSpPr txBox="1"/>
          <p:nvPr/>
        </p:nvSpPr>
        <p:spPr>
          <a:xfrm>
            <a:off x="3023550" y="3354600"/>
            <a:ext cx="3096900" cy="898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Arvo"/>
                <a:ea typeface="Arvo"/>
                <a:cs typeface="Arvo"/>
                <a:sym typeface="Arvo"/>
              </a:rPr>
              <a:t>CREDITS: This presentation template was created by </a:t>
            </a:r>
            <a:r>
              <a:rPr b="1" lang="en" sz="1000">
                <a:solidFill>
                  <a:schemeClr val="dk1"/>
                </a:solidFill>
                <a:uFill>
                  <a:noFill/>
                </a:uFill>
                <a:latin typeface="Arvo"/>
                <a:ea typeface="Arvo"/>
                <a:cs typeface="Arvo"/>
                <a:sym typeface="Arvo"/>
                <a:hlinkClick r:id="rId2">
                  <a:extLst>
                    <a:ext uri="{A12FA001-AC4F-418D-AE19-62706E023703}">
                      <ahyp:hlinkClr val="tx"/>
                    </a:ext>
                  </a:extLst>
                </a:hlinkClick>
              </a:rPr>
              <a:t>Slidesgo</a:t>
            </a:r>
            <a:r>
              <a:rPr lang="en" sz="1000">
                <a:solidFill>
                  <a:schemeClr val="dk1"/>
                </a:solidFill>
                <a:latin typeface="Arvo"/>
                <a:ea typeface="Arvo"/>
                <a:cs typeface="Arvo"/>
                <a:sym typeface="Arvo"/>
              </a:rPr>
              <a:t>, including icons by </a:t>
            </a:r>
            <a:r>
              <a:rPr b="1" lang="en" sz="1000">
                <a:solidFill>
                  <a:schemeClr val="dk1"/>
                </a:solidFill>
                <a:uFill>
                  <a:noFill/>
                </a:uFill>
                <a:latin typeface="Arvo"/>
                <a:ea typeface="Arvo"/>
                <a:cs typeface="Arvo"/>
                <a:sym typeface="Arvo"/>
                <a:hlinkClick r:id="rId3">
                  <a:extLst>
                    <a:ext uri="{A12FA001-AC4F-418D-AE19-62706E023703}">
                      <ahyp:hlinkClr val="tx"/>
                    </a:ext>
                  </a:extLst>
                </a:hlinkClick>
              </a:rPr>
              <a:t>Flaticon</a:t>
            </a:r>
            <a:r>
              <a:rPr lang="en" sz="1000">
                <a:solidFill>
                  <a:schemeClr val="dk1"/>
                </a:solidFill>
                <a:latin typeface="Arvo"/>
                <a:ea typeface="Arvo"/>
                <a:cs typeface="Arvo"/>
                <a:sym typeface="Arvo"/>
              </a:rPr>
              <a:t>, infographics &amp; images by </a:t>
            </a:r>
            <a:r>
              <a:rPr b="1" lang="en" sz="1000">
                <a:solidFill>
                  <a:schemeClr val="dk1"/>
                </a:solidFill>
                <a:uFill>
                  <a:noFill/>
                </a:uFill>
                <a:latin typeface="Arvo"/>
                <a:ea typeface="Arvo"/>
                <a:cs typeface="Arvo"/>
                <a:sym typeface="Arvo"/>
                <a:hlinkClick r:id="rId4">
                  <a:extLst>
                    <a:ext uri="{A12FA001-AC4F-418D-AE19-62706E023703}">
                      <ahyp:hlinkClr val="tx"/>
                    </a:ext>
                  </a:extLst>
                </a:hlinkClick>
              </a:rPr>
              <a:t>Freepik</a:t>
            </a:r>
            <a:endParaRPr b="1" sz="1000">
              <a:solidFill>
                <a:schemeClr val="dk1"/>
              </a:solidFill>
              <a:latin typeface="Arvo"/>
              <a:ea typeface="Arvo"/>
              <a:cs typeface="Arvo"/>
              <a:sym typeface="Arvo"/>
            </a:endParaRPr>
          </a:p>
        </p:txBody>
      </p:sp>
      <p:grpSp>
        <p:nvGrpSpPr>
          <p:cNvPr id="658" name="Google Shape;658;p19"/>
          <p:cNvGrpSpPr/>
          <p:nvPr/>
        </p:nvGrpSpPr>
        <p:grpSpPr>
          <a:xfrm flipH="1">
            <a:off x="0" y="2933725"/>
            <a:ext cx="2044793" cy="2209776"/>
            <a:chOff x="1384075" y="241450"/>
            <a:chExt cx="4822625" cy="5215425"/>
          </a:xfrm>
        </p:grpSpPr>
        <p:sp>
          <p:nvSpPr>
            <p:cNvPr id="659" name="Google Shape;659;p19"/>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9"/>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9"/>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9"/>
            <p:cNvSpPr/>
            <p:nvPr/>
          </p:nvSpPr>
          <p:spPr>
            <a:xfrm>
              <a:off x="4827375" y="1479000"/>
              <a:ext cx="691350" cy="795600"/>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9"/>
            <p:cNvSpPr/>
            <p:nvPr/>
          </p:nvSpPr>
          <p:spPr>
            <a:xfrm>
              <a:off x="4827375" y="1875125"/>
              <a:ext cx="691350" cy="1195050"/>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9"/>
            <p:cNvSpPr/>
            <p:nvPr/>
          </p:nvSpPr>
          <p:spPr>
            <a:xfrm>
              <a:off x="5518700" y="2274575"/>
              <a:ext cx="688000" cy="795600"/>
            </a:xfrm>
            <a:custGeom>
              <a:rect b="b" l="l" r="r" t="t"/>
              <a:pathLst>
                <a:path extrusionOk="0" h="31824" w="27520">
                  <a:moveTo>
                    <a:pt x="0" y="0"/>
                  </a:moveTo>
                  <a:lnTo>
                    <a:pt x="0" y="31823"/>
                  </a:lnTo>
                  <a:lnTo>
                    <a:pt x="27520" y="15978"/>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9"/>
            <p:cNvSpPr/>
            <p:nvPr/>
          </p:nvSpPr>
          <p:spPr>
            <a:xfrm>
              <a:off x="4827375" y="3865700"/>
              <a:ext cx="691350" cy="1195050"/>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9"/>
            <p:cNvSpPr/>
            <p:nvPr/>
          </p:nvSpPr>
          <p:spPr>
            <a:xfrm>
              <a:off x="4830700" y="4661275"/>
              <a:ext cx="688025" cy="795600"/>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9"/>
            <p:cNvSpPr/>
            <p:nvPr/>
          </p:nvSpPr>
          <p:spPr>
            <a:xfrm>
              <a:off x="5518700" y="3865700"/>
              <a:ext cx="688000" cy="795600"/>
            </a:xfrm>
            <a:custGeom>
              <a:rect b="b" l="l" r="r" t="t"/>
              <a:pathLst>
                <a:path extrusionOk="0" h="31824" w="27520">
                  <a:moveTo>
                    <a:pt x="0" y="1"/>
                  </a:moveTo>
                  <a:lnTo>
                    <a:pt x="0" y="31824"/>
                  </a:lnTo>
                  <a:lnTo>
                    <a:pt x="27520"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9"/>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9"/>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9"/>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9"/>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9"/>
            <p:cNvSpPr/>
            <p:nvPr/>
          </p:nvSpPr>
          <p:spPr>
            <a:xfrm>
              <a:off x="4139375" y="2670675"/>
              <a:ext cx="688025" cy="798950"/>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9"/>
            <p:cNvSpPr/>
            <p:nvPr/>
          </p:nvSpPr>
          <p:spPr>
            <a:xfrm>
              <a:off x="4139375" y="3070150"/>
              <a:ext cx="688025" cy="795575"/>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9"/>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9"/>
            <p:cNvSpPr/>
            <p:nvPr/>
          </p:nvSpPr>
          <p:spPr>
            <a:xfrm>
              <a:off x="3451375" y="3070150"/>
              <a:ext cx="688025" cy="795575"/>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9"/>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9"/>
            <p:cNvSpPr/>
            <p:nvPr/>
          </p:nvSpPr>
          <p:spPr>
            <a:xfrm>
              <a:off x="3451375" y="1479000"/>
              <a:ext cx="688025" cy="795600"/>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9"/>
            <p:cNvSpPr/>
            <p:nvPr/>
          </p:nvSpPr>
          <p:spPr>
            <a:xfrm>
              <a:off x="3448050" y="1878450"/>
              <a:ext cx="694675" cy="1191725"/>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9"/>
            <p:cNvSpPr/>
            <p:nvPr/>
          </p:nvSpPr>
          <p:spPr>
            <a:xfrm>
              <a:off x="4139375" y="1878450"/>
              <a:ext cx="688025" cy="1191725"/>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9"/>
            <p:cNvSpPr/>
            <p:nvPr/>
          </p:nvSpPr>
          <p:spPr>
            <a:xfrm>
              <a:off x="4382875" y="241450"/>
              <a:ext cx="201000" cy="22935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9"/>
            <p:cNvSpPr/>
            <p:nvPr/>
          </p:nvSpPr>
          <p:spPr>
            <a:xfrm>
              <a:off x="4139375" y="682600"/>
              <a:ext cx="688025" cy="79642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9"/>
            <p:cNvSpPr/>
            <p:nvPr/>
          </p:nvSpPr>
          <p:spPr>
            <a:xfrm>
              <a:off x="3451375" y="4661275"/>
              <a:ext cx="1376025" cy="795600"/>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9"/>
            <p:cNvSpPr/>
            <p:nvPr/>
          </p:nvSpPr>
          <p:spPr>
            <a:xfrm>
              <a:off x="4139375" y="3865700"/>
              <a:ext cx="688025" cy="1195050"/>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9"/>
            <p:cNvSpPr/>
            <p:nvPr/>
          </p:nvSpPr>
          <p:spPr>
            <a:xfrm>
              <a:off x="4139375" y="3469600"/>
              <a:ext cx="688025" cy="795575"/>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9"/>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9"/>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9"/>
            <p:cNvSpPr/>
            <p:nvPr/>
          </p:nvSpPr>
          <p:spPr>
            <a:xfrm>
              <a:off x="3451375" y="3469600"/>
              <a:ext cx="688025" cy="795575"/>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9"/>
            <p:cNvSpPr/>
            <p:nvPr/>
          </p:nvSpPr>
          <p:spPr>
            <a:xfrm>
              <a:off x="3451375" y="2670675"/>
              <a:ext cx="1376025" cy="1195050"/>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9"/>
            <p:cNvSpPr/>
            <p:nvPr/>
          </p:nvSpPr>
          <p:spPr>
            <a:xfrm>
              <a:off x="2760050" y="2670675"/>
              <a:ext cx="691350" cy="798950"/>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9"/>
            <p:cNvSpPr/>
            <p:nvPr/>
          </p:nvSpPr>
          <p:spPr>
            <a:xfrm>
              <a:off x="2760050" y="3070150"/>
              <a:ext cx="691350" cy="795575"/>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9"/>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9"/>
            <p:cNvSpPr/>
            <p:nvPr/>
          </p:nvSpPr>
          <p:spPr>
            <a:xfrm>
              <a:off x="2072075" y="1479000"/>
              <a:ext cx="688000" cy="795600"/>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9"/>
            <p:cNvSpPr/>
            <p:nvPr/>
          </p:nvSpPr>
          <p:spPr>
            <a:xfrm>
              <a:off x="1967825" y="2486400"/>
              <a:ext cx="322750" cy="371950"/>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9"/>
            <p:cNvSpPr/>
            <p:nvPr/>
          </p:nvSpPr>
          <p:spPr>
            <a:xfrm>
              <a:off x="2065400" y="1412275"/>
              <a:ext cx="218500" cy="254375"/>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9"/>
            <p:cNvSpPr/>
            <p:nvPr/>
          </p:nvSpPr>
          <p:spPr>
            <a:xfrm>
              <a:off x="2760050" y="1878450"/>
              <a:ext cx="691350" cy="1191725"/>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9"/>
            <p:cNvSpPr/>
            <p:nvPr/>
          </p:nvSpPr>
          <p:spPr>
            <a:xfrm>
              <a:off x="2760050" y="1479000"/>
              <a:ext cx="691350" cy="795600"/>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9"/>
            <p:cNvSpPr/>
            <p:nvPr/>
          </p:nvSpPr>
          <p:spPr>
            <a:xfrm>
              <a:off x="2072075" y="3865700"/>
              <a:ext cx="688000" cy="795600"/>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9"/>
            <p:cNvSpPr/>
            <p:nvPr/>
          </p:nvSpPr>
          <p:spPr>
            <a:xfrm>
              <a:off x="1384075" y="4661275"/>
              <a:ext cx="688025" cy="795600"/>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9"/>
            <p:cNvSpPr/>
            <p:nvPr/>
          </p:nvSpPr>
          <p:spPr>
            <a:xfrm>
              <a:off x="2760050" y="3865700"/>
              <a:ext cx="691350" cy="1591175"/>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9"/>
            <p:cNvSpPr/>
            <p:nvPr/>
          </p:nvSpPr>
          <p:spPr>
            <a:xfrm>
              <a:off x="2760050" y="3469600"/>
              <a:ext cx="691350" cy="795575"/>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9"/>
            <p:cNvSpPr/>
            <p:nvPr/>
          </p:nvSpPr>
          <p:spPr>
            <a:xfrm>
              <a:off x="3448050" y="3469600"/>
              <a:ext cx="691350" cy="159115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9"/>
            <p:cNvSpPr/>
            <p:nvPr/>
          </p:nvSpPr>
          <p:spPr>
            <a:xfrm>
              <a:off x="2760050" y="2670675"/>
              <a:ext cx="1379350" cy="1195050"/>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 name="Google Shape;703;p19"/>
          <p:cNvGrpSpPr/>
          <p:nvPr/>
        </p:nvGrpSpPr>
        <p:grpSpPr>
          <a:xfrm flipH="1">
            <a:off x="6934090" y="-76200"/>
            <a:ext cx="2286103" cy="2895537"/>
            <a:chOff x="-26858" y="-227337"/>
            <a:chExt cx="2186403" cy="2757917"/>
          </a:xfrm>
        </p:grpSpPr>
        <p:sp>
          <p:nvSpPr>
            <p:cNvPr id="704" name="Google Shape;704;p19"/>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9"/>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9"/>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9"/>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9"/>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9"/>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9"/>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9"/>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9"/>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9"/>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9"/>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9"/>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9"/>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9"/>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9"/>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9"/>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9"/>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9"/>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9"/>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9"/>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9"/>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9"/>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9"/>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9"/>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9"/>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9"/>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9"/>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9"/>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9"/>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9"/>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9"/>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9"/>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9"/>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9"/>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9"/>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9"/>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744" name="Shape 744"/>
        <p:cNvGrpSpPr/>
        <p:nvPr/>
      </p:nvGrpSpPr>
      <p:grpSpPr>
        <a:xfrm>
          <a:off x="0" y="0"/>
          <a:ext cx="0" cy="0"/>
          <a:chOff x="0" y="0"/>
          <a:chExt cx="0" cy="0"/>
        </a:xfrm>
      </p:grpSpPr>
      <p:sp>
        <p:nvSpPr>
          <p:cNvPr id="745" name="Google Shape;745;p20"/>
          <p:cNvSpPr txBox="1"/>
          <p:nvPr>
            <p:ph type="title"/>
          </p:nvPr>
        </p:nvSpPr>
        <p:spPr>
          <a:xfrm>
            <a:off x="3576150" y="1906435"/>
            <a:ext cx="5405100" cy="2024700"/>
          </a:xfrm>
          <a:prstGeom prst="rect">
            <a:avLst/>
          </a:prstGeom>
        </p:spPr>
        <p:txBody>
          <a:bodyPr anchorCtr="0" anchor="ctr" bIns="91425" lIns="91425" spcFirstLastPara="1" rIns="91425" wrap="square" tIns="91425">
            <a:noAutofit/>
          </a:bodyPr>
          <a:lstStyle>
            <a:lvl1pPr lvl="0" rtl="0">
              <a:spcBef>
                <a:spcPts val="0"/>
              </a:spcBef>
              <a:spcAft>
                <a:spcPts val="0"/>
              </a:spcAft>
              <a:buSzPts val="72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746" name="Google Shape;746;p20"/>
          <p:cNvGrpSpPr/>
          <p:nvPr/>
        </p:nvGrpSpPr>
        <p:grpSpPr>
          <a:xfrm>
            <a:off x="-26847" y="-280618"/>
            <a:ext cx="2865062" cy="3613974"/>
            <a:chOff x="-26858" y="-227337"/>
            <a:chExt cx="2186403" cy="2757917"/>
          </a:xfrm>
        </p:grpSpPr>
        <p:sp>
          <p:nvSpPr>
            <p:cNvPr id="747" name="Google Shape;747;p20"/>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0"/>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0"/>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0"/>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0"/>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0"/>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0"/>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0"/>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0"/>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0"/>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0"/>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0"/>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0"/>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0"/>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0"/>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0"/>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0"/>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0"/>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0"/>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0"/>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0"/>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0"/>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0"/>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0"/>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0"/>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0"/>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0"/>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0"/>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0"/>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0"/>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0"/>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0"/>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0"/>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0"/>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0"/>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0"/>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52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7" name="Google Shape;787;p20"/>
          <p:cNvGrpSpPr/>
          <p:nvPr/>
        </p:nvGrpSpPr>
        <p:grpSpPr>
          <a:xfrm flipH="1" rot="5400000">
            <a:off x="7613820" y="3611830"/>
            <a:ext cx="877851" cy="2209091"/>
            <a:chOff x="-26858" y="-227337"/>
            <a:chExt cx="1093215" cy="2757917"/>
          </a:xfrm>
        </p:grpSpPr>
        <p:sp>
          <p:nvSpPr>
            <p:cNvPr id="788" name="Google Shape;788;p20"/>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0"/>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0"/>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0"/>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0"/>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0"/>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0"/>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0"/>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0"/>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0"/>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0"/>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0"/>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0"/>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0"/>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0"/>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0"/>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0"/>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0"/>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2">
    <p:spTree>
      <p:nvGrpSpPr>
        <p:cNvPr id="810" name="Shape 810"/>
        <p:cNvGrpSpPr/>
        <p:nvPr/>
      </p:nvGrpSpPr>
      <p:grpSpPr>
        <a:xfrm>
          <a:off x="0" y="0"/>
          <a:ext cx="0" cy="0"/>
          <a:chOff x="0" y="0"/>
          <a:chExt cx="0" cy="0"/>
        </a:xfrm>
      </p:grpSpPr>
      <p:sp>
        <p:nvSpPr>
          <p:cNvPr id="811" name="Google Shape;811;p21"/>
          <p:cNvSpPr txBox="1"/>
          <p:nvPr>
            <p:ph hasCustomPrompt="1" type="title"/>
          </p:nvPr>
        </p:nvSpPr>
        <p:spPr>
          <a:xfrm>
            <a:off x="3126225" y="1370175"/>
            <a:ext cx="2891400" cy="1840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12" name="Google Shape;812;p21"/>
          <p:cNvSpPr txBox="1"/>
          <p:nvPr>
            <p:ph idx="1" type="subTitle"/>
          </p:nvPr>
        </p:nvSpPr>
        <p:spPr>
          <a:xfrm>
            <a:off x="2033525" y="3073100"/>
            <a:ext cx="5076900" cy="32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813" name="Google Shape;813;p21"/>
          <p:cNvSpPr/>
          <p:nvPr/>
        </p:nvSpPr>
        <p:spPr>
          <a:xfrm flipH="1" rot="-5400000">
            <a:off x="3915139" y="-129225"/>
            <a:ext cx="1313715" cy="1522366"/>
          </a:xfrm>
          <a:custGeom>
            <a:rect b="b" l="l" r="r" t="t"/>
            <a:pathLst>
              <a:path extrusionOk="0" h="31857" w="27521">
                <a:moveTo>
                  <a:pt x="1" y="0"/>
                </a:moveTo>
                <a:lnTo>
                  <a:pt x="1" y="31857"/>
                </a:lnTo>
                <a:lnTo>
                  <a:pt x="27520" y="15845"/>
                </a:lnTo>
                <a:lnTo>
                  <a:pt x="1"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1"/>
          <p:cNvSpPr/>
          <p:nvPr/>
        </p:nvSpPr>
        <p:spPr>
          <a:xfrm flipH="1" rot="5400000">
            <a:off x="3915139" y="3746750"/>
            <a:ext cx="1313715" cy="1522366"/>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1"/>
          <p:cNvSpPr/>
          <p:nvPr/>
        </p:nvSpPr>
        <p:spPr>
          <a:xfrm rot="-5400000">
            <a:off x="4846692" y="771370"/>
            <a:ext cx="301768" cy="350541"/>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1"/>
          <p:cNvSpPr/>
          <p:nvPr/>
        </p:nvSpPr>
        <p:spPr>
          <a:xfrm rot="5400000">
            <a:off x="3995542" y="4059545"/>
            <a:ext cx="301768" cy="350541"/>
          </a:xfrm>
          <a:custGeom>
            <a:rect b="b" l="l" r="r" t="t"/>
            <a:pathLst>
              <a:path extrusionOk="0" h="31824" w="27521">
                <a:moveTo>
                  <a:pt x="1" y="1"/>
                </a:moveTo>
                <a:lnTo>
                  <a:pt x="1" y="31823"/>
                </a:lnTo>
                <a:lnTo>
                  <a:pt x="27520" y="15979"/>
                </a:lnTo>
                <a:lnTo>
                  <a:pt x="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2">
  <p:cSld name="BIG_NUMBER_3_1">
    <p:spTree>
      <p:nvGrpSpPr>
        <p:cNvPr id="817" name="Shape 817"/>
        <p:cNvGrpSpPr/>
        <p:nvPr/>
      </p:nvGrpSpPr>
      <p:grpSpPr>
        <a:xfrm>
          <a:off x="0" y="0"/>
          <a:ext cx="0" cy="0"/>
          <a:chOff x="0" y="0"/>
          <a:chExt cx="0" cy="0"/>
        </a:xfrm>
      </p:grpSpPr>
      <p:sp>
        <p:nvSpPr>
          <p:cNvPr id="818" name="Google Shape;818;p22"/>
          <p:cNvSpPr txBox="1"/>
          <p:nvPr>
            <p:ph hasCustomPrompt="1" type="title"/>
          </p:nvPr>
        </p:nvSpPr>
        <p:spPr>
          <a:xfrm>
            <a:off x="3350875" y="1756725"/>
            <a:ext cx="2442300" cy="91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7200">
                <a:solidFill>
                  <a:schemeClr val="accent2"/>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19" name="Google Shape;819;p22"/>
          <p:cNvSpPr txBox="1"/>
          <p:nvPr>
            <p:ph idx="1" type="subTitle"/>
          </p:nvPr>
        </p:nvSpPr>
        <p:spPr>
          <a:xfrm>
            <a:off x="3350825" y="2600900"/>
            <a:ext cx="2442300" cy="583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grpSp>
        <p:nvGrpSpPr>
          <p:cNvPr id="820" name="Google Shape;820;p22"/>
          <p:cNvGrpSpPr/>
          <p:nvPr/>
        </p:nvGrpSpPr>
        <p:grpSpPr>
          <a:xfrm flipH="1" rot="-5400000">
            <a:off x="286059" y="-312722"/>
            <a:ext cx="1209907" cy="1782035"/>
            <a:chOff x="700771" y="-227337"/>
            <a:chExt cx="1458774" cy="2138784"/>
          </a:xfrm>
        </p:grpSpPr>
        <p:sp>
          <p:nvSpPr>
            <p:cNvPr id="821" name="Google Shape;821;p22"/>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2"/>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2"/>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2"/>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2"/>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2"/>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2"/>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2"/>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2"/>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2"/>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2"/>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2"/>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2"/>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2"/>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2"/>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2"/>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2"/>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2"/>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2"/>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0" name="Google Shape;840;p22"/>
          <p:cNvGrpSpPr/>
          <p:nvPr/>
        </p:nvGrpSpPr>
        <p:grpSpPr>
          <a:xfrm flipH="1" rot="5400000">
            <a:off x="7613820" y="3611830"/>
            <a:ext cx="877851" cy="2209091"/>
            <a:chOff x="-26858" y="-227337"/>
            <a:chExt cx="1093215" cy="2757917"/>
          </a:xfrm>
        </p:grpSpPr>
        <p:sp>
          <p:nvSpPr>
            <p:cNvPr id="841" name="Google Shape;841;p22"/>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2"/>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2"/>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2"/>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2"/>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2"/>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2"/>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2"/>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2"/>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2"/>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2"/>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2"/>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2"/>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2"/>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2"/>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2"/>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2"/>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2"/>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2"/>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2"/>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2"/>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2"/>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IG_NUMBER_1">
    <p:spTree>
      <p:nvGrpSpPr>
        <p:cNvPr id="863" name="Shape 863"/>
        <p:cNvGrpSpPr/>
        <p:nvPr/>
      </p:nvGrpSpPr>
      <p:grpSpPr>
        <a:xfrm>
          <a:off x="0" y="0"/>
          <a:ext cx="0" cy="0"/>
          <a:chOff x="0" y="0"/>
          <a:chExt cx="0" cy="0"/>
        </a:xfrm>
      </p:grpSpPr>
      <p:sp>
        <p:nvSpPr>
          <p:cNvPr id="864" name="Google Shape;864;p23"/>
          <p:cNvSpPr txBox="1"/>
          <p:nvPr>
            <p:ph hasCustomPrompt="1" type="title"/>
          </p:nvPr>
        </p:nvSpPr>
        <p:spPr>
          <a:xfrm>
            <a:off x="2345175" y="2091050"/>
            <a:ext cx="4453800" cy="91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6000">
                <a:solidFill>
                  <a:schemeClr val="accent2"/>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65" name="Google Shape;865;p23"/>
          <p:cNvSpPr txBox="1"/>
          <p:nvPr>
            <p:ph idx="1" type="subTitle"/>
          </p:nvPr>
        </p:nvSpPr>
        <p:spPr>
          <a:xfrm>
            <a:off x="2345175" y="2782825"/>
            <a:ext cx="4453500" cy="27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866" name="Google Shape;866;p23"/>
          <p:cNvSpPr txBox="1"/>
          <p:nvPr>
            <p:ph hasCustomPrompt="1" idx="2" type="title"/>
          </p:nvPr>
        </p:nvSpPr>
        <p:spPr>
          <a:xfrm>
            <a:off x="2345175" y="3642600"/>
            <a:ext cx="4453800" cy="91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6000">
                <a:solidFill>
                  <a:schemeClr val="accent5"/>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67" name="Google Shape;867;p23"/>
          <p:cNvSpPr txBox="1"/>
          <p:nvPr>
            <p:ph idx="3" type="subTitle"/>
          </p:nvPr>
        </p:nvSpPr>
        <p:spPr>
          <a:xfrm>
            <a:off x="2345175" y="4334375"/>
            <a:ext cx="4453500" cy="27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868" name="Google Shape;868;p23"/>
          <p:cNvSpPr txBox="1"/>
          <p:nvPr>
            <p:ph hasCustomPrompt="1" idx="4" type="title"/>
          </p:nvPr>
        </p:nvSpPr>
        <p:spPr>
          <a:xfrm>
            <a:off x="2345175" y="539500"/>
            <a:ext cx="4453800" cy="91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6000">
                <a:solidFill>
                  <a:schemeClr val="accent4"/>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69" name="Google Shape;869;p23"/>
          <p:cNvSpPr txBox="1"/>
          <p:nvPr>
            <p:ph idx="5" type="subTitle"/>
          </p:nvPr>
        </p:nvSpPr>
        <p:spPr>
          <a:xfrm>
            <a:off x="2345175" y="1231275"/>
            <a:ext cx="4453500" cy="27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grpSp>
        <p:nvGrpSpPr>
          <p:cNvPr id="870" name="Google Shape;870;p23"/>
          <p:cNvGrpSpPr/>
          <p:nvPr/>
        </p:nvGrpSpPr>
        <p:grpSpPr>
          <a:xfrm rot="-5400000">
            <a:off x="286059" y="3717553"/>
            <a:ext cx="1209907" cy="1782035"/>
            <a:chOff x="700771" y="-227337"/>
            <a:chExt cx="1458774" cy="2138784"/>
          </a:xfrm>
        </p:grpSpPr>
        <p:sp>
          <p:nvSpPr>
            <p:cNvPr id="871" name="Google Shape;871;p23"/>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3"/>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3"/>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3"/>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3"/>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3"/>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3"/>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3"/>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3"/>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3"/>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3"/>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3"/>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3"/>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3"/>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3"/>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3"/>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3"/>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3"/>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3"/>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0" name="Google Shape;890;p23"/>
          <p:cNvGrpSpPr/>
          <p:nvPr/>
        </p:nvGrpSpPr>
        <p:grpSpPr>
          <a:xfrm rot="5400000">
            <a:off x="7613820" y="-665620"/>
            <a:ext cx="877851" cy="2209091"/>
            <a:chOff x="-26858" y="-227337"/>
            <a:chExt cx="1093215" cy="2757917"/>
          </a:xfrm>
        </p:grpSpPr>
        <p:sp>
          <p:nvSpPr>
            <p:cNvPr id="891" name="Google Shape;891;p23"/>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3"/>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3"/>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3"/>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3"/>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3"/>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3"/>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3"/>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3"/>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3"/>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3"/>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3"/>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3"/>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3"/>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3"/>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3"/>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3"/>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3"/>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IG_NUMBER_3_2">
    <p:spTree>
      <p:nvGrpSpPr>
        <p:cNvPr id="913" name="Shape 913"/>
        <p:cNvGrpSpPr/>
        <p:nvPr/>
      </p:nvGrpSpPr>
      <p:grpSpPr>
        <a:xfrm>
          <a:off x="0" y="0"/>
          <a:ext cx="0" cy="0"/>
          <a:chOff x="0" y="0"/>
          <a:chExt cx="0" cy="0"/>
        </a:xfrm>
      </p:grpSpPr>
      <p:sp>
        <p:nvSpPr>
          <p:cNvPr id="914" name="Google Shape;914;p24"/>
          <p:cNvSpPr txBox="1"/>
          <p:nvPr>
            <p:ph hasCustomPrompt="1" type="title"/>
          </p:nvPr>
        </p:nvSpPr>
        <p:spPr>
          <a:xfrm>
            <a:off x="3350875" y="1857825"/>
            <a:ext cx="2442300" cy="912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72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5" name="Google Shape;915;p24"/>
          <p:cNvSpPr txBox="1"/>
          <p:nvPr>
            <p:ph idx="1" type="subTitle"/>
          </p:nvPr>
        </p:nvSpPr>
        <p:spPr>
          <a:xfrm>
            <a:off x="3350825" y="2702000"/>
            <a:ext cx="2442300" cy="583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916" name="Google Shape;916;p24"/>
          <p:cNvSpPr txBox="1"/>
          <p:nvPr>
            <p:ph hasCustomPrompt="1" idx="2" type="title"/>
          </p:nvPr>
        </p:nvSpPr>
        <p:spPr>
          <a:xfrm>
            <a:off x="846400" y="2818825"/>
            <a:ext cx="1416000" cy="73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48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7" name="Google Shape;917;p24"/>
          <p:cNvSpPr txBox="1"/>
          <p:nvPr>
            <p:ph idx="3" type="subTitle"/>
          </p:nvPr>
        </p:nvSpPr>
        <p:spPr>
          <a:xfrm>
            <a:off x="846400" y="3364175"/>
            <a:ext cx="1416300" cy="583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918" name="Google Shape;918;p24"/>
          <p:cNvSpPr txBox="1"/>
          <p:nvPr>
            <p:ph hasCustomPrompt="1" idx="4" type="title"/>
          </p:nvPr>
        </p:nvSpPr>
        <p:spPr>
          <a:xfrm>
            <a:off x="6878425" y="1110850"/>
            <a:ext cx="1417200" cy="73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9" name="Google Shape;919;p24"/>
          <p:cNvSpPr txBox="1"/>
          <p:nvPr>
            <p:ph idx="5" type="subTitle"/>
          </p:nvPr>
        </p:nvSpPr>
        <p:spPr>
          <a:xfrm>
            <a:off x="6878428" y="1646460"/>
            <a:ext cx="1417200" cy="585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grpSp>
        <p:nvGrpSpPr>
          <p:cNvPr id="920" name="Google Shape;920;p24"/>
          <p:cNvGrpSpPr/>
          <p:nvPr/>
        </p:nvGrpSpPr>
        <p:grpSpPr>
          <a:xfrm flipH="1" rot="5400000">
            <a:off x="7613820" y="3611830"/>
            <a:ext cx="877851" cy="2209091"/>
            <a:chOff x="-26858" y="-227337"/>
            <a:chExt cx="1093215" cy="2757917"/>
          </a:xfrm>
        </p:grpSpPr>
        <p:sp>
          <p:nvSpPr>
            <p:cNvPr id="921" name="Google Shape;921;p24"/>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4"/>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4"/>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4"/>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4"/>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4"/>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4"/>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4"/>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4"/>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4"/>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4"/>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4"/>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4"/>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4"/>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4"/>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4"/>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4"/>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4"/>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3" name="Google Shape;943;p24"/>
          <p:cNvGrpSpPr/>
          <p:nvPr/>
        </p:nvGrpSpPr>
        <p:grpSpPr>
          <a:xfrm flipH="1" rot="-5400000">
            <a:off x="286059" y="-312722"/>
            <a:ext cx="1209907" cy="1782035"/>
            <a:chOff x="700771" y="-227337"/>
            <a:chExt cx="1458774" cy="2138784"/>
          </a:xfrm>
        </p:grpSpPr>
        <p:sp>
          <p:nvSpPr>
            <p:cNvPr id="944" name="Google Shape;944;p24"/>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4"/>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4"/>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4"/>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4"/>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4"/>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4"/>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4"/>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4"/>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4"/>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4"/>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4"/>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4"/>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4"/>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4"/>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4"/>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4"/>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4"/>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4"/>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BIG_NUMBER_1_1">
    <p:spTree>
      <p:nvGrpSpPr>
        <p:cNvPr id="963" name="Shape 963"/>
        <p:cNvGrpSpPr/>
        <p:nvPr/>
      </p:nvGrpSpPr>
      <p:grpSpPr>
        <a:xfrm>
          <a:off x="0" y="0"/>
          <a:ext cx="0" cy="0"/>
          <a:chOff x="0" y="0"/>
          <a:chExt cx="0" cy="0"/>
        </a:xfrm>
      </p:grpSpPr>
      <p:sp>
        <p:nvSpPr>
          <p:cNvPr id="964" name="Google Shape;964;p25"/>
          <p:cNvSpPr txBox="1"/>
          <p:nvPr>
            <p:ph hasCustomPrompt="1" type="title"/>
          </p:nvPr>
        </p:nvSpPr>
        <p:spPr>
          <a:xfrm>
            <a:off x="713225" y="2947500"/>
            <a:ext cx="3858300" cy="912900"/>
          </a:xfrm>
          <a:prstGeom prst="rect">
            <a:avLst/>
          </a:prstGeom>
        </p:spPr>
        <p:txBody>
          <a:bodyPr anchorCtr="0" anchor="b" bIns="91425" lIns="91425" spcFirstLastPara="1" rIns="91425" wrap="square" tIns="91425">
            <a:noAutofit/>
          </a:bodyPr>
          <a:lstStyle>
            <a:lvl1pPr lvl="0" rtl="0">
              <a:spcBef>
                <a:spcPts val="0"/>
              </a:spcBef>
              <a:spcAft>
                <a:spcPts val="0"/>
              </a:spcAft>
              <a:buSzPts val="12000"/>
              <a:buNone/>
              <a:defRPr sz="6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65" name="Google Shape;965;p25"/>
          <p:cNvSpPr txBox="1"/>
          <p:nvPr>
            <p:ph idx="1" type="subTitle"/>
          </p:nvPr>
        </p:nvSpPr>
        <p:spPr>
          <a:xfrm>
            <a:off x="713225" y="3712464"/>
            <a:ext cx="3858000" cy="27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966" name="Google Shape;966;p25"/>
          <p:cNvSpPr txBox="1"/>
          <p:nvPr>
            <p:ph hasCustomPrompt="1" idx="2" type="title"/>
          </p:nvPr>
        </p:nvSpPr>
        <p:spPr>
          <a:xfrm>
            <a:off x="4572175" y="1389175"/>
            <a:ext cx="3858600" cy="91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2000"/>
              <a:buNone/>
              <a:defRPr sz="6000"/>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967" name="Google Shape;967;p25"/>
          <p:cNvSpPr txBox="1"/>
          <p:nvPr>
            <p:ph idx="3" type="subTitle"/>
          </p:nvPr>
        </p:nvSpPr>
        <p:spPr>
          <a:xfrm>
            <a:off x="4572000" y="2157175"/>
            <a:ext cx="3858600" cy="274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r">
              <a:spcBef>
                <a:spcPts val="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968" name="Google Shape;968;p25"/>
          <p:cNvSpPr txBox="1"/>
          <p:nvPr>
            <p:ph hasCustomPrompt="1" idx="4" type="title"/>
          </p:nvPr>
        </p:nvSpPr>
        <p:spPr>
          <a:xfrm>
            <a:off x="713225" y="1389200"/>
            <a:ext cx="3858600" cy="912900"/>
          </a:xfrm>
          <a:prstGeom prst="rect">
            <a:avLst/>
          </a:prstGeom>
        </p:spPr>
        <p:txBody>
          <a:bodyPr anchorCtr="0" anchor="b" bIns="91425" lIns="91425" spcFirstLastPara="1" rIns="91425" wrap="square" tIns="91425">
            <a:noAutofit/>
          </a:bodyPr>
          <a:lstStyle>
            <a:lvl1pPr lvl="0" rtl="0">
              <a:spcBef>
                <a:spcPts val="0"/>
              </a:spcBef>
              <a:spcAft>
                <a:spcPts val="0"/>
              </a:spcAft>
              <a:buSzPts val="12000"/>
              <a:buNone/>
              <a:defRPr sz="6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69" name="Google Shape;969;p25"/>
          <p:cNvSpPr txBox="1"/>
          <p:nvPr>
            <p:ph idx="5" type="subTitle"/>
          </p:nvPr>
        </p:nvSpPr>
        <p:spPr>
          <a:xfrm>
            <a:off x="713225" y="2157175"/>
            <a:ext cx="3858300" cy="27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970" name="Google Shape;970;p25"/>
          <p:cNvSpPr txBox="1"/>
          <p:nvPr>
            <p:ph hasCustomPrompt="1" idx="6" type="title"/>
          </p:nvPr>
        </p:nvSpPr>
        <p:spPr>
          <a:xfrm>
            <a:off x="4572175" y="2945200"/>
            <a:ext cx="3858600" cy="91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2000"/>
              <a:buNone/>
              <a:defRPr sz="6000"/>
            </a:lvl1pPr>
            <a:lvl2pPr lvl="1" rtl="0" algn="r">
              <a:spcBef>
                <a:spcPts val="0"/>
              </a:spcBef>
              <a:spcAft>
                <a:spcPts val="0"/>
              </a:spcAft>
              <a:buSzPts val="12000"/>
              <a:buNone/>
              <a:defRPr sz="12000"/>
            </a:lvl2pPr>
            <a:lvl3pPr lvl="2" rtl="0" algn="r">
              <a:spcBef>
                <a:spcPts val="0"/>
              </a:spcBef>
              <a:spcAft>
                <a:spcPts val="0"/>
              </a:spcAft>
              <a:buSzPts val="12000"/>
              <a:buNone/>
              <a:defRPr sz="12000"/>
            </a:lvl3pPr>
            <a:lvl4pPr lvl="3" rtl="0" algn="r">
              <a:spcBef>
                <a:spcPts val="0"/>
              </a:spcBef>
              <a:spcAft>
                <a:spcPts val="0"/>
              </a:spcAft>
              <a:buSzPts val="12000"/>
              <a:buNone/>
              <a:defRPr sz="12000"/>
            </a:lvl4pPr>
            <a:lvl5pPr lvl="4" rtl="0" algn="r">
              <a:spcBef>
                <a:spcPts val="0"/>
              </a:spcBef>
              <a:spcAft>
                <a:spcPts val="0"/>
              </a:spcAft>
              <a:buSzPts val="12000"/>
              <a:buNone/>
              <a:defRPr sz="12000"/>
            </a:lvl5pPr>
            <a:lvl6pPr lvl="5" rtl="0" algn="r">
              <a:spcBef>
                <a:spcPts val="0"/>
              </a:spcBef>
              <a:spcAft>
                <a:spcPts val="0"/>
              </a:spcAft>
              <a:buSzPts val="12000"/>
              <a:buNone/>
              <a:defRPr sz="12000"/>
            </a:lvl6pPr>
            <a:lvl7pPr lvl="6" rtl="0" algn="r">
              <a:spcBef>
                <a:spcPts val="0"/>
              </a:spcBef>
              <a:spcAft>
                <a:spcPts val="0"/>
              </a:spcAft>
              <a:buSzPts val="12000"/>
              <a:buNone/>
              <a:defRPr sz="12000"/>
            </a:lvl7pPr>
            <a:lvl8pPr lvl="7" rtl="0" algn="r">
              <a:spcBef>
                <a:spcPts val="0"/>
              </a:spcBef>
              <a:spcAft>
                <a:spcPts val="0"/>
              </a:spcAft>
              <a:buSzPts val="12000"/>
              <a:buNone/>
              <a:defRPr sz="12000"/>
            </a:lvl8pPr>
            <a:lvl9pPr lvl="8" rtl="0" algn="r">
              <a:spcBef>
                <a:spcPts val="0"/>
              </a:spcBef>
              <a:spcAft>
                <a:spcPts val="0"/>
              </a:spcAft>
              <a:buSzPts val="12000"/>
              <a:buNone/>
              <a:defRPr sz="12000"/>
            </a:lvl9pPr>
          </a:lstStyle>
          <a:p>
            <a:r>
              <a:t>xx%</a:t>
            </a:r>
          </a:p>
        </p:txBody>
      </p:sp>
      <p:sp>
        <p:nvSpPr>
          <p:cNvPr id="971" name="Google Shape;971;p25"/>
          <p:cNvSpPr txBox="1"/>
          <p:nvPr>
            <p:ph idx="7" type="subTitle"/>
          </p:nvPr>
        </p:nvSpPr>
        <p:spPr>
          <a:xfrm>
            <a:off x="4572175" y="3713200"/>
            <a:ext cx="3858300" cy="274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r">
              <a:spcBef>
                <a:spcPts val="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grpSp>
        <p:nvGrpSpPr>
          <p:cNvPr id="972" name="Google Shape;972;p25"/>
          <p:cNvGrpSpPr/>
          <p:nvPr/>
        </p:nvGrpSpPr>
        <p:grpSpPr>
          <a:xfrm flipH="1" rot="5400000">
            <a:off x="7613820" y="3611830"/>
            <a:ext cx="877851" cy="2209091"/>
            <a:chOff x="-26858" y="-227337"/>
            <a:chExt cx="1093215" cy="2757917"/>
          </a:xfrm>
        </p:grpSpPr>
        <p:sp>
          <p:nvSpPr>
            <p:cNvPr id="973" name="Google Shape;973;p25"/>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5"/>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5"/>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5"/>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5"/>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5"/>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5"/>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5"/>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5"/>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5"/>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5"/>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5"/>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5"/>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5"/>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5"/>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5"/>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5"/>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5"/>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995" name="Shape 995"/>
        <p:cNvGrpSpPr/>
        <p:nvPr/>
      </p:nvGrpSpPr>
      <p:grpSpPr>
        <a:xfrm>
          <a:off x="0" y="0"/>
          <a:ext cx="0" cy="0"/>
          <a:chOff x="0" y="0"/>
          <a:chExt cx="0" cy="0"/>
        </a:xfrm>
      </p:grpSpPr>
      <p:sp>
        <p:nvSpPr>
          <p:cNvPr id="996" name="Google Shape;996;p26"/>
          <p:cNvSpPr txBox="1"/>
          <p:nvPr>
            <p:ph type="title"/>
          </p:nvPr>
        </p:nvSpPr>
        <p:spPr>
          <a:xfrm flipH="1">
            <a:off x="1342550" y="1770450"/>
            <a:ext cx="2944500" cy="617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3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97" name="Google Shape;997;p26"/>
          <p:cNvSpPr txBox="1"/>
          <p:nvPr>
            <p:ph idx="1" type="subTitle"/>
          </p:nvPr>
        </p:nvSpPr>
        <p:spPr>
          <a:xfrm flipH="1">
            <a:off x="1342550" y="2387550"/>
            <a:ext cx="2944500" cy="98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grpSp>
        <p:nvGrpSpPr>
          <p:cNvPr id="998" name="Google Shape;998;p26"/>
          <p:cNvGrpSpPr/>
          <p:nvPr/>
        </p:nvGrpSpPr>
        <p:grpSpPr>
          <a:xfrm rot="5400000">
            <a:off x="7613820" y="-665620"/>
            <a:ext cx="877851" cy="2209091"/>
            <a:chOff x="-26858" y="-227337"/>
            <a:chExt cx="1093215" cy="2757917"/>
          </a:xfrm>
        </p:grpSpPr>
        <p:sp>
          <p:nvSpPr>
            <p:cNvPr id="999" name="Google Shape;999;p26"/>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6"/>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6"/>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6"/>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6"/>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6"/>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6"/>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6"/>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6"/>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6"/>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6"/>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6"/>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6"/>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6"/>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6"/>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6"/>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6"/>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6"/>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2">
    <p:spTree>
      <p:nvGrpSpPr>
        <p:cNvPr id="1021" name="Shape 1021"/>
        <p:cNvGrpSpPr/>
        <p:nvPr/>
      </p:nvGrpSpPr>
      <p:grpSpPr>
        <a:xfrm>
          <a:off x="0" y="0"/>
          <a:ext cx="0" cy="0"/>
          <a:chOff x="0" y="0"/>
          <a:chExt cx="0" cy="0"/>
        </a:xfrm>
      </p:grpSpPr>
      <p:sp>
        <p:nvSpPr>
          <p:cNvPr id="1022" name="Google Shape;1022;p27"/>
          <p:cNvSpPr txBox="1"/>
          <p:nvPr>
            <p:ph type="title"/>
          </p:nvPr>
        </p:nvSpPr>
        <p:spPr>
          <a:xfrm flipH="1">
            <a:off x="1859026" y="1441125"/>
            <a:ext cx="2944500" cy="9864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None/>
              <a:defRPr/>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023" name="Google Shape;1023;p27"/>
          <p:cNvSpPr txBox="1"/>
          <p:nvPr>
            <p:ph idx="1" type="subTitle"/>
          </p:nvPr>
        </p:nvSpPr>
        <p:spPr>
          <a:xfrm flipH="1">
            <a:off x="1859026" y="2577675"/>
            <a:ext cx="2944500" cy="1124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r">
              <a:spcBef>
                <a:spcPts val="160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cxnSp>
        <p:nvCxnSpPr>
          <p:cNvPr id="1024" name="Google Shape;1024;p27"/>
          <p:cNvCxnSpPr/>
          <p:nvPr/>
        </p:nvCxnSpPr>
        <p:spPr>
          <a:xfrm rot="10800000">
            <a:off x="125" y="2502600"/>
            <a:ext cx="4867800" cy="0"/>
          </a:xfrm>
          <a:prstGeom prst="straightConnector1">
            <a:avLst/>
          </a:prstGeom>
          <a:noFill/>
          <a:ln cap="flat" cmpd="sng" w="28575">
            <a:solidFill>
              <a:schemeClr val="accent4"/>
            </a:solidFill>
            <a:prstDash val="solid"/>
            <a:round/>
            <a:headEnd len="med" w="med" type="none"/>
            <a:tailEnd len="med" w="med" type="none"/>
          </a:ln>
        </p:spPr>
      </p:cxnSp>
      <p:grpSp>
        <p:nvGrpSpPr>
          <p:cNvPr id="1025" name="Google Shape;1025;p27"/>
          <p:cNvGrpSpPr/>
          <p:nvPr/>
        </p:nvGrpSpPr>
        <p:grpSpPr>
          <a:xfrm rot="-5400000">
            <a:off x="665615" y="3611830"/>
            <a:ext cx="877851" cy="2209091"/>
            <a:chOff x="-26858" y="-227337"/>
            <a:chExt cx="1093215" cy="2757917"/>
          </a:xfrm>
        </p:grpSpPr>
        <p:sp>
          <p:nvSpPr>
            <p:cNvPr id="1026" name="Google Shape;1026;p27"/>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7"/>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7"/>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7"/>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7"/>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7"/>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7"/>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7"/>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7"/>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7"/>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7"/>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7"/>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7"/>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7"/>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7"/>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7"/>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7"/>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7"/>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_1">
    <p:spTree>
      <p:nvGrpSpPr>
        <p:cNvPr id="1048" name="Shape 1048"/>
        <p:cNvGrpSpPr/>
        <p:nvPr/>
      </p:nvGrpSpPr>
      <p:grpSpPr>
        <a:xfrm>
          <a:off x="0" y="0"/>
          <a:ext cx="0" cy="0"/>
          <a:chOff x="0" y="0"/>
          <a:chExt cx="0" cy="0"/>
        </a:xfrm>
      </p:grpSpPr>
      <p:sp>
        <p:nvSpPr>
          <p:cNvPr id="1049" name="Google Shape;1049;p28"/>
          <p:cNvSpPr txBox="1"/>
          <p:nvPr>
            <p:ph type="title"/>
          </p:nvPr>
        </p:nvSpPr>
        <p:spPr>
          <a:xfrm>
            <a:off x="713225" y="3236075"/>
            <a:ext cx="3576000" cy="13725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accent1"/>
              </a:buClr>
              <a:buSzPts val="3000"/>
              <a:buNone/>
              <a:defRPr sz="3600">
                <a:solidFill>
                  <a:schemeClr val="accent1"/>
                </a:solidFill>
              </a:defRPr>
            </a:lvl1pPr>
            <a:lvl2pPr lvl="1" rtl="0" algn="ctr">
              <a:spcBef>
                <a:spcPts val="0"/>
              </a:spcBef>
              <a:spcAft>
                <a:spcPts val="0"/>
              </a:spcAft>
              <a:buSzPts val="4300"/>
              <a:buNone/>
              <a:defRPr sz="4300"/>
            </a:lvl2pPr>
            <a:lvl3pPr lvl="2" rtl="0" algn="ctr">
              <a:spcBef>
                <a:spcPts val="0"/>
              </a:spcBef>
              <a:spcAft>
                <a:spcPts val="0"/>
              </a:spcAft>
              <a:buSzPts val="4300"/>
              <a:buNone/>
              <a:defRPr sz="4300"/>
            </a:lvl3pPr>
            <a:lvl4pPr lvl="3" rtl="0" algn="ctr">
              <a:spcBef>
                <a:spcPts val="0"/>
              </a:spcBef>
              <a:spcAft>
                <a:spcPts val="0"/>
              </a:spcAft>
              <a:buSzPts val="4300"/>
              <a:buNone/>
              <a:defRPr sz="4300"/>
            </a:lvl4pPr>
            <a:lvl5pPr lvl="4" rtl="0" algn="ctr">
              <a:spcBef>
                <a:spcPts val="0"/>
              </a:spcBef>
              <a:spcAft>
                <a:spcPts val="0"/>
              </a:spcAft>
              <a:buSzPts val="4300"/>
              <a:buNone/>
              <a:defRPr sz="4300"/>
            </a:lvl5pPr>
            <a:lvl6pPr lvl="5" rtl="0" algn="ctr">
              <a:spcBef>
                <a:spcPts val="0"/>
              </a:spcBef>
              <a:spcAft>
                <a:spcPts val="0"/>
              </a:spcAft>
              <a:buSzPts val="4300"/>
              <a:buNone/>
              <a:defRPr sz="4300"/>
            </a:lvl6pPr>
            <a:lvl7pPr lvl="6" rtl="0" algn="ctr">
              <a:spcBef>
                <a:spcPts val="0"/>
              </a:spcBef>
              <a:spcAft>
                <a:spcPts val="0"/>
              </a:spcAft>
              <a:buSzPts val="4300"/>
              <a:buNone/>
              <a:defRPr sz="4300"/>
            </a:lvl7pPr>
            <a:lvl8pPr lvl="7" rtl="0" algn="ctr">
              <a:spcBef>
                <a:spcPts val="0"/>
              </a:spcBef>
              <a:spcAft>
                <a:spcPts val="0"/>
              </a:spcAft>
              <a:buSzPts val="4300"/>
              <a:buNone/>
              <a:defRPr sz="4300"/>
            </a:lvl8pPr>
            <a:lvl9pPr lvl="8" rtl="0" algn="ctr">
              <a:spcBef>
                <a:spcPts val="0"/>
              </a:spcBef>
              <a:spcAft>
                <a:spcPts val="0"/>
              </a:spcAft>
              <a:buSzPts val="4300"/>
              <a:buNone/>
              <a:defRPr sz="4300"/>
            </a:lvl9pPr>
          </a:lstStyle>
          <a:p/>
        </p:txBody>
      </p:sp>
      <p:grpSp>
        <p:nvGrpSpPr>
          <p:cNvPr id="1050" name="Google Shape;1050;p28"/>
          <p:cNvGrpSpPr/>
          <p:nvPr/>
        </p:nvGrpSpPr>
        <p:grpSpPr>
          <a:xfrm flipH="1" rot="5400000">
            <a:off x="7613820" y="3611830"/>
            <a:ext cx="877851" cy="2209091"/>
            <a:chOff x="-26858" y="-227337"/>
            <a:chExt cx="1093215" cy="2757917"/>
          </a:xfrm>
        </p:grpSpPr>
        <p:sp>
          <p:nvSpPr>
            <p:cNvPr id="1051" name="Google Shape;1051;p28"/>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8"/>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8"/>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8"/>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8"/>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8"/>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8"/>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8"/>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8"/>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8"/>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8"/>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8"/>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8"/>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8"/>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8"/>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8"/>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8"/>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8"/>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3" name="Google Shape;1073;p28"/>
          <p:cNvGrpSpPr/>
          <p:nvPr/>
        </p:nvGrpSpPr>
        <p:grpSpPr>
          <a:xfrm>
            <a:off x="-76200" y="-76200"/>
            <a:ext cx="2286103" cy="2895537"/>
            <a:chOff x="-26858" y="-227337"/>
            <a:chExt cx="2186403" cy="2757917"/>
          </a:xfrm>
        </p:grpSpPr>
        <p:sp>
          <p:nvSpPr>
            <p:cNvPr id="1074" name="Google Shape;1074;p28"/>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8"/>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8"/>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8"/>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8"/>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8"/>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8"/>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8"/>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8"/>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8"/>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8"/>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8"/>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8"/>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8"/>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8"/>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8"/>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8"/>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8"/>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8"/>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8"/>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8"/>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8"/>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8"/>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8"/>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8"/>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8"/>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8"/>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8"/>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8"/>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8"/>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8"/>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8"/>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8"/>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8"/>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8"/>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8"/>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2">
    <p:spTree>
      <p:nvGrpSpPr>
        <p:cNvPr id="1114" name="Shape 1114"/>
        <p:cNvGrpSpPr/>
        <p:nvPr/>
      </p:nvGrpSpPr>
      <p:grpSpPr>
        <a:xfrm>
          <a:off x="0" y="0"/>
          <a:ext cx="0" cy="0"/>
          <a:chOff x="0" y="0"/>
          <a:chExt cx="0" cy="0"/>
        </a:xfrm>
      </p:grpSpPr>
      <p:sp>
        <p:nvSpPr>
          <p:cNvPr id="1115" name="Google Shape;1115;p29"/>
          <p:cNvSpPr txBox="1"/>
          <p:nvPr>
            <p:ph type="title"/>
          </p:nvPr>
        </p:nvSpPr>
        <p:spPr>
          <a:xfrm>
            <a:off x="4306824" y="2036701"/>
            <a:ext cx="3291900" cy="572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4800"/>
              <a:buNone/>
              <a:defRPr sz="4800"/>
            </a:lvl1pPr>
            <a:lvl2pPr lvl="1" rtl="0" algn="r">
              <a:spcBef>
                <a:spcPts val="0"/>
              </a:spcBef>
              <a:spcAft>
                <a:spcPts val="0"/>
              </a:spcAft>
              <a:buSzPts val="4800"/>
              <a:buNone/>
              <a:defRPr sz="4800"/>
            </a:lvl2pPr>
            <a:lvl3pPr lvl="2" rtl="0" algn="r">
              <a:spcBef>
                <a:spcPts val="0"/>
              </a:spcBef>
              <a:spcAft>
                <a:spcPts val="0"/>
              </a:spcAft>
              <a:buSzPts val="4800"/>
              <a:buNone/>
              <a:defRPr sz="4800"/>
            </a:lvl3pPr>
            <a:lvl4pPr lvl="3" rtl="0" algn="r">
              <a:spcBef>
                <a:spcPts val="0"/>
              </a:spcBef>
              <a:spcAft>
                <a:spcPts val="0"/>
              </a:spcAft>
              <a:buSzPts val="4800"/>
              <a:buNone/>
              <a:defRPr sz="4800"/>
            </a:lvl4pPr>
            <a:lvl5pPr lvl="4" rtl="0" algn="r">
              <a:spcBef>
                <a:spcPts val="0"/>
              </a:spcBef>
              <a:spcAft>
                <a:spcPts val="0"/>
              </a:spcAft>
              <a:buSzPts val="4800"/>
              <a:buNone/>
              <a:defRPr sz="4800"/>
            </a:lvl5pPr>
            <a:lvl6pPr lvl="5" rtl="0" algn="r">
              <a:spcBef>
                <a:spcPts val="0"/>
              </a:spcBef>
              <a:spcAft>
                <a:spcPts val="0"/>
              </a:spcAft>
              <a:buSzPts val="4800"/>
              <a:buNone/>
              <a:defRPr sz="4800"/>
            </a:lvl6pPr>
            <a:lvl7pPr lvl="6" rtl="0" algn="r">
              <a:spcBef>
                <a:spcPts val="0"/>
              </a:spcBef>
              <a:spcAft>
                <a:spcPts val="0"/>
              </a:spcAft>
              <a:buSzPts val="4800"/>
              <a:buNone/>
              <a:defRPr sz="4800"/>
            </a:lvl7pPr>
            <a:lvl8pPr lvl="7" rtl="0" algn="r">
              <a:spcBef>
                <a:spcPts val="0"/>
              </a:spcBef>
              <a:spcAft>
                <a:spcPts val="0"/>
              </a:spcAft>
              <a:buSzPts val="4800"/>
              <a:buNone/>
              <a:defRPr sz="4800"/>
            </a:lvl8pPr>
            <a:lvl9pPr lvl="8" rtl="0" algn="r">
              <a:spcBef>
                <a:spcPts val="0"/>
              </a:spcBef>
              <a:spcAft>
                <a:spcPts val="0"/>
              </a:spcAft>
              <a:buSzPts val="4800"/>
              <a:buNone/>
              <a:defRPr sz="4800"/>
            </a:lvl9pPr>
          </a:lstStyle>
          <a:p/>
        </p:txBody>
      </p:sp>
      <p:sp>
        <p:nvSpPr>
          <p:cNvPr id="1116" name="Google Shape;1116;p29"/>
          <p:cNvSpPr txBox="1"/>
          <p:nvPr>
            <p:ph idx="1" type="subTitle"/>
          </p:nvPr>
        </p:nvSpPr>
        <p:spPr>
          <a:xfrm>
            <a:off x="1865375" y="2706625"/>
            <a:ext cx="4023300" cy="142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grpSp>
        <p:nvGrpSpPr>
          <p:cNvPr id="1117" name="Google Shape;1117;p29"/>
          <p:cNvGrpSpPr/>
          <p:nvPr/>
        </p:nvGrpSpPr>
        <p:grpSpPr>
          <a:xfrm flipH="1" rot="-5400000">
            <a:off x="286059" y="-312722"/>
            <a:ext cx="1209907" cy="1782035"/>
            <a:chOff x="700771" y="-227337"/>
            <a:chExt cx="1458774" cy="2138784"/>
          </a:xfrm>
        </p:grpSpPr>
        <p:sp>
          <p:nvSpPr>
            <p:cNvPr id="1118" name="Google Shape;1118;p29"/>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9"/>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9"/>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9"/>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9"/>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9"/>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9"/>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9"/>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9"/>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9"/>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9"/>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9"/>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9"/>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9"/>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9"/>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9"/>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9"/>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9"/>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9"/>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7" name="Google Shape;1137;p29"/>
          <p:cNvGrpSpPr/>
          <p:nvPr/>
        </p:nvGrpSpPr>
        <p:grpSpPr>
          <a:xfrm flipH="1" rot="5400000">
            <a:off x="7613820" y="3611830"/>
            <a:ext cx="877851" cy="2209091"/>
            <a:chOff x="-26858" y="-227337"/>
            <a:chExt cx="1093215" cy="2757917"/>
          </a:xfrm>
        </p:grpSpPr>
        <p:sp>
          <p:nvSpPr>
            <p:cNvPr id="1138" name="Google Shape;1138;p29"/>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9"/>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9"/>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9"/>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9"/>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9"/>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9"/>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9"/>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9"/>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9"/>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9"/>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9"/>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9"/>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9"/>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9"/>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9"/>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9"/>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9"/>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160" name="Shape 1160"/>
        <p:cNvGrpSpPr/>
        <p:nvPr/>
      </p:nvGrpSpPr>
      <p:grpSpPr>
        <a:xfrm>
          <a:off x="0" y="0"/>
          <a:ext cx="0" cy="0"/>
          <a:chOff x="0" y="0"/>
          <a:chExt cx="0" cy="0"/>
        </a:xfrm>
      </p:grpSpPr>
      <p:sp>
        <p:nvSpPr>
          <p:cNvPr id="1161" name="Google Shape;1161;p30"/>
          <p:cNvSpPr txBox="1"/>
          <p:nvPr>
            <p:ph type="title"/>
          </p:nvPr>
        </p:nvSpPr>
        <p:spPr>
          <a:xfrm>
            <a:off x="1675800" y="1891935"/>
            <a:ext cx="2562300" cy="164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sz="7100"/>
            </a:lvl1pPr>
            <a:lvl2pPr lvl="1" rtl="0" algn="r">
              <a:spcBef>
                <a:spcPts val="0"/>
              </a:spcBef>
              <a:spcAft>
                <a:spcPts val="0"/>
              </a:spcAft>
              <a:buSzPts val="4800"/>
              <a:buNone/>
              <a:defRPr sz="4800"/>
            </a:lvl2pPr>
            <a:lvl3pPr lvl="2" rtl="0" algn="r">
              <a:spcBef>
                <a:spcPts val="0"/>
              </a:spcBef>
              <a:spcAft>
                <a:spcPts val="0"/>
              </a:spcAft>
              <a:buSzPts val="4800"/>
              <a:buNone/>
              <a:defRPr sz="4800"/>
            </a:lvl3pPr>
            <a:lvl4pPr lvl="3" rtl="0" algn="r">
              <a:spcBef>
                <a:spcPts val="0"/>
              </a:spcBef>
              <a:spcAft>
                <a:spcPts val="0"/>
              </a:spcAft>
              <a:buSzPts val="4800"/>
              <a:buNone/>
              <a:defRPr sz="4800"/>
            </a:lvl4pPr>
            <a:lvl5pPr lvl="4" rtl="0" algn="r">
              <a:spcBef>
                <a:spcPts val="0"/>
              </a:spcBef>
              <a:spcAft>
                <a:spcPts val="0"/>
              </a:spcAft>
              <a:buSzPts val="4800"/>
              <a:buNone/>
              <a:defRPr sz="4800"/>
            </a:lvl5pPr>
            <a:lvl6pPr lvl="5" rtl="0" algn="r">
              <a:spcBef>
                <a:spcPts val="0"/>
              </a:spcBef>
              <a:spcAft>
                <a:spcPts val="0"/>
              </a:spcAft>
              <a:buSzPts val="4800"/>
              <a:buNone/>
              <a:defRPr sz="4800"/>
            </a:lvl6pPr>
            <a:lvl7pPr lvl="6" rtl="0" algn="r">
              <a:spcBef>
                <a:spcPts val="0"/>
              </a:spcBef>
              <a:spcAft>
                <a:spcPts val="0"/>
              </a:spcAft>
              <a:buSzPts val="4800"/>
              <a:buNone/>
              <a:defRPr sz="4800"/>
            </a:lvl7pPr>
            <a:lvl8pPr lvl="7" rtl="0" algn="r">
              <a:spcBef>
                <a:spcPts val="0"/>
              </a:spcBef>
              <a:spcAft>
                <a:spcPts val="0"/>
              </a:spcAft>
              <a:buSzPts val="4800"/>
              <a:buNone/>
              <a:defRPr sz="4800"/>
            </a:lvl8pPr>
            <a:lvl9pPr lvl="8" rtl="0" algn="r">
              <a:spcBef>
                <a:spcPts val="0"/>
              </a:spcBef>
              <a:spcAft>
                <a:spcPts val="0"/>
              </a:spcAft>
              <a:buSzPts val="4800"/>
              <a:buNone/>
              <a:defRPr sz="4800"/>
            </a:lvl9pPr>
          </a:lstStyle>
          <a:p/>
        </p:txBody>
      </p:sp>
      <p:sp>
        <p:nvSpPr>
          <p:cNvPr id="1162" name="Google Shape;1162;p30"/>
          <p:cNvSpPr txBox="1"/>
          <p:nvPr>
            <p:ph idx="1" type="subTitle"/>
          </p:nvPr>
        </p:nvSpPr>
        <p:spPr>
          <a:xfrm>
            <a:off x="4904575" y="1939924"/>
            <a:ext cx="3526200" cy="164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cxnSp>
        <p:nvCxnSpPr>
          <p:cNvPr id="1163" name="Google Shape;1163;p30"/>
          <p:cNvCxnSpPr/>
          <p:nvPr/>
        </p:nvCxnSpPr>
        <p:spPr>
          <a:xfrm>
            <a:off x="4572000" y="-121800"/>
            <a:ext cx="0" cy="3760500"/>
          </a:xfrm>
          <a:prstGeom prst="straightConnector1">
            <a:avLst/>
          </a:prstGeom>
          <a:noFill/>
          <a:ln cap="flat" cmpd="sng" w="28575">
            <a:solidFill>
              <a:schemeClr val="accent4"/>
            </a:solidFill>
            <a:prstDash val="solid"/>
            <a:round/>
            <a:headEnd len="med" w="med" type="none"/>
            <a:tailEnd len="med" w="med" type="none"/>
          </a:ln>
        </p:spPr>
      </p:cxnSp>
      <p:grpSp>
        <p:nvGrpSpPr>
          <p:cNvPr id="1164" name="Google Shape;1164;p30"/>
          <p:cNvGrpSpPr/>
          <p:nvPr/>
        </p:nvGrpSpPr>
        <p:grpSpPr>
          <a:xfrm rot="5400000">
            <a:off x="7613820" y="-665620"/>
            <a:ext cx="877851" cy="2209091"/>
            <a:chOff x="-26858" y="-227337"/>
            <a:chExt cx="1093215" cy="2757917"/>
          </a:xfrm>
        </p:grpSpPr>
        <p:sp>
          <p:nvSpPr>
            <p:cNvPr id="1165" name="Google Shape;1165;p30"/>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0"/>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0"/>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0"/>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0"/>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0"/>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0"/>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0"/>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0"/>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0"/>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0"/>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0"/>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0"/>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0"/>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0"/>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0"/>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0"/>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0"/>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7" name="Google Shape;1187;p30"/>
          <p:cNvGrpSpPr/>
          <p:nvPr/>
        </p:nvGrpSpPr>
        <p:grpSpPr>
          <a:xfrm rot="-5400000">
            <a:off x="286059" y="3659330"/>
            <a:ext cx="1209907" cy="1782035"/>
            <a:chOff x="700771" y="-227337"/>
            <a:chExt cx="1458774" cy="2138784"/>
          </a:xfrm>
        </p:grpSpPr>
        <p:sp>
          <p:nvSpPr>
            <p:cNvPr id="1188" name="Google Shape;1188;p30"/>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0"/>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0"/>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0"/>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0"/>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0"/>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0"/>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0"/>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0"/>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0"/>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0"/>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0"/>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0"/>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0"/>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0"/>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0"/>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0"/>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0"/>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0"/>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1_1">
    <p:spTree>
      <p:nvGrpSpPr>
        <p:cNvPr id="1207" name="Shape 1207"/>
        <p:cNvGrpSpPr/>
        <p:nvPr/>
      </p:nvGrpSpPr>
      <p:grpSpPr>
        <a:xfrm>
          <a:off x="0" y="0"/>
          <a:ext cx="0" cy="0"/>
          <a:chOff x="0" y="0"/>
          <a:chExt cx="0" cy="0"/>
        </a:xfrm>
      </p:grpSpPr>
      <p:sp>
        <p:nvSpPr>
          <p:cNvPr id="1208" name="Google Shape;1208;p31"/>
          <p:cNvSpPr txBox="1"/>
          <p:nvPr>
            <p:ph type="title"/>
          </p:nvPr>
        </p:nvSpPr>
        <p:spPr>
          <a:xfrm>
            <a:off x="2968788" y="2765075"/>
            <a:ext cx="32064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1209" name="Google Shape;1209;p31"/>
          <p:cNvSpPr txBox="1"/>
          <p:nvPr>
            <p:ph idx="1" type="subTitle"/>
          </p:nvPr>
        </p:nvSpPr>
        <p:spPr>
          <a:xfrm>
            <a:off x="2557200" y="3501225"/>
            <a:ext cx="4029600" cy="1107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grpSp>
        <p:nvGrpSpPr>
          <p:cNvPr id="1210" name="Google Shape;1210;p31"/>
          <p:cNvGrpSpPr/>
          <p:nvPr/>
        </p:nvGrpSpPr>
        <p:grpSpPr>
          <a:xfrm rot="5400000">
            <a:off x="7613820" y="-665620"/>
            <a:ext cx="877851" cy="2209091"/>
            <a:chOff x="-26858" y="-227337"/>
            <a:chExt cx="1093215" cy="2757917"/>
          </a:xfrm>
        </p:grpSpPr>
        <p:sp>
          <p:nvSpPr>
            <p:cNvPr id="1211" name="Google Shape;1211;p31"/>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1"/>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1"/>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1"/>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1"/>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1"/>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1"/>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1"/>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1"/>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1"/>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1"/>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1"/>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1"/>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1"/>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1"/>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1"/>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1"/>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1"/>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3" name="Google Shape;1233;p31"/>
          <p:cNvGrpSpPr/>
          <p:nvPr/>
        </p:nvGrpSpPr>
        <p:grpSpPr>
          <a:xfrm rot="-5400000">
            <a:off x="286059" y="3659330"/>
            <a:ext cx="1209907" cy="1782035"/>
            <a:chOff x="700771" y="-227337"/>
            <a:chExt cx="1458774" cy="2138784"/>
          </a:xfrm>
        </p:grpSpPr>
        <p:sp>
          <p:nvSpPr>
            <p:cNvPr id="1234" name="Google Shape;1234;p31"/>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1"/>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1"/>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1"/>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1"/>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1"/>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1"/>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1"/>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1"/>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1"/>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1"/>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1"/>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1"/>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1"/>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1"/>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1"/>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1"/>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1"/>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1"/>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SECTION_TITLE_AND_DESCRIPTION_1">
    <p:spTree>
      <p:nvGrpSpPr>
        <p:cNvPr id="1253" name="Shape 1253"/>
        <p:cNvGrpSpPr/>
        <p:nvPr/>
      </p:nvGrpSpPr>
      <p:grpSpPr>
        <a:xfrm>
          <a:off x="0" y="0"/>
          <a:ext cx="0" cy="0"/>
          <a:chOff x="0" y="0"/>
          <a:chExt cx="0" cy="0"/>
        </a:xfrm>
      </p:grpSpPr>
      <p:sp>
        <p:nvSpPr>
          <p:cNvPr id="1254" name="Google Shape;1254;p32"/>
          <p:cNvSpPr txBox="1"/>
          <p:nvPr>
            <p:ph type="title"/>
          </p:nvPr>
        </p:nvSpPr>
        <p:spPr>
          <a:xfrm>
            <a:off x="4655050" y="445100"/>
            <a:ext cx="3775500" cy="2240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255" name="Google Shape;1255;p32"/>
          <p:cNvSpPr txBox="1"/>
          <p:nvPr>
            <p:ph idx="1" type="subTitle"/>
          </p:nvPr>
        </p:nvSpPr>
        <p:spPr>
          <a:xfrm>
            <a:off x="5344075" y="2622950"/>
            <a:ext cx="3086700" cy="880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256" name="Shape 1256"/>
        <p:cNvGrpSpPr/>
        <p:nvPr/>
      </p:nvGrpSpPr>
      <p:grpSpPr>
        <a:xfrm>
          <a:off x="0" y="0"/>
          <a:ext cx="0" cy="0"/>
          <a:chOff x="0" y="0"/>
          <a:chExt cx="0" cy="0"/>
        </a:xfrm>
      </p:grpSpPr>
      <p:sp>
        <p:nvSpPr>
          <p:cNvPr id="1257" name="Google Shape;1257;p33"/>
          <p:cNvSpPr txBox="1"/>
          <p:nvPr>
            <p:ph type="title"/>
          </p:nvPr>
        </p:nvSpPr>
        <p:spPr>
          <a:xfrm>
            <a:off x="2879587" y="2251830"/>
            <a:ext cx="3527100" cy="13341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5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58" name="Google Shape;1258;p33"/>
          <p:cNvSpPr txBox="1"/>
          <p:nvPr>
            <p:ph hasCustomPrompt="1" idx="2" type="title"/>
          </p:nvPr>
        </p:nvSpPr>
        <p:spPr>
          <a:xfrm>
            <a:off x="2879575" y="992730"/>
            <a:ext cx="1566600" cy="1080300"/>
          </a:xfrm>
          <a:prstGeom prst="rect">
            <a:avLst/>
          </a:prstGeom>
        </p:spPr>
        <p:txBody>
          <a:bodyPr anchorCtr="0" anchor="b" bIns="91425" lIns="91425" spcFirstLastPara="1" rIns="91425" wrap="square" tIns="91425">
            <a:noAutofit/>
          </a:bodyPr>
          <a:lstStyle>
            <a:lvl1pPr lvl="0" rtl="0">
              <a:spcBef>
                <a:spcPts val="0"/>
              </a:spcBef>
              <a:spcAft>
                <a:spcPts val="0"/>
              </a:spcAft>
              <a:buSzPts val="9600"/>
              <a:buNone/>
              <a:defRPr sz="7200"/>
            </a:lvl1pPr>
            <a:lvl2pPr lvl="1" rtl="0">
              <a:spcBef>
                <a:spcPts val="0"/>
              </a:spcBef>
              <a:spcAft>
                <a:spcPts val="0"/>
              </a:spcAft>
              <a:buSzPts val="12000"/>
              <a:buFont typeface="Montserrat Light"/>
              <a:buNone/>
              <a:defRPr sz="12000">
                <a:latin typeface="Montserrat Light"/>
                <a:ea typeface="Montserrat Light"/>
                <a:cs typeface="Montserrat Light"/>
                <a:sym typeface="Montserrat Light"/>
              </a:defRPr>
            </a:lvl2pPr>
            <a:lvl3pPr lvl="2" rtl="0">
              <a:spcBef>
                <a:spcPts val="0"/>
              </a:spcBef>
              <a:spcAft>
                <a:spcPts val="0"/>
              </a:spcAft>
              <a:buSzPts val="12000"/>
              <a:buFont typeface="Montserrat Light"/>
              <a:buNone/>
              <a:defRPr sz="12000">
                <a:latin typeface="Montserrat Light"/>
                <a:ea typeface="Montserrat Light"/>
                <a:cs typeface="Montserrat Light"/>
                <a:sym typeface="Montserrat Light"/>
              </a:defRPr>
            </a:lvl3pPr>
            <a:lvl4pPr lvl="3" rtl="0">
              <a:spcBef>
                <a:spcPts val="0"/>
              </a:spcBef>
              <a:spcAft>
                <a:spcPts val="0"/>
              </a:spcAft>
              <a:buSzPts val="12000"/>
              <a:buFont typeface="Montserrat Light"/>
              <a:buNone/>
              <a:defRPr sz="12000">
                <a:latin typeface="Montserrat Light"/>
                <a:ea typeface="Montserrat Light"/>
                <a:cs typeface="Montserrat Light"/>
                <a:sym typeface="Montserrat Light"/>
              </a:defRPr>
            </a:lvl4pPr>
            <a:lvl5pPr lvl="4" rtl="0">
              <a:spcBef>
                <a:spcPts val="0"/>
              </a:spcBef>
              <a:spcAft>
                <a:spcPts val="0"/>
              </a:spcAft>
              <a:buSzPts val="12000"/>
              <a:buFont typeface="Montserrat Light"/>
              <a:buNone/>
              <a:defRPr sz="12000">
                <a:latin typeface="Montserrat Light"/>
                <a:ea typeface="Montserrat Light"/>
                <a:cs typeface="Montserrat Light"/>
                <a:sym typeface="Montserrat Light"/>
              </a:defRPr>
            </a:lvl5pPr>
            <a:lvl6pPr lvl="5" rtl="0">
              <a:spcBef>
                <a:spcPts val="0"/>
              </a:spcBef>
              <a:spcAft>
                <a:spcPts val="0"/>
              </a:spcAft>
              <a:buSzPts val="12000"/>
              <a:buFont typeface="Montserrat Light"/>
              <a:buNone/>
              <a:defRPr sz="12000">
                <a:latin typeface="Montserrat Light"/>
                <a:ea typeface="Montserrat Light"/>
                <a:cs typeface="Montserrat Light"/>
                <a:sym typeface="Montserrat Light"/>
              </a:defRPr>
            </a:lvl6pPr>
            <a:lvl7pPr lvl="6" rtl="0">
              <a:spcBef>
                <a:spcPts val="0"/>
              </a:spcBef>
              <a:spcAft>
                <a:spcPts val="0"/>
              </a:spcAft>
              <a:buSzPts val="12000"/>
              <a:buFont typeface="Montserrat Light"/>
              <a:buNone/>
              <a:defRPr sz="12000">
                <a:latin typeface="Montserrat Light"/>
                <a:ea typeface="Montserrat Light"/>
                <a:cs typeface="Montserrat Light"/>
                <a:sym typeface="Montserrat Light"/>
              </a:defRPr>
            </a:lvl7pPr>
            <a:lvl8pPr lvl="7" rtl="0">
              <a:spcBef>
                <a:spcPts val="0"/>
              </a:spcBef>
              <a:spcAft>
                <a:spcPts val="0"/>
              </a:spcAft>
              <a:buSzPts val="12000"/>
              <a:buFont typeface="Montserrat Light"/>
              <a:buNone/>
              <a:defRPr sz="12000">
                <a:latin typeface="Montserrat Light"/>
                <a:ea typeface="Montserrat Light"/>
                <a:cs typeface="Montserrat Light"/>
                <a:sym typeface="Montserrat Light"/>
              </a:defRPr>
            </a:lvl8pPr>
            <a:lvl9pPr lvl="8" rtl="0">
              <a:spcBef>
                <a:spcPts val="0"/>
              </a:spcBef>
              <a:spcAft>
                <a:spcPts val="0"/>
              </a:spcAft>
              <a:buSzPts val="12000"/>
              <a:buFont typeface="Montserrat Light"/>
              <a:buNone/>
              <a:defRPr sz="12000">
                <a:latin typeface="Montserrat Light"/>
                <a:ea typeface="Montserrat Light"/>
                <a:cs typeface="Montserrat Light"/>
                <a:sym typeface="Montserrat Light"/>
              </a:defRPr>
            </a:lvl9pPr>
          </a:lstStyle>
          <a:p>
            <a:r>
              <a:t>xx%</a:t>
            </a:r>
          </a:p>
        </p:txBody>
      </p:sp>
      <p:sp>
        <p:nvSpPr>
          <p:cNvPr id="1259" name="Google Shape;1259;p33"/>
          <p:cNvSpPr txBox="1"/>
          <p:nvPr>
            <p:ph idx="1" type="subTitle"/>
          </p:nvPr>
        </p:nvSpPr>
        <p:spPr>
          <a:xfrm>
            <a:off x="2879587" y="3764723"/>
            <a:ext cx="2389200" cy="58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None/>
              <a:defRPr>
                <a:solidFill>
                  <a:schemeClr val="dk1"/>
                </a:solidFill>
              </a:defRPr>
            </a:lvl1pPr>
            <a:lvl2pPr lvl="1"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2pPr>
            <a:lvl3pPr lvl="2"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3pPr>
            <a:lvl4pPr lvl="3"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4pPr>
            <a:lvl5pPr lvl="4"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5pPr>
            <a:lvl6pPr lvl="5"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6pPr>
            <a:lvl7pPr lvl="6"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7pPr>
            <a:lvl8pPr lvl="7"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8pPr>
            <a:lvl9pPr lvl="8" rtl="0">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9pPr>
          </a:lstStyle>
          <a:p/>
        </p:txBody>
      </p:sp>
      <p:cxnSp>
        <p:nvCxnSpPr>
          <p:cNvPr id="1260" name="Google Shape;1260;p33"/>
          <p:cNvCxnSpPr/>
          <p:nvPr/>
        </p:nvCxnSpPr>
        <p:spPr>
          <a:xfrm rot="10800000">
            <a:off x="2978388" y="2115488"/>
            <a:ext cx="6165600" cy="0"/>
          </a:xfrm>
          <a:prstGeom prst="straightConnector1">
            <a:avLst/>
          </a:prstGeom>
          <a:noFill/>
          <a:ln cap="flat" cmpd="sng" w="28575">
            <a:solidFill>
              <a:schemeClr val="accent4"/>
            </a:solidFill>
            <a:prstDash val="solid"/>
            <a:round/>
            <a:headEnd len="med" w="med" type="none"/>
            <a:tailEnd len="med" w="med" type="none"/>
          </a:ln>
        </p:spPr>
      </p:cxnSp>
      <p:grpSp>
        <p:nvGrpSpPr>
          <p:cNvPr id="1261" name="Google Shape;1261;p33"/>
          <p:cNvGrpSpPr/>
          <p:nvPr/>
        </p:nvGrpSpPr>
        <p:grpSpPr>
          <a:xfrm>
            <a:off x="7099200" y="2933725"/>
            <a:ext cx="2044793" cy="2209776"/>
            <a:chOff x="1384075" y="241450"/>
            <a:chExt cx="4822625" cy="5215425"/>
          </a:xfrm>
        </p:grpSpPr>
        <p:sp>
          <p:nvSpPr>
            <p:cNvPr id="1262" name="Google Shape;1262;p33"/>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3"/>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3"/>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3"/>
            <p:cNvSpPr/>
            <p:nvPr/>
          </p:nvSpPr>
          <p:spPr>
            <a:xfrm>
              <a:off x="4827375" y="1479000"/>
              <a:ext cx="691350" cy="795600"/>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3"/>
            <p:cNvSpPr/>
            <p:nvPr/>
          </p:nvSpPr>
          <p:spPr>
            <a:xfrm>
              <a:off x="4827375" y="1875125"/>
              <a:ext cx="691350" cy="1195050"/>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3"/>
            <p:cNvSpPr/>
            <p:nvPr/>
          </p:nvSpPr>
          <p:spPr>
            <a:xfrm>
              <a:off x="5518700" y="2274575"/>
              <a:ext cx="688000" cy="795600"/>
            </a:xfrm>
            <a:custGeom>
              <a:rect b="b" l="l" r="r" t="t"/>
              <a:pathLst>
                <a:path extrusionOk="0" h="31824" w="27520">
                  <a:moveTo>
                    <a:pt x="0" y="0"/>
                  </a:moveTo>
                  <a:lnTo>
                    <a:pt x="0" y="31823"/>
                  </a:lnTo>
                  <a:lnTo>
                    <a:pt x="27520" y="15978"/>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3"/>
            <p:cNvSpPr/>
            <p:nvPr/>
          </p:nvSpPr>
          <p:spPr>
            <a:xfrm>
              <a:off x="4827375" y="3865700"/>
              <a:ext cx="691350" cy="1195050"/>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3"/>
            <p:cNvSpPr/>
            <p:nvPr/>
          </p:nvSpPr>
          <p:spPr>
            <a:xfrm>
              <a:off x="4830700" y="4661275"/>
              <a:ext cx="688025" cy="795600"/>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3"/>
            <p:cNvSpPr/>
            <p:nvPr/>
          </p:nvSpPr>
          <p:spPr>
            <a:xfrm>
              <a:off x="5518700" y="3865700"/>
              <a:ext cx="688000" cy="795600"/>
            </a:xfrm>
            <a:custGeom>
              <a:rect b="b" l="l" r="r" t="t"/>
              <a:pathLst>
                <a:path extrusionOk="0" h="31824" w="27520">
                  <a:moveTo>
                    <a:pt x="0" y="1"/>
                  </a:moveTo>
                  <a:lnTo>
                    <a:pt x="0" y="31824"/>
                  </a:lnTo>
                  <a:lnTo>
                    <a:pt x="27520"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3"/>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3"/>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3"/>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3"/>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3"/>
            <p:cNvSpPr/>
            <p:nvPr/>
          </p:nvSpPr>
          <p:spPr>
            <a:xfrm>
              <a:off x="4139375" y="2670675"/>
              <a:ext cx="688025" cy="798950"/>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3"/>
            <p:cNvSpPr/>
            <p:nvPr/>
          </p:nvSpPr>
          <p:spPr>
            <a:xfrm>
              <a:off x="4139375" y="3070150"/>
              <a:ext cx="688025" cy="795575"/>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3"/>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3"/>
            <p:cNvSpPr/>
            <p:nvPr/>
          </p:nvSpPr>
          <p:spPr>
            <a:xfrm>
              <a:off x="3451375" y="3070150"/>
              <a:ext cx="688025" cy="795575"/>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3"/>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3"/>
            <p:cNvSpPr/>
            <p:nvPr/>
          </p:nvSpPr>
          <p:spPr>
            <a:xfrm>
              <a:off x="3451375" y="1479000"/>
              <a:ext cx="688025" cy="795600"/>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3"/>
            <p:cNvSpPr/>
            <p:nvPr/>
          </p:nvSpPr>
          <p:spPr>
            <a:xfrm>
              <a:off x="3448050" y="1878450"/>
              <a:ext cx="694675" cy="1191725"/>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3"/>
            <p:cNvSpPr/>
            <p:nvPr/>
          </p:nvSpPr>
          <p:spPr>
            <a:xfrm>
              <a:off x="4139375" y="1878450"/>
              <a:ext cx="688025" cy="1191725"/>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3"/>
            <p:cNvSpPr/>
            <p:nvPr/>
          </p:nvSpPr>
          <p:spPr>
            <a:xfrm>
              <a:off x="4382875" y="241450"/>
              <a:ext cx="201000" cy="22935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3"/>
            <p:cNvSpPr/>
            <p:nvPr/>
          </p:nvSpPr>
          <p:spPr>
            <a:xfrm>
              <a:off x="4139375" y="682600"/>
              <a:ext cx="688025" cy="79642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3"/>
            <p:cNvSpPr/>
            <p:nvPr/>
          </p:nvSpPr>
          <p:spPr>
            <a:xfrm>
              <a:off x="3451375" y="4661275"/>
              <a:ext cx="1376025" cy="795600"/>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3"/>
            <p:cNvSpPr/>
            <p:nvPr/>
          </p:nvSpPr>
          <p:spPr>
            <a:xfrm>
              <a:off x="4139375" y="3865700"/>
              <a:ext cx="688025" cy="1195050"/>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3"/>
            <p:cNvSpPr/>
            <p:nvPr/>
          </p:nvSpPr>
          <p:spPr>
            <a:xfrm>
              <a:off x="4139375" y="3469600"/>
              <a:ext cx="688025" cy="795575"/>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3"/>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3"/>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3"/>
            <p:cNvSpPr/>
            <p:nvPr/>
          </p:nvSpPr>
          <p:spPr>
            <a:xfrm>
              <a:off x="3451375" y="3469600"/>
              <a:ext cx="688025" cy="795575"/>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3"/>
            <p:cNvSpPr/>
            <p:nvPr/>
          </p:nvSpPr>
          <p:spPr>
            <a:xfrm>
              <a:off x="3451375" y="2670675"/>
              <a:ext cx="1376025" cy="1195050"/>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3"/>
            <p:cNvSpPr/>
            <p:nvPr/>
          </p:nvSpPr>
          <p:spPr>
            <a:xfrm>
              <a:off x="2760050" y="2670675"/>
              <a:ext cx="691350" cy="798950"/>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3"/>
            <p:cNvSpPr/>
            <p:nvPr/>
          </p:nvSpPr>
          <p:spPr>
            <a:xfrm>
              <a:off x="2760050" y="3070150"/>
              <a:ext cx="691350" cy="795575"/>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3"/>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3"/>
            <p:cNvSpPr/>
            <p:nvPr/>
          </p:nvSpPr>
          <p:spPr>
            <a:xfrm>
              <a:off x="2072075" y="1479000"/>
              <a:ext cx="688000" cy="795600"/>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3"/>
            <p:cNvSpPr/>
            <p:nvPr/>
          </p:nvSpPr>
          <p:spPr>
            <a:xfrm>
              <a:off x="1967825" y="2486400"/>
              <a:ext cx="322750" cy="371950"/>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3"/>
            <p:cNvSpPr/>
            <p:nvPr/>
          </p:nvSpPr>
          <p:spPr>
            <a:xfrm>
              <a:off x="2065400" y="1412275"/>
              <a:ext cx="218500" cy="254375"/>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3"/>
            <p:cNvSpPr/>
            <p:nvPr/>
          </p:nvSpPr>
          <p:spPr>
            <a:xfrm>
              <a:off x="2760050" y="1878450"/>
              <a:ext cx="691350" cy="1191725"/>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3"/>
            <p:cNvSpPr/>
            <p:nvPr/>
          </p:nvSpPr>
          <p:spPr>
            <a:xfrm>
              <a:off x="2760050" y="1479000"/>
              <a:ext cx="691350" cy="795600"/>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3"/>
            <p:cNvSpPr/>
            <p:nvPr/>
          </p:nvSpPr>
          <p:spPr>
            <a:xfrm>
              <a:off x="2072075" y="3865700"/>
              <a:ext cx="688000" cy="795600"/>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3"/>
            <p:cNvSpPr/>
            <p:nvPr/>
          </p:nvSpPr>
          <p:spPr>
            <a:xfrm>
              <a:off x="1384075" y="4661275"/>
              <a:ext cx="688025" cy="795600"/>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3"/>
            <p:cNvSpPr/>
            <p:nvPr/>
          </p:nvSpPr>
          <p:spPr>
            <a:xfrm>
              <a:off x="2760050" y="3865700"/>
              <a:ext cx="691350" cy="1591175"/>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3"/>
            <p:cNvSpPr/>
            <p:nvPr/>
          </p:nvSpPr>
          <p:spPr>
            <a:xfrm>
              <a:off x="2760050" y="3469600"/>
              <a:ext cx="691350" cy="795575"/>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3"/>
            <p:cNvSpPr/>
            <p:nvPr/>
          </p:nvSpPr>
          <p:spPr>
            <a:xfrm>
              <a:off x="3448050" y="3469600"/>
              <a:ext cx="691350" cy="159115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3"/>
            <p:cNvSpPr/>
            <p:nvPr/>
          </p:nvSpPr>
          <p:spPr>
            <a:xfrm>
              <a:off x="2760050" y="2670675"/>
              <a:ext cx="1379350" cy="1195050"/>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6" name="Google Shape;1306;p33"/>
          <p:cNvGrpSpPr/>
          <p:nvPr/>
        </p:nvGrpSpPr>
        <p:grpSpPr>
          <a:xfrm>
            <a:off x="-76200" y="-76200"/>
            <a:ext cx="2286103" cy="2895537"/>
            <a:chOff x="-26858" y="-227337"/>
            <a:chExt cx="2186403" cy="2757917"/>
          </a:xfrm>
        </p:grpSpPr>
        <p:sp>
          <p:nvSpPr>
            <p:cNvPr id="1307" name="Google Shape;1307;p33"/>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3"/>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3"/>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3"/>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3"/>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3"/>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3"/>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3"/>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3"/>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3"/>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3"/>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3"/>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3"/>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3"/>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3"/>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3"/>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3"/>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3"/>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3"/>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3"/>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3"/>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3"/>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3"/>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3"/>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3"/>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3"/>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3"/>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3"/>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3"/>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3"/>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3"/>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3"/>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3"/>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3"/>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3"/>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3"/>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1347" name="Shape 1347"/>
        <p:cNvGrpSpPr/>
        <p:nvPr/>
      </p:nvGrpSpPr>
      <p:grpSpPr>
        <a:xfrm>
          <a:off x="0" y="0"/>
          <a:ext cx="0" cy="0"/>
          <a:chOff x="0" y="0"/>
          <a:chExt cx="0" cy="0"/>
        </a:xfrm>
      </p:grpSpPr>
      <p:sp>
        <p:nvSpPr>
          <p:cNvPr id="1348" name="Google Shape;1348;p34"/>
          <p:cNvSpPr txBox="1"/>
          <p:nvPr>
            <p:ph type="title"/>
          </p:nvPr>
        </p:nvSpPr>
        <p:spPr>
          <a:xfrm>
            <a:off x="2382850" y="2635150"/>
            <a:ext cx="4378500" cy="713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349" name="Google Shape;1349;p34"/>
          <p:cNvSpPr txBox="1"/>
          <p:nvPr>
            <p:ph hasCustomPrompt="1" idx="2" type="title"/>
          </p:nvPr>
        </p:nvSpPr>
        <p:spPr>
          <a:xfrm>
            <a:off x="3788700" y="1136050"/>
            <a:ext cx="1566600" cy="1435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10800">
                <a:solidFill>
                  <a:schemeClr val="accent4"/>
                </a:solidFill>
              </a:defRPr>
            </a:lvl1pPr>
            <a:lvl2pPr lvl="1" rtl="0" algn="ctr">
              <a:spcBef>
                <a:spcPts val="0"/>
              </a:spcBef>
              <a:spcAft>
                <a:spcPts val="0"/>
              </a:spcAft>
              <a:buSzPts val="12000"/>
              <a:buFont typeface="Montserrat Light"/>
              <a:buNone/>
              <a:defRPr sz="12000">
                <a:latin typeface="Montserrat Light"/>
                <a:ea typeface="Montserrat Light"/>
                <a:cs typeface="Montserrat Light"/>
                <a:sym typeface="Montserrat Light"/>
              </a:defRPr>
            </a:lvl2pPr>
            <a:lvl3pPr lvl="2" rtl="0" algn="ctr">
              <a:spcBef>
                <a:spcPts val="0"/>
              </a:spcBef>
              <a:spcAft>
                <a:spcPts val="0"/>
              </a:spcAft>
              <a:buSzPts val="12000"/>
              <a:buFont typeface="Montserrat Light"/>
              <a:buNone/>
              <a:defRPr sz="12000">
                <a:latin typeface="Montserrat Light"/>
                <a:ea typeface="Montserrat Light"/>
                <a:cs typeface="Montserrat Light"/>
                <a:sym typeface="Montserrat Light"/>
              </a:defRPr>
            </a:lvl3pPr>
            <a:lvl4pPr lvl="3" rtl="0" algn="ctr">
              <a:spcBef>
                <a:spcPts val="0"/>
              </a:spcBef>
              <a:spcAft>
                <a:spcPts val="0"/>
              </a:spcAft>
              <a:buSzPts val="12000"/>
              <a:buFont typeface="Montserrat Light"/>
              <a:buNone/>
              <a:defRPr sz="12000">
                <a:latin typeface="Montserrat Light"/>
                <a:ea typeface="Montserrat Light"/>
                <a:cs typeface="Montserrat Light"/>
                <a:sym typeface="Montserrat Light"/>
              </a:defRPr>
            </a:lvl4pPr>
            <a:lvl5pPr lvl="4" rtl="0" algn="ctr">
              <a:spcBef>
                <a:spcPts val="0"/>
              </a:spcBef>
              <a:spcAft>
                <a:spcPts val="0"/>
              </a:spcAft>
              <a:buSzPts val="12000"/>
              <a:buFont typeface="Montserrat Light"/>
              <a:buNone/>
              <a:defRPr sz="12000">
                <a:latin typeface="Montserrat Light"/>
                <a:ea typeface="Montserrat Light"/>
                <a:cs typeface="Montserrat Light"/>
                <a:sym typeface="Montserrat Light"/>
              </a:defRPr>
            </a:lvl5pPr>
            <a:lvl6pPr lvl="5" rtl="0" algn="ctr">
              <a:spcBef>
                <a:spcPts val="0"/>
              </a:spcBef>
              <a:spcAft>
                <a:spcPts val="0"/>
              </a:spcAft>
              <a:buSzPts val="12000"/>
              <a:buFont typeface="Montserrat Light"/>
              <a:buNone/>
              <a:defRPr sz="12000">
                <a:latin typeface="Montserrat Light"/>
                <a:ea typeface="Montserrat Light"/>
                <a:cs typeface="Montserrat Light"/>
                <a:sym typeface="Montserrat Light"/>
              </a:defRPr>
            </a:lvl6pPr>
            <a:lvl7pPr lvl="6" rtl="0" algn="ctr">
              <a:spcBef>
                <a:spcPts val="0"/>
              </a:spcBef>
              <a:spcAft>
                <a:spcPts val="0"/>
              </a:spcAft>
              <a:buSzPts val="12000"/>
              <a:buFont typeface="Montserrat Light"/>
              <a:buNone/>
              <a:defRPr sz="12000">
                <a:latin typeface="Montserrat Light"/>
                <a:ea typeface="Montserrat Light"/>
                <a:cs typeface="Montserrat Light"/>
                <a:sym typeface="Montserrat Light"/>
              </a:defRPr>
            </a:lvl7pPr>
            <a:lvl8pPr lvl="7" rtl="0" algn="ctr">
              <a:spcBef>
                <a:spcPts val="0"/>
              </a:spcBef>
              <a:spcAft>
                <a:spcPts val="0"/>
              </a:spcAft>
              <a:buSzPts val="12000"/>
              <a:buFont typeface="Montserrat Light"/>
              <a:buNone/>
              <a:defRPr sz="12000">
                <a:latin typeface="Montserrat Light"/>
                <a:ea typeface="Montserrat Light"/>
                <a:cs typeface="Montserrat Light"/>
                <a:sym typeface="Montserrat Light"/>
              </a:defRPr>
            </a:lvl8pPr>
            <a:lvl9pPr lvl="8" rtl="0" algn="ctr">
              <a:spcBef>
                <a:spcPts val="0"/>
              </a:spcBef>
              <a:spcAft>
                <a:spcPts val="0"/>
              </a:spcAft>
              <a:buSzPts val="12000"/>
              <a:buFont typeface="Montserrat Light"/>
              <a:buNone/>
              <a:defRPr sz="12000">
                <a:latin typeface="Montserrat Light"/>
                <a:ea typeface="Montserrat Light"/>
                <a:cs typeface="Montserrat Light"/>
                <a:sym typeface="Montserrat Light"/>
              </a:defRPr>
            </a:lvl9pPr>
          </a:lstStyle>
          <a:p>
            <a:r>
              <a:t>xx%</a:t>
            </a:r>
          </a:p>
        </p:txBody>
      </p:sp>
      <p:sp>
        <p:nvSpPr>
          <p:cNvPr id="1350" name="Google Shape;1350;p34"/>
          <p:cNvSpPr txBox="1"/>
          <p:nvPr>
            <p:ph idx="1" type="subTitle"/>
          </p:nvPr>
        </p:nvSpPr>
        <p:spPr>
          <a:xfrm>
            <a:off x="3377400" y="3527548"/>
            <a:ext cx="2389200" cy="582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000"/>
              <a:buNone/>
              <a:defRPr>
                <a:solidFill>
                  <a:schemeClr val="dk1"/>
                </a:solidFill>
              </a:defRPr>
            </a:lvl1pPr>
            <a:lvl2pPr lvl="1" rtl="0" algn="ctr">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2pPr>
            <a:lvl3pPr lvl="2" rtl="0" algn="ctr">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3pPr>
            <a:lvl4pPr lvl="3" rtl="0" algn="ctr">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4pPr>
            <a:lvl5pPr lvl="4" rtl="0" algn="ctr">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5pPr>
            <a:lvl6pPr lvl="5" rtl="0" algn="ctr">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6pPr>
            <a:lvl7pPr lvl="6" rtl="0" algn="ctr">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7pPr>
            <a:lvl8pPr lvl="7" rtl="0" algn="ctr">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8pPr>
            <a:lvl9pPr lvl="8" rtl="0" algn="ctr">
              <a:lnSpc>
                <a:spcPct val="100000"/>
              </a:lnSpc>
              <a:spcBef>
                <a:spcPts val="0"/>
              </a:spcBef>
              <a:spcAft>
                <a:spcPts val="0"/>
              </a:spcAft>
              <a:buClr>
                <a:schemeClr val="dk1"/>
              </a:buClr>
              <a:buSzPts val="2300"/>
              <a:buFont typeface="Roboto Condensed"/>
              <a:buNone/>
              <a:defRPr sz="2300">
                <a:solidFill>
                  <a:schemeClr val="dk1"/>
                </a:solidFill>
                <a:latin typeface="Roboto Condensed"/>
                <a:ea typeface="Roboto Condensed"/>
                <a:cs typeface="Roboto Condensed"/>
                <a:sym typeface="Roboto Condensed"/>
              </a:defRPr>
            </a:lvl9pPr>
          </a:lstStyle>
          <a:p/>
        </p:txBody>
      </p:sp>
      <p:grpSp>
        <p:nvGrpSpPr>
          <p:cNvPr id="1351" name="Google Shape;1351;p34"/>
          <p:cNvGrpSpPr/>
          <p:nvPr/>
        </p:nvGrpSpPr>
        <p:grpSpPr>
          <a:xfrm flipH="1">
            <a:off x="0" y="2933725"/>
            <a:ext cx="2044793" cy="2209776"/>
            <a:chOff x="1384075" y="241450"/>
            <a:chExt cx="4822625" cy="5215425"/>
          </a:xfrm>
        </p:grpSpPr>
        <p:sp>
          <p:nvSpPr>
            <p:cNvPr id="1352" name="Google Shape;1352;p34"/>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4"/>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4"/>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4"/>
            <p:cNvSpPr/>
            <p:nvPr/>
          </p:nvSpPr>
          <p:spPr>
            <a:xfrm>
              <a:off x="4827375" y="1479000"/>
              <a:ext cx="691350" cy="795600"/>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4"/>
            <p:cNvSpPr/>
            <p:nvPr/>
          </p:nvSpPr>
          <p:spPr>
            <a:xfrm>
              <a:off x="4827375" y="1875125"/>
              <a:ext cx="691350" cy="1195050"/>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4"/>
            <p:cNvSpPr/>
            <p:nvPr/>
          </p:nvSpPr>
          <p:spPr>
            <a:xfrm>
              <a:off x="5518700" y="2274575"/>
              <a:ext cx="688000" cy="795600"/>
            </a:xfrm>
            <a:custGeom>
              <a:rect b="b" l="l" r="r" t="t"/>
              <a:pathLst>
                <a:path extrusionOk="0" h="31824" w="27520">
                  <a:moveTo>
                    <a:pt x="0" y="0"/>
                  </a:moveTo>
                  <a:lnTo>
                    <a:pt x="0" y="31823"/>
                  </a:lnTo>
                  <a:lnTo>
                    <a:pt x="27520" y="15978"/>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4"/>
            <p:cNvSpPr/>
            <p:nvPr/>
          </p:nvSpPr>
          <p:spPr>
            <a:xfrm>
              <a:off x="4827375" y="3865700"/>
              <a:ext cx="691350" cy="1195050"/>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4"/>
            <p:cNvSpPr/>
            <p:nvPr/>
          </p:nvSpPr>
          <p:spPr>
            <a:xfrm>
              <a:off x="4830700" y="4661275"/>
              <a:ext cx="688025" cy="795600"/>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4"/>
            <p:cNvSpPr/>
            <p:nvPr/>
          </p:nvSpPr>
          <p:spPr>
            <a:xfrm>
              <a:off x="5518700" y="3865700"/>
              <a:ext cx="688000" cy="795600"/>
            </a:xfrm>
            <a:custGeom>
              <a:rect b="b" l="l" r="r" t="t"/>
              <a:pathLst>
                <a:path extrusionOk="0" h="31824" w="27520">
                  <a:moveTo>
                    <a:pt x="0" y="1"/>
                  </a:moveTo>
                  <a:lnTo>
                    <a:pt x="0" y="31824"/>
                  </a:lnTo>
                  <a:lnTo>
                    <a:pt x="27520"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4"/>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4"/>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4"/>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4"/>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4"/>
            <p:cNvSpPr/>
            <p:nvPr/>
          </p:nvSpPr>
          <p:spPr>
            <a:xfrm>
              <a:off x="4139375" y="2670675"/>
              <a:ext cx="688025" cy="798950"/>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4"/>
            <p:cNvSpPr/>
            <p:nvPr/>
          </p:nvSpPr>
          <p:spPr>
            <a:xfrm>
              <a:off x="4139375" y="3070150"/>
              <a:ext cx="688025" cy="795575"/>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4"/>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4"/>
            <p:cNvSpPr/>
            <p:nvPr/>
          </p:nvSpPr>
          <p:spPr>
            <a:xfrm>
              <a:off x="3451375" y="3070150"/>
              <a:ext cx="688025" cy="795575"/>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4"/>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4"/>
            <p:cNvSpPr/>
            <p:nvPr/>
          </p:nvSpPr>
          <p:spPr>
            <a:xfrm>
              <a:off x="3451375" y="1479000"/>
              <a:ext cx="688025" cy="795600"/>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4"/>
            <p:cNvSpPr/>
            <p:nvPr/>
          </p:nvSpPr>
          <p:spPr>
            <a:xfrm>
              <a:off x="3448050" y="1878450"/>
              <a:ext cx="694675" cy="1191725"/>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4"/>
            <p:cNvSpPr/>
            <p:nvPr/>
          </p:nvSpPr>
          <p:spPr>
            <a:xfrm>
              <a:off x="4139375" y="1878450"/>
              <a:ext cx="688025" cy="1191725"/>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4"/>
            <p:cNvSpPr/>
            <p:nvPr/>
          </p:nvSpPr>
          <p:spPr>
            <a:xfrm>
              <a:off x="4382875" y="241450"/>
              <a:ext cx="201000" cy="22935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4"/>
            <p:cNvSpPr/>
            <p:nvPr/>
          </p:nvSpPr>
          <p:spPr>
            <a:xfrm>
              <a:off x="4139375" y="682600"/>
              <a:ext cx="688025" cy="79642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4"/>
            <p:cNvSpPr/>
            <p:nvPr/>
          </p:nvSpPr>
          <p:spPr>
            <a:xfrm>
              <a:off x="3451375" y="4661275"/>
              <a:ext cx="1376025" cy="795600"/>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4"/>
            <p:cNvSpPr/>
            <p:nvPr/>
          </p:nvSpPr>
          <p:spPr>
            <a:xfrm>
              <a:off x="4139375" y="3865700"/>
              <a:ext cx="688025" cy="1195050"/>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4"/>
            <p:cNvSpPr/>
            <p:nvPr/>
          </p:nvSpPr>
          <p:spPr>
            <a:xfrm>
              <a:off x="4139375" y="3469600"/>
              <a:ext cx="688025" cy="795575"/>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4"/>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4"/>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4"/>
            <p:cNvSpPr/>
            <p:nvPr/>
          </p:nvSpPr>
          <p:spPr>
            <a:xfrm>
              <a:off x="3451375" y="3469600"/>
              <a:ext cx="688025" cy="795575"/>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4"/>
            <p:cNvSpPr/>
            <p:nvPr/>
          </p:nvSpPr>
          <p:spPr>
            <a:xfrm>
              <a:off x="3451375" y="2670675"/>
              <a:ext cx="1376025" cy="1195050"/>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4"/>
            <p:cNvSpPr/>
            <p:nvPr/>
          </p:nvSpPr>
          <p:spPr>
            <a:xfrm>
              <a:off x="2760050" y="2670675"/>
              <a:ext cx="691350" cy="798950"/>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4"/>
            <p:cNvSpPr/>
            <p:nvPr/>
          </p:nvSpPr>
          <p:spPr>
            <a:xfrm>
              <a:off x="2760050" y="3070150"/>
              <a:ext cx="691350" cy="795575"/>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4"/>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4"/>
            <p:cNvSpPr/>
            <p:nvPr/>
          </p:nvSpPr>
          <p:spPr>
            <a:xfrm>
              <a:off x="2072075" y="1479000"/>
              <a:ext cx="688000" cy="795600"/>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4"/>
            <p:cNvSpPr/>
            <p:nvPr/>
          </p:nvSpPr>
          <p:spPr>
            <a:xfrm>
              <a:off x="1967825" y="2486400"/>
              <a:ext cx="322750" cy="371950"/>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4"/>
            <p:cNvSpPr/>
            <p:nvPr/>
          </p:nvSpPr>
          <p:spPr>
            <a:xfrm>
              <a:off x="2065400" y="1412275"/>
              <a:ext cx="218500" cy="254375"/>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4"/>
            <p:cNvSpPr/>
            <p:nvPr/>
          </p:nvSpPr>
          <p:spPr>
            <a:xfrm>
              <a:off x="2760050" y="1878450"/>
              <a:ext cx="691350" cy="1191725"/>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4"/>
            <p:cNvSpPr/>
            <p:nvPr/>
          </p:nvSpPr>
          <p:spPr>
            <a:xfrm>
              <a:off x="2760050" y="1479000"/>
              <a:ext cx="691350" cy="795600"/>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4"/>
            <p:cNvSpPr/>
            <p:nvPr/>
          </p:nvSpPr>
          <p:spPr>
            <a:xfrm>
              <a:off x="2072075" y="3865700"/>
              <a:ext cx="688000" cy="795600"/>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4"/>
            <p:cNvSpPr/>
            <p:nvPr/>
          </p:nvSpPr>
          <p:spPr>
            <a:xfrm>
              <a:off x="1384075" y="4661275"/>
              <a:ext cx="688025" cy="795600"/>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4"/>
            <p:cNvSpPr/>
            <p:nvPr/>
          </p:nvSpPr>
          <p:spPr>
            <a:xfrm>
              <a:off x="2760050" y="3865700"/>
              <a:ext cx="691350" cy="1591175"/>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4"/>
            <p:cNvSpPr/>
            <p:nvPr/>
          </p:nvSpPr>
          <p:spPr>
            <a:xfrm>
              <a:off x="2760050" y="3469600"/>
              <a:ext cx="691350" cy="795575"/>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4"/>
            <p:cNvSpPr/>
            <p:nvPr/>
          </p:nvSpPr>
          <p:spPr>
            <a:xfrm>
              <a:off x="3448050" y="3469600"/>
              <a:ext cx="691350" cy="159115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4"/>
            <p:cNvSpPr/>
            <p:nvPr/>
          </p:nvSpPr>
          <p:spPr>
            <a:xfrm>
              <a:off x="2760050" y="2670675"/>
              <a:ext cx="1379350" cy="1195050"/>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6" name="Google Shape;1396;p34"/>
          <p:cNvGrpSpPr/>
          <p:nvPr/>
        </p:nvGrpSpPr>
        <p:grpSpPr>
          <a:xfrm flipH="1">
            <a:off x="6934090" y="-76200"/>
            <a:ext cx="2286103" cy="2895537"/>
            <a:chOff x="-26858" y="-227337"/>
            <a:chExt cx="2186403" cy="2757917"/>
          </a:xfrm>
        </p:grpSpPr>
        <p:sp>
          <p:nvSpPr>
            <p:cNvPr id="1397" name="Google Shape;1397;p34"/>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4"/>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4"/>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4"/>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4"/>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34"/>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4"/>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4"/>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4"/>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4"/>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4"/>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4"/>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4"/>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4"/>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4"/>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4"/>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4"/>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4"/>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4"/>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4"/>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4"/>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4"/>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4"/>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4"/>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4"/>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4"/>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4"/>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4"/>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4"/>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4"/>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4"/>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4"/>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4"/>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4"/>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4"/>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4"/>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1437" name="Shape 1437"/>
        <p:cNvGrpSpPr/>
        <p:nvPr/>
      </p:nvGrpSpPr>
      <p:grpSpPr>
        <a:xfrm>
          <a:off x="0" y="0"/>
          <a:ext cx="0" cy="0"/>
          <a:chOff x="0" y="0"/>
          <a:chExt cx="0" cy="0"/>
        </a:xfrm>
      </p:grpSpPr>
      <p:sp>
        <p:nvSpPr>
          <p:cNvPr id="1438" name="Google Shape;1438;p35"/>
          <p:cNvSpPr txBox="1"/>
          <p:nvPr>
            <p:ph type="ctrTitle"/>
          </p:nvPr>
        </p:nvSpPr>
        <p:spPr>
          <a:xfrm>
            <a:off x="713225" y="2999825"/>
            <a:ext cx="2599200" cy="6624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2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39" name="Google Shape;1439;p35"/>
          <p:cNvSpPr txBox="1"/>
          <p:nvPr>
            <p:ph idx="1" type="subTitle"/>
          </p:nvPr>
        </p:nvSpPr>
        <p:spPr>
          <a:xfrm>
            <a:off x="713225" y="1712800"/>
            <a:ext cx="6379200" cy="1148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440" name="Google Shape;1440;p35"/>
          <p:cNvSpPr/>
          <p:nvPr/>
        </p:nvSpPr>
        <p:spPr>
          <a:xfrm flipH="1" rot="-5400000">
            <a:off x="4073565" y="-78536"/>
            <a:ext cx="996879" cy="1153940"/>
          </a:xfrm>
          <a:custGeom>
            <a:rect b="b" l="l" r="r" t="t"/>
            <a:pathLst>
              <a:path extrusionOk="0" h="31857" w="27521">
                <a:moveTo>
                  <a:pt x="1" y="0"/>
                </a:moveTo>
                <a:lnTo>
                  <a:pt x="1" y="31857"/>
                </a:lnTo>
                <a:lnTo>
                  <a:pt x="27520" y="15845"/>
                </a:lnTo>
                <a:lnTo>
                  <a:pt x="1" y="0"/>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1" name="Google Shape;1441;p35"/>
          <p:cNvGrpSpPr/>
          <p:nvPr/>
        </p:nvGrpSpPr>
        <p:grpSpPr>
          <a:xfrm flipH="1" rot="5400000">
            <a:off x="7613820" y="3611830"/>
            <a:ext cx="877851" cy="2209091"/>
            <a:chOff x="-26858" y="-227337"/>
            <a:chExt cx="1093215" cy="2757917"/>
          </a:xfrm>
        </p:grpSpPr>
        <p:sp>
          <p:nvSpPr>
            <p:cNvPr id="1442" name="Google Shape;1442;p35"/>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5"/>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5"/>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5"/>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5"/>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5"/>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5"/>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5"/>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5"/>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5"/>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5"/>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5"/>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5"/>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5"/>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5"/>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5"/>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5"/>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5"/>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4" name="Google Shape;1464;p35"/>
          <p:cNvGrpSpPr/>
          <p:nvPr/>
        </p:nvGrpSpPr>
        <p:grpSpPr>
          <a:xfrm rot="-5400000">
            <a:off x="286059" y="3659330"/>
            <a:ext cx="1209907" cy="1782035"/>
            <a:chOff x="700771" y="-227337"/>
            <a:chExt cx="1458774" cy="2138784"/>
          </a:xfrm>
        </p:grpSpPr>
        <p:sp>
          <p:nvSpPr>
            <p:cNvPr id="1465" name="Google Shape;1465;p35"/>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5"/>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5"/>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5"/>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5"/>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5"/>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5"/>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5"/>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5"/>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5"/>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5"/>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5"/>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5"/>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35"/>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35"/>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5"/>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5"/>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5"/>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5"/>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TITLE_1_1_1_1">
    <p:spTree>
      <p:nvGrpSpPr>
        <p:cNvPr id="1484" name="Shape 1484"/>
        <p:cNvGrpSpPr/>
        <p:nvPr/>
      </p:nvGrpSpPr>
      <p:grpSpPr>
        <a:xfrm>
          <a:off x="0" y="0"/>
          <a:ext cx="0" cy="0"/>
          <a:chOff x="0" y="0"/>
          <a:chExt cx="0" cy="0"/>
        </a:xfrm>
      </p:grpSpPr>
      <p:sp>
        <p:nvSpPr>
          <p:cNvPr id="1485" name="Google Shape;1485;p36"/>
          <p:cNvSpPr txBox="1"/>
          <p:nvPr>
            <p:ph idx="1" type="subTitle"/>
          </p:nvPr>
        </p:nvSpPr>
        <p:spPr>
          <a:xfrm>
            <a:off x="1924300" y="1704900"/>
            <a:ext cx="5295300" cy="173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600"/>
              <a:buNone/>
              <a:defRPr sz="3000"/>
            </a:lvl1pPr>
            <a:lvl2pPr lvl="1" rtl="0">
              <a:lnSpc>
                <a:spcPct val="100000"/>
              </a:lnSpc>
              <a:spcBef>
                <a:spcPts val="0"/>
              </a:spcBef>
              <a:spcAft>
                <a:spcPts val="0"/>
              </a:spcAft>
              <a:buSzPts val="3600"/>
              <a:buNone/>
              <a:defRPr sz="3600"/>
            </a:lvl2pPr>
            <a:lvl3pPr lvl="2" rtl="0">
              <a:lnSpc>
                <a:spcPct val="100000"/>
              </a:lnSpc>
              <a:spcBef>
                <a:spcPts val="0"/>
              </a:spcBef>
              <a:spcAft>
                <a:spcPts val="0"/>
              </a:spcAft>
              <a:buSzPts val="3600"/>
              <a:buNone/>
              <a:defRPr sz="3600"/>
            </a:lvl3pPr>
            <a:lvl4pPr lvl="3" rtl="0">
              <a:lnSpc>
                <a:spcPct val="100000"/>
              </a:lnSpc>
              <a:spcBef>
                <a:spcPts val="0"/>
              </a:spcBef>
              <a:spcAft>
                <a:spcPts val="0"/>
              </a:spcAft>
              <a:buSzPts val="3600"/>
              <a:buNone/>
              <a:defRPr sz="3600"/>
            </a:lvl4pPr>
            <a:lvl5pPr lvl="4" rtl="0">
              <a:lnSpc>
                <a:spcPct val="100000"/>
              </a:lnSpc>
              <a:spcBef>
                <a:spcPts val="0"/>
              </a:spcBef>
              <a:spcAft>
                <a:spcPts val="0"/>
              </a:spcAft>
              <a:buSzPts val="3600"/>
              <a:buNone/>
              <a:defRPr sz="3600"/>
            </a:lvl5pPr>
            <a:lvl6pPr lvl="5" rtl="0">
              <a:lnSpc>
                <a:spcPct val="100000"/>
              </a:lnSpc>
              <a:spcBef>
                <a:spcPts val="0"/>
              </a:spcBef>
              <a:spcAft>
                <a:spcPts val="0"/>
              </a:spcAft>
              <a:buSzPts val="3600"/>
              <a:buNone/>
              <a:defRPr sz="3600"/>
            </a:lvl6pPr>
            <a:lvl7pPr lvl="6" rtl="0">
              <a:lnSpc>
                <a:spcPct val="100000"/>
              </a:lnSpc>
              <a:spcBef>
                <a:spcPts val="0"/>
              </a:spcBef>
              <a:spcAft>
                <a:spcPts val="0"/>
              </a:spcAft>
              <a:buSzPts val="3600"/>
              <a:buNone/>
              <a:defRPr sz="3600"/>
            </a:lvl7pPr>
            <a:lvl8pPr lvl="7" rtl="0">
              <a:lnSpc>
                <a:spcPct val="100000"/>
              </a:lnSpc>
              <a:spcBef>
                <a:spcPts val="0"/>
              </a:spcBef>
              <a:spcAft>
                <a:spcPts val="0"/>
              </a:spcAft>
              <a:buSzPts val="3600"/>
              <a:buNone/>
              <a:defRPr sz="3600"/>
            </a:lvl8pPr>
            <a:lvl9pPr lvl="8" rtl="0">
              <a:lnSpc>
                <a:spcPct val="100000"/>
              </a:lnSpc>
              <a:spcBef>
                <a:spcPts val="0"/>
              </a:spcBef>
              <a:spcAft>
                <a:spcPts val="0"/>
              </a:spcAft>
              <a:buSzPts val="3600"/>
              <a:buNone/>
              <a:defRPr sz="3600"/>
            </a:lvl9pPr>
          </a:lstStyle>
          <a:p/>
        </p:txBody>
      </p:sp>
      <p:sp>
        <p:nvSpPr>
          <p:cNvPr id="1486" name="Google Shape;1486;p36"/>
          <p:cNvSpPr txBox="1"/>
          <p:nvPr>
            <p:ph type="ctrTitle"/>
          </p:nvPr>
        </p:nvSpPr>
        <p:spPr>
          <a:xfrm>
            <a:off x="3272413" y="3663875"/>
            <a:ext cx="2599200" cy="662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2000">
                <a:solidFill>
                  <a:schemeClr val="accent4"/>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grpSp>
        <p:nvGrpSpPr>
          <p:cNvPr id="1487" name="Google Shape;1487;p36"/>
          <p:cNvGrpSpPr/>
          <p:nvPr/>
        </p:nvGrpSpPr>
        <p:grpSpPr>
          <a:xfrm flipH="1" rot="5400000">
            <a:off x="7613820" y="3611830"/>
            <a:ext cx="877851" cy="2209091"/>
            <a:chOff x="-26858" y="-227337"/>
            <a:chExt cx="1093215" cy="2757917"/>
          </a:xfrm>
        </p:grpSpPr>
        <p:sp>
          <p:nvSpPr>
            <p:cNvPr id="1488" name="Google Shape;1488;p36"/>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6"/>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36"/>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6"/>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6"/>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6"/>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6"/>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6"/>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6"/>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6"/>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6"/>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6"/>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6"/>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6"/>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6"/>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6"/>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6"/>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6"/>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0" name="Google Shape;1510;p36"/>
          <p:cNvGrpSpPr/>
          <p:nvPr/>
        </p:nvGrpSpPr>
        <p:grpSpPr>
          <a:xfrm flipH="1" rot="-5400000">
            <a:off x="286059" y="-312722"/>
            <a:ext cx="1209907" cy="1782035"/>
            <a:chOff x="700771" y="-227337"/>
            <a:chExt cx="1458774" cy="2138784"/>
          </a:xfrm>
        </p:grpSpPr>
        <p:sp>
          <p:nvSpPr>
            <p:cNvPr id="1511" name="Google Shape;1511;p36"/>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6"/>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6"/>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6"/>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6"/>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6"/>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6"/>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6"/>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6"/>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6"/>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6"/>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6"/>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6"/>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6"/>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6"/>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6"/>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6"/>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6"/>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6"/>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TWO_COLUMNS_1_1">
    <p:spTree>
      <p:nvGrpSpPr>
        <p:cNvPr id="1530" name="Shape 1530"/>
        <p:cNvGrpSpPr/>
        <p:nvPr/>
      </p:nvGrpSpPr>
      <p:grpSpPr>
        <a:xfrm>
          <a:off x="0" y="0"/>
          <a:ext cx="0" cy="0"/>
          <a:chOff x="0" y="0"/>
          <a:chExt cx="0" cy="0"/>
        </a:xfrm>
      </p:grpSpPr>
      <p:sp>
        <p:nvSpPr>
          <p:cNvPr id="1531" name="Google Shape;1531;p37"/>
          <p:cNvSpPr txBox="1"/>
          <p:nvPr>
            <p:ph idx="1" type="subTitle"/>
          </p:nvPr>
        </p:nvSpPr>
        <p:spPr>
          <a:xfrm>
            <a:off x="1042416" y="2331720"/>
            <a:ext cx="1929300" cy="576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532" name="Google Shape;1532;p37"/>
          <p:cNvSpPr txBox="1"/>
          <p:nvPr>
            <p:ph hasCustomPrompt="1" type="title"/>
          </p:nvPr>
        </p:nvSpPr>
        <p:spPr>
          <a:xfrm>
            <a:off x="1041825" y="2843784"/>
            <a:ext cx="1930500" cy="365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1pPr>
            <a:lvl2pPr lvl="1"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2pPr>
            <a:lvl3pPr lvl="2"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3pPr>
            <a:lvl4pPr lvl="3"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4pPr>
            <a:lvl5pPr lvl="4"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5pPr>
            <a:lvl6pPr lvl="5"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6pPr>
            <a:lvl7pPr lvl="6"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7pPr>
            <a:lvl8pPr lvl="7"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8pPr>
            <a:lvl9pPr lvl="8"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9pPr>
          </a:lstStyle>
          <a:p>
            <a:r>
              <a:t>xx%</a:t>
            </a:r>
          </a:p>
        </p:txBody>
      </p:sp>
      <p:sp>
        <p:nvSpPr>
          <p:cNvPr id="1533" name="Google Shape;1533;p37"/>
          <p:cNvSpPr txBox="1"/>
          <p:nvPr>
            <p:ph idx="2" type="subTitle"/>
          </p:nvPr>
        </p:nvSpPr>
        <p:spPr>
          <a:xfrm>
            <a:off x="1042425" y="3255264"/>
            <a:ext cx="1929300" cy="8322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1600"/>
              </a:spcBef>
              <a:spcAft>
                <a:spcPts val="0"/>
              </a:spcAft>
              <a:buSzPts val="1400"/>
              <a:buNone/>
              <a:defRPr/>
            </a:lvl2pPr>
            <a:lvl3pPr lvl="2" algn="ctr">
              <a:spcBef>
                <a:spcPts val="1600"/>
              </a:spcBef>
              <a:spcAft>
                <a:spcPts val="0"/>
              </a:spcAft>
              <a:buSzPts val="1400"/>
              <a:buNone/>
              <a:defRPr/>
            </a:lvl3pPr>
            <a:lvl4pPr lvl="3" algn="ctr">
              <a:spcBef>
                <a:spcPts val="1600"/>
              </a:spcBef>
              <a:spcAft>
                <a:spcPts val="0"/>
              </a:spcAft>
              <a:buSzPts val="1400"/>
              <a:buNone/>
              <a:defRPr/>
            </a:lvl4pPr>
            <a:lvl5pPr lvl="4" algn="ctr">
              <a:spcBef>
                <a:spcPts val="1600"/>
              </a:spcBef>
              <a:spcAft>
                <a:spcPts val="0"/>
              </a:spcAft>
              <a:buSzPts val="1400"/>
              <a:buNone/>
              <a:defRPr/>
            </a:lvl5pPr>
            <a:lvl6pPr lvl="5" algn="ctr">
              <a:spcBef>
                <a:spcPts val="1600"/>
              </a:spcBef>
              <a:spcAft>
                <a:spcPts val="0"/>
              </a:spcAft>
              <a:buSzPts val="1400"/>
              <a:buNone/>
              <a:defRPr/>
            </a:lvl6pPr>
            <a:lvl7pPr lvl="6" algn="ctr">
              <a:spcBef>
                <a:spcPts val="1600"/>
              </a:spcBef>
              <a:spcAft>
                <a:spcPts val="0"/>
              </a:spcAft>
              <a:buSzPts val="1400"/>
              <a:buNone/>
              <a:defRPr/>
            </a:lvl7pPr>
            <a:lvl8pPr lvl="7" algn="ctr">
              <a:spcBef>
                <a:spcPts val="1600"/>
              </a:spcBef>
              <a:spcAft>
                <a:spcPts val="0"/>
              </a:spcAft>
              <a:buSzPts val="1400"/>
              <a:buNone/>
              <a:defRPr/>
            </a:lvl8pPr>
            <a:lvl9pPr lvl="8" algn="ctr">
              <a:spcBef>
                <a:spcPts val="1600"/>
              </a:spcBef>
              <a:spcAft>
                <a:spcPts val="1600"/>
              </a:spcAft>
              <a:buSzPts val="1400"/>
              <a:buNone/>
              <a:defRPr/>
            </a:lvl9pPr>
          </a:lstStyle>
          <a:p/>
        </p:txBody>
      </p:sp>
      <p:sp>
        <p:nvSpPr>
          <p:cNvPr id="1534" name="Google Shape;1534;p37"/>
          <p:cNvSpPr txBox="1"/>
          <p:nvPr>
            <p:ph idx="3" type="subTitle"/>
          </p:nvPr>
        </p:nvSpPr>
        <p:spPr>
          <a:xfrm>
            <a:off x="3607341" y="2331720"/>
            <a:ext cx="1929300" cy="576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535" name="Google Shape;1535;p37"/>
          <p:cNvSpPr txBox="1"/>
          <p:nvPr>
            <p:ph hasCustomPrompt="1" idx="4" type="title"/>
          </p:nvPr>
        </p:nvSpPr>
        <p:spPr>
          <a:xfrm>
            <a:off x="3606750" y="2843784"/>
            <a:ext cx="1930500" cy="365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1pPr>
            <a:lvl2pPr lvl="1"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2pPr>
            <a:lvl3pPr lvl="2"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3pPr>
            <a:lvl4pPr lvl="3"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4pPr>
            <a:lvl5pPr lvl="4"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5pPr>
            <a:lvl6pPr lvl="5"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6pPr>
            <a:lvl7pPr lvl="6"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7pPr>
            <a:lvl8pPr lvl="7"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8pPr>
            <a:lvl9pPr lvl="8"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9pPr>
          </a:lstStyle>
          <a:p>
            <a:r>
              <a:t>xx%</a:t>
            </a:r>
          </a:p>
        </p:txBody>
      </p:sp>
      <p:sp>
        <p:nvSpPr>
          <p:cNvPr id="1536" name="Google Shape;1536;p37"/>
          <p:cNvSpPr txBox="1"/>
          <p:nvPr>
            <p:ph idx="5" type="subTitle"/>
          </p:nvPr>
        </p:nvSpPr>
        <p:spPr>
          <a:xfrm>
            <a:off x="3607350" y="3255264"/>
            <a:ext cx="1929300" cy="83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37" name="Google Shape;1537;p37"/>
          <p:cNvSpPr txBox="1"/>
          <p:nvPr>
            <p:ph idx="6" type="subTitle"/>
          </p:nvPr>
        </p:nvSpPr>
        <p:spPr>
          <a:xfrm>
            <a:off x="6172266" y="2331720"/>
            <a:ext cx="1929300" cy="576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538" name="Google Shape;1538;p37"/>
          <p:cNvSpPr txBox="1"/>
          <p:nvPr>
            <p:ph hasCustomPrompt="1" idx="7" type="title"/>
          </p:nvPr>
        </p:nvSpPr>
        <p:spPr>
          <a:xfrm>
            <a:off x="6171675" y="2843784"/>
            <a:ext cx="1930500" cy="365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1pPr>
            <a:lvl2pPr lvl="1"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2pPr>
            <a:lvl3pPr lvl="2"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3pPr>
            <a:lvl4pPr lvl="3"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4pPr>
            <a:lvl5pPr lvl="4"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5pPr>
            <a:lvl6pPr lvl="5"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6pPr>
            <a:lvl7pPr lvl="6"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7pPr>
            <a:lvl8pPr lvl="7"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8pPr>
            <a:lvl9pPr lvl="8" rtl="0" algn="r">
              <a:spcBef>
                <a:spcPts val="0"/>
              </a:spcBef>
              <a:spcAft>
                <a:spcPts val="0"/>
              </a:spcAft>
              <a:buSzPts val="1600"/>
              <a:buFont typeface="Barlow Condensed Medium"/>
              <a:buNone/>
              <a:defRPr sz="1600">
                <a:latin typeface="Barlow Condensed Medium"/>
                <a:ea typeface="Barlow Condensed Medium"/>
                <a:cs typeface="Barlow Condensed Medium"/>
                <a:sym typeface="Barlow Condensed Medium"/>
              </a:defRPr>
            </a:lvl9pPr>
          </a:lstStyle>
          <a:p>
            <a:r>
              <a:t>xx%</a:t>
            </a:r>
          </a:p>
        </p:txBody>
      </p:sp>
      <p:sp>
        <p:nvSpPr>
          <p:cNvPr id="1539" name="Google Shape;1539;p37"/>
          <p:cNvSpPr txBox="1"/>
          <p:nvPr>
            <p:ph idx="8" type="subTitle"/>
          </p:nvPr>
        </p:nvSpPr>
        <p:spPr>
          <a:xfrm>
            <a:off x="6172275" y="3255264"/>
            <a:ext cx="1929300" cy="832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40" name="Google Shape;1540;p37"/>
          <p:cNvSpPr txBox="1"/>
          <p:nvPr>
            <p:ph idx="9" type="ctrTitle"/>
          </p:nvPr>
        </p:nvSpPr>
        <p:spPr>
          <a:xfrm flipH="1">
            <a:off x="770700" y="468450"/>
            <a:ext cx="38013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541" name="Google Shape;1541;p37"/>
          <p:cNvCxnSpPr/>
          <p:nvPr/>
        </p:nvCxnSpPr>
        <p:spPr>
          <a:xfrm>
            <a:off x="498025" y="-63925"/>
            <a:ext cx="0" cy="1124100"/>
          </a:xfrm>
          <a:prstGeom prst="straightConnector1">
            <a:avLst/>
          </a:prstGeom>
          <a:noFill/>
          <a:ln cap="flat" cmpd="sng" w="28575">
            <a:solidFill>
              <a:schemeClr val="lt2"/>
            </a:solidFill>
            <a:prstDash val="solid"/>
            <a:round/>
            <a:headEnd len="med" w="med" type="none"/>
            <a:tailEnd len="med" w="med" type="none"/>
          </a:ln>
        </p:spPr>
      </p:cxnSp>
      <p:grpSp>
        <p:nvGrpSpPr>
          <p:cNvPr id="1542" name="Google Shape;1542;p37"/>
          <p:cNvGrpSpPr/>
          <p:nvPr/>
        </p:nvGrpSpPr>
        <p:grpSpPr>
          <a:xfrm flipH="1" rot="5400000">
            <a:off x="7613820" y="3611830"/>
            <a:ext cx="877851" cy="2209091"/>
            <a:chOff x="-26858" y="-227337"/>
            <a:chExt cx="1093215" cy="2757917"/>
          </a:xfrm>
        </p:grpSpPr>
        <p:sp>
          <p:nvSpPr>
            <p:cNvPr id="1543" name="Google Shape;1543;p37"/>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7"/>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7"/>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7"/>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7"/>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7"/>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7"/>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7"/>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7"/>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7"/>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7"/>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7"/>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7"/>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7"/>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7"/>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7"/>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7"/>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7"/>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
    <p:spTree>
      <p:nvGrpSpPr>
        <p:cNvPr id="1565" name="Shape 1565"/>
        <p:cNvGrpSpPr/>
        <p:nvPr/>
      </p:nvGrpSpPr>
      <p:grpSpPr>
        <a:xfrm>
          <a:off x="0" y="0"/>
          <a:ext cx="0" cy="0"/>
          <a:chOff x="0" y="0"/>
          <a:chExt cx="0" cy="0"/>
        </a:xfrm>
      </p:grpSpPr>
      <p:sp>
        <p:nvSpPr>
          <p:cNvPr id="1566" name="Google Shape;1566;p38"/>
          <p:cNvSpPr txBox="1"/>
          <p:nvPr>
            <p:ph type="ctrTitle"/>
          </p:nvPr>
        </p:nvSpPr>
        <p:spPr>
          <a:xfrm flipH="1">
            <a:off x="770700" y="468450"/>
            <a:ext cx="38013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567" name="Google Shape;1567;p38"/>
          <p:cNvCxnSpPr/>
          <p:nvPr/>
        </p:nvCxnSpPr>
        <p:spPr>
          <a:xfrm>
            <a:off x="498025" y="-63925"/>
            <a:ext cx="0" cy="1124100"/>
          </a:xfrm>
          <a:prstGeom prst="straightConnector1">
            <a:avLst/>
          </a:prstGeom>
          <a:noFill/>
          <a:ln cap="flat" cmpd="sng" w="28575">
            <a:solidFill>
              <a:schemeClr val="lt2"/>
            </a:solidFill>
            <a:prstDash val="solid"/>
            <a:round/>
            <a:headEnd len="med" w="med" type="none"/>
            <a:tailEnd len="med" w="med" type="none"/>
          </a:ln>
        </p:spPr>
      </p:cxnSp>
      <p:grpSp>
        <p:nvGrpSpPr>
          <p:cNvPr id="1568" name="Google Shape;1568;p38"/>
          <p:cNvGrpSpPr/>
          <p:nvPr/>
        </p:nvGrpSpPr>
        <p:grpSpPr>
          <a:xfrm flipH="1" rot="5400000">
            <a:off x="7613820" y="3611830"/>
            <a:ext cx="877851" cy="2209091"/>
            <a:chOff x="-26858" y="-227337"/>
            <a:chExt cx="1093215" cy="2757917"/>
          </a:xfrm>
        </p:grpSpPr>
        <p:sp>
          <p:nvSpPr>
            <p:cNvPr id="1569" name="Google Shape;1569;p38"/>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8"/>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8"/>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8"/>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8"/>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8"/>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8"/>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8"/>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8"/>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8"/>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8"/>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8"/>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8"/>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8"/>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8"/>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8"/>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8"/>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8"/>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8"/>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1" name="Google Shape;1591;p38"/>
          <p:cNvSpPr txBox="1"/>
          <p:nvPr>
            <p:ph idx="1" type="subTitle"/>
          </p:nvPr>
        </p:nvSpPr>
        <p:spPr>
          <a:xfrm>
            <a:off x="2670048" y="1289304"/>
            <a:ext cx="1252800" cy="429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lgn="r">
              <a:spcBef>
                <a:spcPts val="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592" name="Google Shape;1592;p38"/>
          <p:cNvSpPr txBox="1"/>
          <p:nvPr>
            <p:ph idx="2" type="subTitle"/>
          </p:nvPr>
        </p:nvSpPr>
        <p:spPr>
          <a:xfrm>
            <a:off x="1005840" y="1591056"/>
            <a:ext cx="2916900" cy="576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r">
              <a:spcBef>
                <a:spcPts val="160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593" name="Google Shape;1593;p38"/>
          <p:cNvSpPr txBox="1"/>
          <p:nvPr>
            <p:ph idx="3" type="subTitle"/>
          </p:nvPr>
        </p:nvSpPr>
        <p:spPr>
          <a:xfrm>
            <a:off x="2670048" y="3538728"/>
            <a:ext cx="1252800" cy="429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lgn="r">
              <a:spcBef>
                <a:spcPts val="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594" name="Google Shape;1594;p38"/>
          <p:cNvSpPr txBox="1"/>
          <p:nvPr>
            <p:ph idx="4" type="subTitle"/>
          </p:nvPr>
        </p:nvSpPr>
        <p:spPr>
          <a:xfrm>
            <a:off x="1005840" y="3840480"/>
            <a:ext cx="2916900" cy="576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r">
              <a:spcBef>
                <a:spcPts val="160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595" name="Google Shape;1595;p38"/>
          <p:cNvSpPr txBox="1"/>
          <p:nvPr>
            <p:ph idx="5" type="subTitle"/>
          </p:nvPr>
        </p:nvSpPr>
        <p:spPr>
          <a:xfrm>
            <a:off x="2670048" y="2414016"/>
            <a:ext cx="1252800" cy="429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8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lgn="r">
              <a:spcBef>
                <a:spcPts val="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596" name="Google Shape;1596;p38"/>
          <p:cNvSpPr txBox="1"/>
          <p:nvPr>
            <p:ph idx="6" type="subTitle"/>
          </p:nvPr>
        </p:nvSpPr>
        <p:spPr>
          <a:xfrm>
            <a:off x="1005840" y="2715767"/>
            <a:ext cx="2916900" cy="576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r">
              <a:spcBef>
                <a:spcPts val="160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TITLE_ONLY_2_1">
    <p:spTree>
      <p:nvGrpSpPr>
        <p:cNvPr id="1597" name="Shape 1597"/>
        <p:cNvGrpSpPr/>
        <p:nvPr/>
      </p:nvGrpSpPr>
      <p:grpSpPr>
        <a:xfrm>
          <a:off x="0" y="0"/>
          <a:ext cx="0" cy="0"/>
          <a:chOff x="0" y="0"/>
          <a:chExt cx="0" cy="0"/>
        </a:xfrm>
      </p:grpSpPr>
      <p:sp>
        <p:nvSpPr>
          <p:cNvPr id="1598" name="Google Shape;1598;p39"/>
          <p:cNvSpPr txBox="1"/>
          <p:nvPr>
            <p:ph idx="1" type="subTitle"/>
          </p:nvPr>
        </p:nvSpPr>
        <p:spPr>
          <a:xfrm>
            <a:off x="924358" y="2982025"/>
            <a:ext cx="1717800" cy="42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599" name="Google Shape;1599;p39"/>
          <p:cNvSpPr txBox="1"/>
          <p:nvPr>
            <p:ph idx="2" type="subTitle"/>
          </p:nvPr>
        </p:nvSpPr>
        <p:spPr>
          <a:xfrm>
            <a:off x="724602" y="3335720"/>
            <a:ext cx="21174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600" name="Google Shape;1600;p39"/>
          <p:cNvSpPr txBox="1"/>
          <p:nvPr>
            <p:ph idx="3" type="subTitle"/>
          </p:nvPr>
        </p:nvSpPr>
        <p:spPr>
          <a:xfrm>
            <a:off x="3712963" y="2982025"/>
            <a:ext cx="1718100" cy="42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601" name="Google Shape;1601;p39"/>
          <p:cNvSpPr txBox="1"/>
          <p:nvPr>
            <p:ph idx="4" type="subTitle"/>
          </p:nvPr>
        </p:nvSpPr>
        <p:spPr>
          <a:xfrm>
            <a:off x="3513298" y="3335720"/>
            <a:ext cx="21174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602" name="Google Shape;1602;p39"/>
          <p:cNvSpPr txBox="1"/>
          <p:nvPr>
            <p:ph idx="5" type="subTitle"/>
          </p:nvPr>
        </p:nvSpPr>
        <p:spPr>
          <a:xfrm>
            <a:off x="6501707" y="2982025"/>
            <a:ext cx="1718100" cy="42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603" name="Google Shape;1603;p39"/>
          <p:cNvSpPr txBox="1"/>
          <p:nvPr>
            <p:ph idx="6" type="subTitle"/>
          </p:nvPr>
        </p:nvSpPr>
        <p:spPr>
          <a:xfrm>
            <a:off x="6302000" y="3335720"/>
            <a:ext cx="21174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604" name="Google Shape;1604;p39"/>
          <p:cNvSpPr txBox="1"/>
          <p:nvPr>
            <p:ph type="ctrTitle"/>
          </p:nvPr>
        </p:nvSpPr>
        <p:spPr>
          <a:xfrm flipH="1">
            <a:off x="770700" y="468450"/>
            <a:ext cx="38013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605" name="Google Shape;1605;p39"/>
          <p:cNvCxnSpPr/>
          <p:nvPr/>
        </p:nvCxnSpPr>
        <p:spPr>
          <a:xfrm>
            <a:off x="498025" y="-63925"/>
            <a:ext cx="0" cy="1124100"/>
          </a:xfrm>
          <a:prstGeom prst="straightConnector1">
            <a:avLst/>
          </a:prstGeom>
          <a:noFill/>
          <a:ln cap="flat" cmpd="sng" w="28575">
            <a:solidFill>
              <a:schemeClr val="lt2"/>
            </a:solidFill>
            <a:prstDash val="solid"/>
            <a:round/>
            <a:headEnd len="med" w="med" type="none"/>
            <a:tailEnd len="med" w="med" type="none"/>
          </a:ln>
        </p:spPr>
      </p:cxnSp>
      <p:grpSp>
        <p:nvGrpSpPr>
          <p:cNvPr id="1606" name="Google Shape;1606;p39"/>
          <p:cNvGrpSpPr/>
          <p:nvPr/>
        </p:nvGrpSpPr>
        <p:grpSpPr>
          <a:xfrm flipH="1" rot="5400000">
            <a:off x="7613820" y="3611830"/>
            <a:ext cx="877851" cy="2209091"/>
            <a:chOff x="-26858" y="-227337"/>
            <a:chExt cx="1093215" cy="2757917"/>
          </a:xfrm>
        </p:grpSpPr>
        <p:sp>
          <p:nvSpPr>
            <p:cNvPr id="1607" name="Google Shape;1607;p39"/>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9"/>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9"/>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9"/>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9"/>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9"/>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9"/>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9"/>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9"/>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9"/>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9"/>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9"/>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9"/>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9"/>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9"/>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9"/>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9"/>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9"/>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9"/>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ONLY_1">
    <p:spTree>
      <p:nvGrpSpPr>
        <p:cNvPr id="1629" name="Shape 1629"/>
        <p:cNvGrpSpPr/>
        <p:nvPr/>
      </p:nvGrpSpPr>
      <p:grpSpPr>
        <a:xfrm>
          <a:off x="0" y="0"/>
          <a:ext cx="0" cy="0"/>
          <a:chOff x="0" y="0"/>
          <a:chExt cx="0" cy="0"/>
        </a:xfrm>
      </p:grpSpPr>
      <p:sp>
        <p:nvSpPr>
          <p:cNvPr id="1630" name="Google Shape;1630;p40"/>
          <p:cNvSpPr txBox="1"/>
          <p:nvPr>
            <p:ph type="ctrTitle"/>
          </p:nvPr>
        </p:nvSpPr>
        <p:spPr>
          <a:xfrm>
            <a:off x="4572001" y="468450"/>
            <a:ext cx="37899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lvl1pPr>
            <a:lvl2pPr lvl="1" rtl="0" algn="r">
              <a:spcBef>
                <a:spcPts val="0"/>
              </a:spcBef>
              <a:spcAft>
                <a:spcPts val="0"/>
              </a:spcAft>
              <a:buSzPts val="1600"/>
              <a:buNone/>
              <a:defRPr sz="1600"/>
            </a:lvl2pPr>
            <a:lvl3pPr lvl="2" rtl="0" algn="r">
              <a:spcBef>
                <a:spcPts val="0"/>
              </a:spcBef>
              <a:spcAft>
                <a:spcPts val="0"/>
              </a:spcAft>
              <a:buSzPts val="1600"/>
              <a:buNone/>
              <a:defRPr sz="1600"/>
            </a:lvl3pPr>
            <a:lvl4pPr lvl="3" rtl="0" algn="r">
              <a:spcBef>
                <a:spcPts val="0"/>
              </a:spcBef>
              <a:spcAft>
                <a:spcPts val="0"/>
              </a:spcAft>
              <a:buSzPts val="1600"/>
              <a:buNone/>
              <a:defRPr sz="1600"/>
            </a:lvl4pPr>
            <a:lvl5pPr lvl="4" rtl="0" algn="r">
              <a:spcBef>
                <a:spcPts val="0"/>
              </a:spcBef>
              <a:spcAft>
                <a:spcPts val="0"/>
              </a:spcAft>
              <a:buSzPts val="1600"/>
              <a:buNone/>
              <a:defRPr sz="1600"/>
            </a:lvl5pPr>
            <a:lvl6pPr lvl="5" rtl="0" algn="r">
              <a:spcBef>
                <a:spcPts val="0"/>
              </a:spcBef>
              <a:spcAft>
                <a:spcPts val="0"/>
              </a:spcAft>
              <a:buSzPts val="1600"/>
              <a:buNone/>
              <a:defRPr sz="1600"/>
            </a:lvl6pPr>
            <a:lvl7pPr lvl="6" rtl="0" algn="r">
              <a:spcBef>
                <a:spcPts val="0"/>
              </a:spcBef>
              <a:spcAft>
                <a:spcPts val="0"/>
              </a:spcAft>
              <a:buSzPts val="1600"/>
              <a:buNone/>
              <a:defRPr sz="1600"/>
            </a:lvl7pPr>
            <a:lvl8pPr lvl="7" rtl="0" algn="r">
              <a:spcBef>
                <a:spcPts val="0"/>
              </a:spcBef>
              <a:spcAft>
                <a:spcPts val="0"/>
              </a:spcAft>
              <a:buSzPts val="1600"/>
              <a:buNone/>
              <a:defRPr sz="1600"/>
            </a:lvl8pPr>
            <a:lvl9pPr lvl="8" rtl="0" algn="r">
              <a:spcBef>
                <a:spcPts val="0"/>
              </a:spcBef>
              <a:spcAft>
                <a:spcPts val="0"/>
              </a:spcAft>
              <a:buSzPts val="1600"/>
              <a:buNone/>
              <a:defRPr sz="1600"/>
            </a:lvl9pPr>
          </a:lstStyle>
          <a:p/>
        </p:txBody>
      </p:sp>
      <p:cxnSp>
        <p:nvCxnSpPr>
          <p:cNvPr id="1631" name="Google Shape;1631;p40"/>
          <p:cNvCxnSpPr/>
          <p:nvPr/>
        </p:nvCxnSpPr>
        <p:spPr>
          <a:xfrm>
            <a:off x="8634675" y="-1604650"/>
            <a:ext cx="0" cy="2664900"/>
          </a:xfrm>
          <a:prstGeom prst="straightConnector1">
            <a:avLst/>
          </a:prstGeom>
          <a:noFill/>
          <a:ln cap="flat" cmpd="sng" w="28575">
            <a:solidFill>
              <a:schemeClr val="accent4"/>
            </a:solidFill>
            <a:prstDash val="solid"/>
            <a:round/>
            <a:headEnd len="med" w="med" type="none"/>
            <a:tailEnd len="med" w="med" type="none"/>
          </a:ln>
        </p:spPr>
      </p:cxnSp>
      <p:grpSp>
        <p:nvGrpSpPr>
          <p:cNvPr id="1632" name="Google Shape;1632;p40"/>
          <p:cNvGrpSpPr/>
          <p:nvPr/>
        </p:nvGrpSpPr>
        <p:grpSpPr>
          <a:xfrm rot="-5400000">
            <a:off x="665620" y="3611830"/>
            <a:ext cx="877851" cy="2209091"/>
            <a:chOff x="-26858" y="-227337"/>
            <a:chExt cx="1093215" cy="2757917"/>
          </a:xfrm>
        </p:grpSpPr>
        <p:sp>
          <p:nvSpPr>
            <p:cNvPr id="1633" name="Google Shape;1633;p40"/>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4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0"/>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0"/>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0"/>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40"/>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40"/>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40"/>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0"/>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0"/>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40"/>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40"/>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40"/>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40"/>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40"/>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0"/>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0"/>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40"/>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0"/>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40"/>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55" name="Google Shape;1655;p40"/>
          <p:cNvSpPr txBox="1"/>
          <p:nvPr>
            <p:ph idx="1" type="subTitle"/>
          </p:nvPr>
        </p:nvSpPr>
        <p:spPr>
          <a:xfrm>
            <a:off x="1399032" y="1645362"/>
            <a:ext cx="1481400" cy="393300"/>
          </a:xfrm>
          <a:prstGeom prst="rect">
            <a:avLst/>
          </a:prstGeom>
        </p:spPr>
        <p:txBody>
          <a:bodyPr anchorCtr="0" anchor="b" bIns="91425" lIns="91425" spcFirstLastPara="1" rIns="91425" wrap="square" tIns="91425">
            <a:noAutofit/>
          </a:bodyPr>
          <a:lstStyle>
            <a:lvl1pPr lvl="0" algn="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1656" name="Google Shape;1656;p40"/>
          <p:cNvSpPr txBox="1"/>
          <p:nvPr>
            <p:ph idx="2" type="subTitle"/>
          </p:nvPr>
        </p:nvSpPr>
        <p:spPr>
          <a:xfrm>
            <a:off x="713232" y="1884838"/>
            <a:ext cx="2167200" cy="5760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1600"/>
              </a:spcBef>
              <a:spcAft>
                <a:spcPts val="0"/>
              </a:spcAft>
              <a:buSzPts val="1400"/>
              <a:buNone/>
              <a:defRPr/>
            </a:lvl3pPr>
            <a:lvl4pPr lvl="3" algn="r">
              <a:spcBef>
                <a:spcPts val="1600"/>
              </a:spcBef>
              <a:spcAft>
                <a:spcPts val="0"/>
              </a:spcAft>
              <a:buSzPts val="1400"/>
              <a:buNone/>
              <a:defRPr/>
            </a:lvl4pPr>
            <a:lvl5pPr lvl="4" algn="r">
              <a:spcBef>
                <a:spcPts val="1600"/>
              </a:spcBef>
              <a:spcAft>
                <a:spcPts val="0"/>
              </a:spcAft>
              <a:buSzPts val="1400"/>
              <a:buNone/>
              <a:defRPr/>
            </a:lvl5pPr>
            <a:lvl6pPr lvl="5" algn="r">
              <a:spcBef>
                <a:spcPts val="1600"/>
              </a:spcBef>
              <a:spcAft>
                <a:spcPts val="0"/>
              </a:spcAft>
              <a:buSzPts val="1400"/>
              <a:buNone/>
              <a:defRPr/>
            </a:lvl6pPr>
            <a:lvl7pPr lvl="6" algn="r">
              <a:spcBef>
                <a:spcPts val="1600"/>
              </a:spcBef>
              <a:spcAft>
                <a:spcPts val="0"/>
              </a:spcAft>
              <a:buSzPts val="1400"/>
              <a:buNone/>
              <a:defRPr/>
            </a:lvl7pPr>
            <a:lvl8pPr lvl="7" algn="r">
              <a:spcBef>
                <a:spcPts val="1600"/>
              </a:spcBef>
              <a:spcAft>
                <a:spcPts val="0"/>
              </a:spcAft>
              <a:buSzPts val="1400"/>
              <a:buNone/>
              <a:defRPr/>
            </a:lvl8pPr>
            <a:lvl9pPr lvl="8" algn="r">
              <a:spcBef>
                <a:spcPts val="1600"/>
              </a:spcBef>
              <a:spcAft>
                <a:spcPts val="1600"/>
              </a:spcAft>
              <a:buSzPts val="1400"/>
              <a:buNone/>
              <a:defRPr/>
            </a:lvl9pPr>
          </a:lstStyle>
          <a:p/>
        </p:txBody>
      </p:sp>
      <p:sp>
        <p:nvSpPr>
          <p:cNvPr id="1657" name="Google Shape;1657;p40"/>
          <p:cNvSpPr txBox="1"/>
          <p:nvPr>
            <p:ph idx="3" type="subTitle"/>
          </p:nvPr>
        </p:nvSpPr>
        <p:spPr>
          <a:xfrm>
            <a:off x="1399032" y="3044394"/>
            <a:ext cx="1481400" cy="393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58" name="Google Shape;1658;p40"/>
          <p:cNvSpPr txBox="1"/>
          <p:nvPr>
            <p:ph idx="4" type="subTitle"/>
          </p:nvPr>
        </p:nvSpPr>
        <p:spPr>
          <a:xfrm>
            <a:off x="713232" y="3283870"/>
            <a:ext cx="2167200" cy="576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r">
              <a:spcBef>
                <a:spcPts val="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659" name="Google Shape;1659;p40"/>
          <p:cNvSpPr txBox="1"/>
          <p:nvPr>
            <p:ph idx="5" type="subTitle"/>
          </p:nvPr>
        </p:nvSpPr>
        <p:spPr>
          <a:xfrm>
            <a:off x="6263640" y="1645362"/>
            <a:ext cx="1481400" cy="3933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60" name="Google Shape;1660;p40"/>
          <p:cNvSpPr txBox="1"/>
          <p:nvPr>
            <p:ph idx="6" type="subTitle"/>
          </p:nvPr>
        </p:nvSpPr>
        <p:spPr>
          <a:xfrm>
            <a:off x="6263640" y="1884838"/>
            <a:ext cx="2167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61" name="Google Shape;1661;p40"/>
          <p:cNvSpPr txBox="1"/>
          <p:nvPr>
            <p:ph idx="7" type="subTitle"/>
          </p:nvPr>
        </p:nvSpPr>
        <p:spPr>
          <a:xfrm>
            <a:off x="6263640" y="3044394"/>
            <a:ext cx="1481400" cy="3933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62" name="Google Shape;1662;p40"/>
          <p:cNvSpPr txBox="1"/>
          <p:nvPr>
            <p:ph idx="8" type="subTitle"/>
          </p:nvPr>
        </p:nvSpPr>
        <p:spPr>
          <a:xfrm>
            <a:off x="6263640" y="3283870"/>
            <a:ext cx="2167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TITLE_ONLY_1_2">
    <p:spTree>
      <p:nvGrpSpPr>
        <p:cNvPr id="1663" name="Shape 1663"/>
        <p:cNvGrpSpPr/>
        <p:nvPr/>
      </p:nvGrpSpPr>
      <p:grpSpPr>
        <a:xfrm>
          <a:off x="0" y="0"/>
          <a:ext cx="0" cy="0"/>
          <a:chOff x="0" y="0"/>
          <a:chExt cx="0" cy="0"/>
        </a:xfrm>
      </p:grpSpPr>
      <p:sp>
        <p:nvSpPr>
          <p:cNvPr id="1664" name="Google Shape;1664;p41"/>
          <p:cNvSpPr txBox="1"/>
          <p:nvPr>
            <p:ph idx="1" type="subTitle"/>
          </p:nvPr>
        </p:nvSpPr>
        <p:spPr>
          <a:xfrm>
            <a:off x="1399032" y="1521000"/>
            <a:ext cx="1481400" cy="393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65" name="Google Shape;1665;p41"/>
          <p:cNvSpPr txBox="1"/>
          <p:nvPr>
            <p:ph idx="2" type="subTitle"/>
          </p:nvPr>
        </p:nvSpPr>
        <p:spPr>
          <a:xfrm>
            <a:off x="713232" y="1792272"/>
            <a:ext cx="2167200" cy="576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r">
              <a:spcBef>
                <a:spcPts val="160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666" name="Google Shape;1666;p41"/>
          <p:cNvSpPr txBox="1"/>
          <p:nvPr>
            <p:ph idx="3" type="subTitle"/>
          </p:nvPr>
        </p:nvSpPr>
        <p:spPr>
          <a:xfrm>
            <a:off x="1399032" y="3188256"/>
            <a:ext cx="1481400" cy="393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67" name="Google Shape;1667;p41"/>
          <p:cNvSpPr txBox="1"/>
          <p:nvPr>
            <p:ph idx="4" type="subTitle"/>
          </p:nvPr>
        </p:nvSpPr>
        <p:spPr>
          <a:xfrm>
            <a:off x="713232" y="3459528"/>
            <a:ext cx="2167200" cy="576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r">
              <a:spcBef>
                <a:spcPts val="160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668" name="Google Shape;1668;p41"/>
          <p:cNvSpPr txBox="1"/>
          <p:nvPr>
            <p:ph idx="5" type="subTitle"/>
          </p:nvPr>
        </p:nvSpPr>
        <p:spPr>
          <a:xfrm>
            <a:off x="6263640" y="1521000"/>
            <a:ext cx="1481400" cy="3933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69" name="Google Shape;1669;p41"/>
          <p:cNvSpPr txBox="1"/>
          <p:nvPr>
            <p:ph idx="6" type="subTitle"/>
          </p:nvPr>
        </p:nvSpPr>
        <p:spPr>
          <a:xfrm>
            <a:off x="6263640" y="1792272"/>
            <a:ext cx="2167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70" name="Google Shape;1670;p41"/>
          <p:cNvSpPr txBox="1"/>
          <p:nvPr>
            <p:ph idx="7" type="subTitle"/>
          </p:nvPr>
        </p:nvSpPr>
        <p:spPr>
          <a:xfrm>
            <a:off x="6263640" y="3188256"/>
            <a:ext cx="1481400" cy="3933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71" name="Google Shape;1671;p41"/>
          <p:cNvSpPr txBox="1"/>
          <p:nvPr>
            <p:ph idx="8" type="subTitle"/>
          </p:nvPr>
        </p:nvSpPr>
        <p:spPr>
          <a:xfrm>
            <a:off x="6263640" y="3459528"/>
            <a:ext cx="2167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72" name="Google Shape;1672;p41"/>
          <p:cNvSpPr txBox="1"/>
          <p:nvPr>
            <p:ph type="ctrTitle"/>
          </p:nvPr>
        </p:nvSpPr>
        <p:spPr>
          <a:xfrm flipH="1">
            <a:off x="770700" y="468450"/>
            <a:ext cx="38013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673" name="Google Shape;1673;p41"/>
          <p:cNvCxnSpPr/>
          <p:nvPr/>
        </p:nvCxnSpPr>
        <p:spPr>
          <a:xfrm>
            <a:off x="498025" y="-63925"/>
            <a:ext cx="0" cy="1124100"/>
          </a:xfrm>
          <a:prstGeom prst="straightConnector1">
            <a:avLst/>
          </a:prstGeom>
          <a:noFill/>
          <a:ln cap="flat" cmpd="sng" w="28575">
            <a:solidFill>
              <a:schemeClr val="lt2"/>
            </a:solidFill>
            <a:prstDash val="solid"/>
            <a:round/>
            <a:headEnd len="med" w="med" type="none"/>
            <a:tailEnd len="med" w="med" type="none"/>
          </a:ln>
        </p:spPr>
      </p:cxnSp>
      <p:grpSp>
        <p:nvGrpSpPr>
          <p:cNvPr id="1674" name="Google Shape;1674;p41"/>
          <p:cNvGrpSpPr/>
          <p:nvPr/>
        </p:nvGrpSpPr>
        <p:grpSpPr>
          <a:xfrm flipH="1" rot="5400000">
            <a:off x="7613820" y="3611830"/>
            <a:ext cx="877851" cy="2209091"/>
            <a:chOff x="-26858" y="-227337"/>
            <a:chExt cx="1093215" cy="2757917"/>
          </a:xfrm>
        </p:grpSpPr>
        <p:sp>
          <p:nvSpPr>
            <p:cNvPr id="1675" name="Google Shape;1675;p41"/>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1"/>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1"/>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1"/>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1"/>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1"/>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1"/>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4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1"/>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1"/>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41"/>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1"/>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1"/>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41"/>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1"/>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41"/>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41"/>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41"/>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41"/>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41"/>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TITLE_ONLY_1_1">
    <p:spTree>
      <p:nvGrpSpPr>
        <p:cNvPr id="1697" name="Shape 1697"/>
        <p:cNvGrpSpPr/>
        <p:nvPr/>
      </p:nvGrpSpPr>
      <p:grpSpPr>
        <a:xfrm>
          <a:off x="0" y="0"/>
          <a:ext cx="0" cy="0"/>
          <a:chOff x="0" y="0"/>
          <a:chExt cx="0" cy="0"/>
        </a:xfrm>
      </p:grpSpPr>
      <p:sp>
        <p:nvSpPr>
          <p:cNvPr id="1698" name="Google Shape;1698;p42"/>
          <p:cNvSpPr txBox="1"/>
          <p:nvPr>
            <p:ph type="ctrTitle"/>
          </p:nvPr>
        </p:nvSpPr>
        <p:spPr>
          <a:xfrm>
            <a:off x="4572001" y="468450"/>
            <a:ext cx="37899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lvl1pPr>
            <a:lvl2pPr lvl="1" rtl="0" algn="r">
              <a:spcBef>
                <a:spcPts val="0"/>
              </a:spcBef>
              <a:spcAft>
                <a:spcPts val="0"/>
              </a:spcAft>
              <a:buSzPts val="1600"/>
              <a:buNone/>
              <a:defRPr sz="1600"/>
            </a:lvl2pPr>
            <a:lvl3pPr lvl="2" rtl="0" algn="r">
              <a:spcBef>
                <a:spcPts val="0"/>
              </a:spcBef>
              <a:spcAft>
                <a:spcPts val="0"/>
              </a:spcAft>
              <a:buSzPts val="1600"/>
              <a:buNone/>
              <a:defRPr sz="1600"/>
            </a:lvl3pPr>
            <a:lvl4pPr lvl="3" rtl="0" algn="r">
              <a:spcBef>
                <a:spcPts val="0"/>
              </a:spcBef>
              <a:spcAft>
                <a:spcPts val="0"/>
              </a:spcAft>
              <a:buSzPts val="1600"/>
              <a:buNone/>
              <a:defRPr sz="1600"/>
            </a:lvl4pPr>
            <a:lvl5pPr lvl="4" rtl="0" algn="r">
              <a:spcBef>
                <a:spcPts val="0"/>
              </a:spcBef>
              <a:spcAft>
                <a:spcPts val="0"/>
              </a:spcAft>
              <a:buSzPts val="1600"/>
              <a:buNone/>
              <a:defRPr sz="1600"/>
            </a:lvl5pPr>
            <a:lvl6pPr lvl="5" rtl="0" algn="r">
              <a:spcBef>
                <a:spcPts val="0"/>
              </a:spcBef>
              <a:spcAft>
                <a:spcPts val="0"/>
              </a:spcAft>
              <a:buSzPts val="1600"/>
              <a:buNone/>
              <a:defRPr sz="1600"/>
            </a:lvl6pPr>
            <a:lvl7pPr lvl="6" rtl="0" algn="r">
              <a:spcBef>
                <a:spcPts val="0"/>
              </a:spcBef>
              <a:spcAft>
                <a:spcPts val="0"/>
              </a:spcAft>
              <a:buSzPts val="1600"/>
              <a:buNone/>
              <a:defRPr sz="1600"/>
            </a:lvl7pPr>
            <a:lvl8pPr lvl="7" rtl="0" algn="r">
              <a:spcBef>
                <a:spcPts val="0"/>
              </a:spcBef>
              <a:spcAft>
                <a:spcPts val="0"/>
              </a:spcAft>
              <a:buSzPts val="1600"/>
              <a:buNone/>
              <a:defRPr sz="1600"/>
            </a:lvl8pPr>
            <a:lvl9pPr lvl="8" rtl="0" algn="r">
              <a:spcBef>
                <a:spcPts val="0"/>
              </a:spcBef>
              <a:spcAft>
                <a:spcPts val="0"/>
              </a:spcAft>
              <a:buSzPts val="1600"/>
              <a:buNone/>
              <a:defRPr sz="1600"/>
            </a:lvl9pPr>
          </a:lstStyle>
          <a:p/>
        </p:txBody>
      </p:sp>
      <p:cxnSp>
        <p:nvCxnSpPr>
          <p:cNvPr id="1699" name="Google Shape;1699;p42"/>
          <p:cNvCxnSpPr/>
          <p:nvPr/>
        </p:nvCxnSpPr>
        <p:spPr>
          <a:xfrm>
            <a:off x="8634675" y="-1604650"/>
            <a:ext cx="0" cy="2664900"/>
          </a:xfrm>
          <a:prstGeom prst="straightConnector1">
            <a:avLst/>
          </a:prstGeom>
          <a:noFill/>
          <a:ln cap="flat" cmpd="sng" w="28575">
            <a:solidFill>
              <a:schemeClr val="accent4"/>
            </a:solidFill>
            <a:prstDash val="solid"/>
            <a:round/>
            <a:headEnd len="med" w="med" type="none"/>
            <a:tailEnd len="med" w="med" type="none"/>
          </a:ln>
        </p:spPr>
      </p:cxnSp>
      <p:grpSp>
        <p:nvGrpSpPr>
          <p:cNvPr id="1700" name="Google Shape;1700;p42"/>
          <p:cNvGrpSpPr/>
          <p:nvPr/>
        </p:nvGrpSpPr>
        <p:grpSpPr>
          <a:xfrm rot="-5400000">
            <a:off x="665620" y="3611830"/>
            <a:ext cx="877851" cy="2209091"/>
            <a:chOff x="-26858" y="-227337"/>
            <a:chExt cx="1093215" cy="2757917"/>
          </a:xfrm>
        </p:grpSpPr>
        <p:sp>
          <p:nvSpPr>
            <p:cNvPr id="1701" name="Google Shape;1701;p42"/>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2"/>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42"/>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42"/>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42"/>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2"/>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2"/>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2"/>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2"/>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2"/>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2"/>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2"/>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2"/>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42"/>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42"/>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42"/>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42"/>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42"/>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2"/>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2"/>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42"/>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42"/>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3" name="Google Shape;1723;p42"/>
          <p:cNvSpPr txBox="1"/>
          <p:nvPr>
            <p:ph idx="1" type="subTitle"/>
          </p:nvPr>
        </p:nvSpPr>
        <p:spPr>
          <a:xfrm>
            <a:off x="1892808" y="1420992"/>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24" name="Google Shape;1724;p42"/>
          <p:cNvSpPr txBox="1"/>
          <p:nvPr>
            <p:ph idx="2" type="subTitle"/>
          </p:nvPr>
        </p:nvSpPr>
        <p:spPr>
          <a:xfrm>
            <a:off x="1892808" y="1987920"/>
            <a:ext cx="2313300" cy="438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25" name="Google Shape;1725;p42"/>
          <p:cNvSpPr txBox="1"/>
          <p:nvPr>
            <p:ph idx="3" type="subTitle"/>
          </p:nvPr>
        </p:nvSpPr>
        <p:spPr>
          <a:xfrm>
            <a:off x="1892808" y="2976347"/>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26" name="Google Shape;1726;p42"/>
          <p:cNvSpPr txBox="1"/>
          <p:nvPr>
            <p:ph idx="4" type="subTitle"/>
          </p:nvPr>
        </p:nvSpPr>
        <p:spPr>
          <a:xfrm>
            <a:off x="1892808" y="3543275"/>
            <a:ext cx="2313300" cy="438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27" name="Google Shape;1727;p42"/>
          <p:cNvSpPr txBox="1"/>
          <p:nvPr>
            <p:ph idx="5" type="subTitle"/>
          </p:nvPr>
        </p:nvSpPr>
        <p:spPr>
          <a:xfrm>
            <a:off x="5980176" y="1420992"/>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28" name="Google Shape;1728;p42"/>
          <p:cNvSpPr txBox="1"/>
          <p:nvPr>
            <p:ph idx="6" type="subTitle"/>
          </p:nvPr>
        </p:nvSpPr>
        <p:spPr>
          <a:xfrm>
            <a:off x="5980176" y="1987920"/>
            <a:ext cx="2313300" cy="438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29" name="Google Shape;1729;p42"/>
          <p:cNvSpPr txBox="1"/>
          <p:nvPr>
            <p:ph idx="7" type="subTitle"/>
          </p:nvPr>
        </p:nvSpPr>
        <p:spPr>
          <a:xfrm>
            <a:off x="5980176" y="2976347"/>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30" name="Google Shape;1730;p42"/>
          <p:cNvSpPr txBox="1"/>
          <p:nvPr>
            <p:ph idx="8" type="subTitle"/>
          </p:nvPr>
        </p:nvSpPr>
        <p:spPr>
          <a:xfrm>
            <a:off x="5980176" y="3543275"/>
            <a:ext cx="2313300" cy="438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TITLE_ONLY_2">
    <p:spTree>
      <p:nvGrpSpPr>
        <p:cNvPr id="1731" name="Shape 1731"/>
        <p:cNvGrpSpPr/>
        <p:nvPr/>
      </p:nvGrpSpPr>
      <p:grpSpPr>
        <a:xfrm>
          <a:off x="0" y="0"/>
          <a:ext cx="0" cy="0"/>
          <a:chOff x="0" y="0"/>
          <a:chExt cx="0" cy="0"/>
        </a:xfrm>
      </p:grpSpPr>
      <p:sp>
        <p:nvSpPr>
          <p:cNvPr id="1732" name="Google Shape;1732;p43"/>
          <p:cNvSpPr txBox="1"/>
          <p:nvPr>
            <p:ph type="ctrTitle"/>
          </p:nvPr>
        </p:nvSpPr>
        <p:spPr>
          <a:xfrm>
            <a:off x="4572001" y="468450"/>
            <a:ext cx="37899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lvl1pPr>
            <a:lvl2pPr lvl="1" rtl="0" algn="r">
              <a:spcBef>
                <a:spcPts val="0"/>
              </a:spcBef>
              <a:spcAft>
                <a:spcPts val="0"/>
              </a:spcAft>
              <a:buSzPts val="1600"/>
              <a:buNone/>
              <a:defRPr sz="1600"/>
            </a:lvl2pPr>
            <a:lvl3pPr lvl="2" rtl="0" algn="r">
              <a:spcBef>
                <a:spcPts val="0"/>
              </a:spcBef>
              <a:spcAft>
                <a:spcPts val="0"/>
              </a:spcAft>
              <a:buSzPts val="1600"/>
              <a:buNone/>
              <a:defRPr sz="1600"/>
            </a:lvl3pPr>
            <a:lvl4pPr lvl="3" rtl="0" algn="r">
              <a:spcBef>
                <a:spcPts val="0"/>
              </a:spcBef>
              <a:spcAft>
                <a:spcPts val="0"/>
              </a:spcAft>
              <a:buSzPts val="1600"/>
              <a:buNone/>
              <a:defRPr sz="1600"/>
            </a:lvl4pPr>
            <a:lvl5pPr lvl="4" rtl="0" algn="r">
              <a:spcBef>
                <a:spcPts val="0"/>
              </a:spcBef>
              <a:spcAft>
                <a:spcPts val="0"/>
              </a:spcAft>
              <a:buSzPts val="1600"/>
              <a:buNone/>
              <a:defRPr sz="1600"/>
            </a:lvl5pPr>
            <a:lvl6pPr lvl="5" rtl="0" algn="r">
              <a:spcBef>
                <a:spcPts val="0"/>
              </a:spcBef>
              <a:spcAft>
                <a:spcPts val="0"/>
              </a:spcAft>
              <a:buSzPts val="1600"/>
              <a:buNone/>
              <a:defRPr sz="1600"/>
            </a:lvl6pPr>
            <a:lvl7pPr lvl="6" rtl="0" algn="r">
              <a:spcBef>
                <a:spcPts val="0"/>
              </a:spcBef>
              <a:spcAft>
                <a:spcPts val="0"/>
              </a:spcAft>
              <a:buSzPts val="1600"/>
              <a:buNone/>
              <a:defRPr sz="1600"/>
            </a:lvl7pPr>
            <a:lvl8pPr lvl="7" rtl="0" algn="r">
              <a:spcBef>
                <a:spcPts val="0"/>
              </a:spcBef>
              <a:spcAft>
                <a:spcPts val="0"/>
              </a:spcAft>
              <a:buSzPts val="1600"/>
              <a:buNone/>
              <a:defRPr sz="1600"/>
            </a:lvl8pPr>
            <a:lvl9pPr lvl="8" rtl="0" algn="r">
              <a:spcBef>
                <a:spcPts val="0"/>
              </a:spcBef>
              <a:spcAft>
                <a:spcPts val="0"/>
              </a:spcAft>
              <a:buSzPts val="1600"/>
              <a:buNone/>
              <a:defRPr sz="1600"/>
            </a:lvl9pPr>
          </a:lstStyle>
          <a:p/>
        </p:txBody>
      </p:sp>
      <p:cxnSp>
        <p:nvCxnSpPr>
          <p:cNvPr id="1733" name="Google Shape;1733;p43"/>
          <p:cNvCxnSpPr/>
          <p:nvPr/>
        </p:nvCxnSpPr>
        <p:spPr>
          <a:xfrm>
            <a:off x="8634675" y="-1604650"/>
            <a:ext cx="0" cy="2664900"/>
          </a:xfrm>
          <a:prstGeom prst="straightConnector1">
            <a:avLst/>
          </a:prstGeom>
          <a:noFill/>
          <a:ln cap="flat" cmpd="sng" w="28575">
            <a:solidFill>
              <a:schemeClr val="accent4"/>
            </a:solidFill>
            <a:prstDash val="solid"/>
            <a:round/>
            <a:headEnd len="med" w="med" type="none"/>
            <a:tailEnd len="med" w="med" type="none"/>
          </a:ln>
        </p:spPr>
      </p:cxnSp>
      <p:grpSp>
        <p:nvGrpSpPr>
          <p:cNvPr id="1734" name="Google Shape;1734;p43"/>
          <p:cNvGrpSpPr/>
          <p:nvPr/>
        </p:nvGrpSpPr>
        <p:grpSpPr>
          <a:xfrm rot="-5400000">
            <a:off x="665620" y="3611830"/>
            <a:ext cx="877851" cy="2209091"/>
            <a:chOff x="-26858" y="-227337"/>
            <a:chExt cx="1093215" cy="2757917"/>
          </a:xfrm>
        </p:grpSpPr>
        <p:sp>
          <p:nvSpPr>
            <p:cNvPr id="1735" name="Google Shape;1735;p43"/>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4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43"/>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43"/>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43"/>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43"/>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43"/>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43"/>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43"/>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43"/>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4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43"/>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43"/>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43"/>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43"/>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43"/>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43"/>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43"/>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43"/>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43"/>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43"/>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7" name="Google Shape;1757;p43"/>
          <p:cNvSpPr txBox="1"/>
          <p:nvPr>
            <p:ph idx="1" type="subTitle"/>
          </p:nvPr>
        </p:nvSpPr>
        <p:spPr>
          <a:xfrm>
            <a:off x="886968" y="1261872"/>
            <a:ext cx="1179600" cy="42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758" name="Google Shape;1758;p43"/>
          <p:cNvSpPr txBox="1"/>
          <p:nvPr>
            <p:ph idx="2" type="subTitle"/>
          </p:nvPr>
        </p:nvSpPr>
        <p:spPr>
          <a:xfrm>
            <a:off x="749808" y="3255264"/>
            <a:ext cx="14538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759" name="Google Shape;1759;p43"/>
          <p:cNvSpPr txBox="1"/>
          <p:nvPr>
            <p:ph idx="3" type="subTitle"/>
          </p:nvPr>
        </p:nvSpPr>
        <p:spPr>
          <a:xfrm>
            <a:off x="7077456" y="1261872"/>
            <a:ext cx="1179600" cy="42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760" name="Google Shape;1760;p43"/>
          <p:cNvSpPr txBox="1"/>
          <p:nvPr>
            <p:ph idx="4" type="subTitle"/>
          </p:nvPr>
        </p:nvSpPr>
        <p:spPr>
          <a:xfrm>
            <a:off x="6940296" y="3255264"/>
            <a:ext cx="14538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761" name="Google Shape;1761;p43"/>
          <p:cNvSpPr txBox="1"/>
          <p:nvPr>
            <p:ph idx="5" type="subTitle"/>
          </p:nvPr>
        </p:nvSpPr>
        <p:spPr>
          <a:xfrm>
            <a:off x="2950393" y="1261872"/>
            <a:ext cx="1179600" cy="42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762" name="Google Shape;1762;p43"/>
          <p:cNvSpPr txBox="1"/>
          <p:nvPr>
            <p:ph idx="6" type="subTitle"/>
          </p:nvPr>
        </p:nvSpPr>
        <p:spPr>
          <a:xfrm>
            <a:off x="2813304" y="3255264"/>
            <a:ext cx="14538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763" name="Google Shape;1763;p43"/>
          <p:cNvSpPr txBox="1"/>
          <p:nvPr>
            <p:ph idx="7" type="subTitle"/>
          </p:nvPr>
        </p:nvSpPr>
        <p:spPr>
          <a:xfrm>
            <a:off x="5013918" y="1261872"/>
            <a:ext cx="1179600" cy="42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764" name="Google Shape;1764;p43"/>
          <p:cNvSpPr txBox="1"/>
          <p:nvPr>
            <p:ph idx="8" type="subTitle"/>
          </p:nvPr>
        </p:nvSpPr>
        <p:spPr>
          <a:xfrm>
            <a:off x="4876800" y="3255264"/>
            <a:ext cx="14538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TITLE_ONLY_1_1_1">
    <p:spTree>
      <p:nvGrpSpPr>
        <p:cNvPr id="1765" name="Shape 1765"/>
        <p:cNvGrpSpPr/>
        <p:nvPr/>
      </p:nvGrpSpPr>
      <p:grpSpPr>
        <a:xfrm>
          <a:off x="0" y="0"/>
          <a:ext cx="0" cy="0"/>
          <a:chOff x="0" y="0"/>
          <a:chExt cx="0" cy="0"/>
        </a:xfrm>
      </p:grpSpPr>
      <p:sp>
        <p:nvSpPr>
          <p:cNvPr id="1766" name="Google Shape;1766;p44"/>
          <p:cNvSpPr txBox="1"/>
          <p:nvPr>
            <p:ph type="ctrTitle"/>
          </p:nvPr>
        </p:nvSpPr>
        <p:spPr>
          <a:xfrm>
            <a:off x="4572001" y="468450"/>
            <a:ext cx="37899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lvl1pPr>
            <a:lvl2pPr lvl="1" rtl="0" algn="r">
              <a:spcBef>
                <a:spcPts val="0"/>
              </a:spcBef>
              <a:spcAft>
                <a:spcPts val="0"/>
              </a:spcAft>
              <a:buSzPts val="1600"/>
              <a:buNone/>
              <a:defRPr sz="1600"/>
            </a:lvl2pPr>
            <a:lvl3pPr lvl="2" rtl="0" algn="r">
              <a:spcBef>
                <a:spcPts val="0"/>
              </a:spcBef>
              <a:spcAft>
                <a:spcPts val="0"/>
              </a:spcAft>
              <a:buSzPts val="1600"/>
              <a:buNone/>
              <a:defRPr sz="1600"/>
            </a:lvl3pPr>
            <a:lvl4pPr lvl="3" rtl="0" algn="r">
              <a:spcBef>
                <a:spcPts val="0"/>
              </a:spcBef>
              <a:spcAft>
                <a:spcPts val="0"/>
              </a:spcAft>
              <a:buSzPts val="1600"/>
              <a:buNone/>
              <a:defRPr sz="1600"/>
            </a:lvl4pPr>
            <a:lvl5pPr lvl="4" rtl="0" algn="r">
              <a:spcBef>
                <a:spcPts val="0"/>
              </a:spcBef>
              <a:spcAft>
                <a:spcPts val="0"/>
              </a:spcAft>
              <a:buSzPts val="1600"/>
              <a:buNone/>
              <a:defRPr sz="1600"/>
            </a:lvl5pPr>
            <a:lvl6pPr lvl="5" rtl="0" algn="r">
              <a:spcBef>
                <a:spcPts val="0"/>
              </a:spcBef>
              <a:spcAft>
                <a:spcPts val="0"/>
              </a:spcAft>
              <a:buSzPts val="1600"/>
              <a:buNone/>
              <a:defRPr sz="1600"/>
            </a:lvl6pPr>
            <a:lvl7pPr lvl="6" rtl="0" algn="r">
              <a:spcBef>
                <a:spcPts val="0"/>
              </a:spcBef>
              <a:spcAft>
                <a:spcPts val="0"/>
              </a:spcAft>
              <a:buSzPts val="1600"/>
              <a:buNone/>
              <a:defRPr sz="1600"/>
            </a:lvl7pPr>
            <a:lvl8pPr lvl="7" rtl="0" algn="r">
              <a:spcBef>
                <a:spcPts val="0"/>
              </a:spcBef>
              <a:spcAft>
                <a:spcPts val="0"/>
              </a:spcAft>
              <a:buSzPts val="1600"/>
              <a:buNone/>
              <a:defRPr sz="1600"/>
            </a:lvl8pPr>
            <a:lvl9pPr lvl="8" rtl="0" algn="r">
              <a:spcBef>
                <a:spcPts val="0"/>
              </a:spcBef>
              <a:spcAft>
                <a:spcPts val="0"/>
              </a:spcAft>
              <a:buSzPts val="1600"/>
              <a:buNone/>
              <a:defRPr sz="1600"/>
            </a:lvl9pPr>
          </a:lstStyle>
          <a:p/>
        </p:txBody>
      </p:sp>
      <p:cxnSp>
        <p:nvCxnSpPr>
          <p:cNvPr id="1767" name="Google Shape;1767;p44"/>
          <p:cNvCxnSpPr/>
          <p:nvPr/>
        </p:nvCxnSpPr>
        <p:spPr>
          <a:xfrm>
            <a:off x="8634675" y="-1604650"/>
            <a:ext cx="0" cy="2664900"/>
          </a:xfrm>
          <a:prstGeom prst="straightConnector1">
            <a:avLst/>
          </a:prstGeom>
          <a:noFill/>
          <a:ln cap="flat" cmpd="sng" w="28575">
            <a:solidFill>
              <a:schemeClr val="accent4"/>
            </a:solidFill>
            <a:prstDash val="solid"/>
            <a:round/>
            <a:headEnd len="med" w="med" type="none"/>
            <a:tailEnd len="med" w="med" type="none"/>
          </a:ln>
        </p:spPr>
      </p:cxnSp>
      <p:grpSp>
        <p:nvGrpSpPr>
          <p:cNvPr id="1768" name="Google Shape;1768;p44"/>
          <p:cNvGrpSpPr/>
          <p:nvPr/>
        </p:nvGrpSpPr>
        <p:grpSpPr>
          <a:xfrm rot="-5400000">
            <a:off x="665620" y="3611830"/>
            <a:ext cx="877851" cy="2209091"/>
            <a:chOff x="-26858" y="-227337"/>
            <a:chExt cx="1093215" cy="2757917"/>
          </a:xfrm>
        </p:grpSpPr>
        <p:sp>
          <p:nvSpPr>
            <p:cNvPr id="1769" name="Google Shape;1769;p44"/>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4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44"/>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44"/>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4"/>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44"/>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44"/>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44"/>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4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44"/>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4"/>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4"/>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44"/>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44"/>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4"/>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4"/>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4"/>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4"/>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44"/>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4"/>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4"/>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1" name="Google Shape;1791;p44"/>
          <p:cNvSpPr txBox="1"/>
          <p:nvPr>
            <p:ph idx="1" type="subTitle"/>
          </p:nvPr>
        </p:nvSpPr>
        <p:spPr>
          <a:xfrm>
            <a:off x="2064284" y="1271016"/>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92" name="Google Shape;1792;p44"/>
          <p:cNvSpPr txBox="1"/>
          <p:nvPr>
            <p:ph idx="2" type="subTitle"/>
          </p:nvPr>
        </p:nvSpPr>
        <p:spPr>
          <a:xfrm>
            <a:off x="2064284" y="1591056"/>
            <a:ext cx="2176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93" name="Google Shape;1793;p44"/>
          <p:cNvSpPr txBox="1"/>
          <p:nvPr>
            <p:ph idx="3" type="subTitle"/>
          </p:nvPr>
        </p:nvSpPr>
        <p:spPr>
          <a:xfrm>
            <a:off x="2064284" y="3447288"/>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94" name="Google Shape;1794;p44"/>
          <p:cNvSpPr txBox="1"/>
          <p:nvPr>
            <p:ph idx="4" type="subTitle"/>
          </p:nvPr>
        </p:nvSpPr>
        <p:spPr>
          <a:xfrm>
            <a:off x="2064272" y="3758184"/>
            <a:ext cx="2176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95" name="Google Shape;1795;p44"/>
          <p:cNvSpPr txBox="1"/>
          <p:nvPr>
            <p:ph idx="5" type="subTitle"/>
          </p:nvPr>
        </p:nvSpPr>
        <p:spPr>
          <a:xfrm>
            <a:off x="5833573" y="1271016"/>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96" name="Google Shape;1796;p44"/>
          <p:cNvSpPr txBox="1"/>
          <p:nvPr>
            <p:ph idx="6" type="subTitle"/>
          </p:nvPr>
        </p:nvSpPr>
        <p:spPr>
          <a:xfrm>
            <a:off x="5833572" y="1591050"/>
            <a:ext cx="2176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97" name="Google Shape;1797;p44"/>
          <p:cNvSpPr txBox="1"/>
          <p:nvPr>
            <p:ph idx="7" type="subTitle"/>
          </p:nvPr>
        </p:nvSpPr>
        <p:spPr>
          <a:xfrm>
            <a:off x="5833573" y="3447288"/>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98" name="Google Shape;1798;p44"/>
          <p:cNvSpPr txBox="1"/>
          <p:nvPr>
            <p:ph idx="8" type="subTitle"/>
          </p:nvPr>
        </p:nvSpPr>
        <p:spPr>
          <a:xfrm>
            <a:off x="5833572" y="3758175"/>
            <a:ext cx="2176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99" name="Google Shape;1799;p44"/>
          <p:cNvSpPr txBox="1"/>
          <p:nvPr>
            <p:ph idx="9" type="subTitle"/>
          </p:nvPr>
        </p:nvSpPr>
        <p:spPr>
          <a:xfrm>
            <a:off x="2064284" y="2359152"/>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00" name="Google Shape;1800;p44"/>
          <p:cNvSpPr txBox="1"/>
          <p:nvPr>
            <p:ph idx="13" type="subTitle"/>
          </p:nvPr>
        </p:nvSpPr>
        <p:spPr>
          <a:xfrm>
            <a:off x="2064272" y="2660904"/>
            <a:ext cx="2176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01" name="Google Shape;1801;p44"/>
          <p:cNvSpPr txBox="1"/>
          <p:nvPr>
            <p:ph idx="14" type="subTitle"/>
          </p:nvPr>
        </p:nvSpPr>
        <p:spPr>
          <a:xfrm>
            <a:off x="5833573" y="2359152"/>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02" name="Google Shape;1802;p44"/>
          <p:cNvSpPr txBox="1"/>
          <p:nvPr>
            <p:ph idx="15" type="subTitle"/>
          </p:nvPr>
        </p:nvSpPr>
        <p:spPr>
          <a:xfrm>
            <a:off x="5833572" y="2660901"/>
            <a:ext cx="21762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TITLE_ONLY_1_1_1_1">
    <p:spTree>
      <p:nvGrpSpPr>
        <p:cNvPr id="1803" name="Shape 1803"/>
        <p:cNvGrpSpPr/>
        <p:nvPr/>
      </p:nvGrpSpPr>
      <p:grpSpPr>
        <a:xfrm>
          <a:off x="0" y="0"/>
          <a:ext cx="0" cy="0"/>
          <a:chOff x="0" y="0"/>
          <a:chExt cx="0" cy="0"/>
        </a:xfrm>
      </p:grpSpPr>
      <p:sp>
        <p:nvSpPr>
          <p:cNvPr id="1804" name="Google Shape;1804;p45"/>
          <p:cNvSpPr txBox="1"/>
          <p:nvPr>
            <p:ph type="ctrTitle"/>
          </p:nvPr>
        </p:nvSpPr>
        <p:spPr>
          <a:xfrm flipH="1">
            <a:off x="770700" y="468450"/>
            <a:ext cx="38013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805" name="Google Shape;1805;p45"/>
          <p:cNvCxnSpPr/>
          <p:nvPr/>
        </p:nvCxnSpPr>
        <p:spPr>
          <a:xfrm>
            <a:off x="498025" y="-63925"/>
            <a:ext cx="0" cy="1124100"/>
          </a:xfrm>
          <a:prstGeom prst="straightConnector1">
            <a:avLst/>
          </a:prstGeom>
          <a:noFill/>
          <a:ln cap="flat" cmpd="sng" w="28575">
            <a:solidFill>
              <a:schemeClr val="lt2"/>
            </a:solidFill>
            <a:prstDash val="solid"/>
            <a:round/>
            <a:headEnd len="med" w="med" type="none"/>
            <a:tailEnd len="med" w="med" type="none"/>
          </a:ln>
        </p:spPr>
      </p:cxnSp>
      <p:grpSp>
        <p:nvGrpSpPr>
          <p:cNvPr id="1806" name="Google Shape;1806;p45"/>
          <p:cNvGrpSpPr/>
          <p:nvPr/>
        </p:nvGrpSpPr>
        <p:grpSpPr>
          <a:xfrm flipH="1" rot="5400000">
            <a:off x="7613820" y="3611830"/>
            <a:ext cx="877851" cy="2209091"/>
            <a:chOff x="-26858" y="-227337"/>
            <a:chExt cx="1093215" cy="2757917"/>
          </a:xfrm>
        </p:grpSpPr>
        <p:sp>
          <p:nvSpPr>
            <p:cNvPr id="1807" name="Google Shape;1807;p45"/>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5"/>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45"/>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45"/>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5"/>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5"/>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5"/>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45"/>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5"/>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5"/>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5"/>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5"/>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5"/>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5"/>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45"/>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45"/>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5"/>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45"/>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5"/>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9" name="Google Shape;1829;p45"/>
          <p:cNvSpPr txBox="1"/>
          <p:nvPr>
            <p:ph idx="1" type="subTitle"/>
          </p:nvPr>
        </p:nvSpPr>
        <p:spPr>
          <a:xfrm>
            <a:off x="1706834" y="1527205"/>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solidFill>
                  <a:schemeClr val="dk1"/>
                </a:solidFill>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30" name="Google Shape;1830;p45"/>
          <p:cNvSpPr txBox="1"/>
          <p:nvPr>
            <p:ph idx="2" type="subTitle"/>
          </p:nvPr>
        </p:nvSpPr>
        <p:spPr>
          <a:xfrm>
            <a:off x="1706830" y="1831051"/>
            <a:ext cx="1371600" cy="713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31" name="Google Shape;1831;p45"/>
          <p:cNvSpPr txBox="1"/>
          <p:nvPr>
            <p:ph idx="3" type="subTitle"/>
          </p:nvPr>
        </p:nvSpPr>
        <p:spPr>
          <a:xfrm>
            <a:off x="4385072" y="2939280"/>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32" name="Google Shape;1832;p45"/>
          <p:cNvSpPr txBox="1"/>
          <p:nvPr>
            <p:ph idx="4" type="subTitle"/>
          </p:nvPr>
        </p:nvSpPr>
        <p:spPr>
          <a:xfrm>
            <a:off x="4385072" y="3243110"/>
            <a:ext cx="1371600" cy="713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33" name="Google Shape;1833;p45"/>
          <p:cNvSpPr txBox="1"/>
          <p:nvPr>
            <p:ph idx="5" type="subTitle"/>
          </p:nvPr>
        </p:nvSpPr>
        <p:spPr>
          <a:xfrm>
            <a:off x="4385072" y="1527205"/>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34" name="Google Shape;1834;p45"/>
          <p:cNvSpPr txBox="1"/>
          <p:nvPr>
            <p:ph idx="6" type="subTitle"/>
          </p:nvPr>
        </p:nvSpPr>
        <p:spPr>
          <a:xfrm>
            <a:off x="4385072" y="1831051"/>
            <a:ext cx="1371600" cy="713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35" name="Google Shape;1835;p45"/>
          <p:cNvSpPr txBox="1"/>
          <p:nvPr>
            <p:ph idx="7" type="subTitle"/>
          </p:nvPr>
        </p:nvSpPr>
        <p:spPr>
          <a:xfrm>
            <a:off x="7063323" y="2939280"/>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36" name="Google Shape;1836;p45"/>
          <p:cNvSpPr txBox="1"/>
          <p:nvPr>
            <p:ph idx="8" type="subTitle"/>
          </p:nvPr>
        </p:nvSpPr>
        <p:spPr>
          <a:xfrm>
            <a:off x="7063322" y="3243110"/>
            <a:ext cx="1371600" cy="713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37" name="Google Shape;1837;p45"/>
          <p:cNvSpPr txBox="1"/>
          <p:nvPr>
            <p:ph idx="9" type="subTitle"/>
          </p:nvPr>
        </p:nvSpPr>
        <p:spPr>
          <a:xfrm>
            <a:off x="1706834" y="2939280"/>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38" name="Google Shape;1838;p45"/>
          <p:cNvSpPr txBox="1"/>
          <p:nvPr>
            <p:ph idx="13" type="subTitle"/>
          </p:nvPr>
        </p:nvSpPr>
        <p:spPr>
          <a:xfrm>
            <a:off x="1706822" y="3243110"/>
            <a:ext cx="1371600" cy="713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39" name="Google Shape;1839;p45"/>
          <p:cNvSpPr txBox="1"/>
          <p:nvPr>
            <p:ph idx="14" type="subTitle"/>
          </p:nvPr>
        </p:nvSpPr>
        <p:spPr>
          <a:xfrm>
            <a:off x="7063323" y="1527205"/>
            <a:ext cx="1252800" cy="429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Font typeface="Barlow Condensed SemiBold"/>
              <a:buNone/>
              <a:defRPr sz="2000">
                <a:latin typeface="Barlow Condensed SemiBold"/>
                <a:ea typeface="Barlow Condensed SemiBold"/>
                <a:cs typeface="Barlow Condensed SemiBold"/>
                <a:sym typeface="Barlow Condensed Semi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40" name="Google Shape;1840;p45"/>
          <p:cNvSpPr txBox="1"/>
          <p:nvPr>
            <p:ph idx="15" type="subTitle"/>
          </p:nvPr>
        </p:nvSpPr>
        <p:spPr>
          <a:xfrm>
            <a:off x="7063322" y="1831051"/>
            <a:ext cx="1371600" cy="713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
    <p:bg>
      <p:bgPr>
        <a:solidFill>
          <a:schemeClr val="lt1"/>
        </a:solidFill>
      </p:bgPr>
    </p:bg>
    <p:spTree>
      <p:nvGrpSpPr>
        <p:cNvPr id="1841" name="Shape 1841"/>
        <p:cNvGrpSpPr/>
        <p:nvPr/>
      </p:nvGrpSpPr>
      <p:grpSpPr>
        <a:xfrm>
          <a:off x="0" y="0"/>
          <a:ext cx="0" cy="0"/>
          <a:chOff x="0" y="0"/>
          <a:chExt cx="0" cy="0"/>
        </a:xfrm>
      </p:grpSpPr>
      <p:grpSp>
        <p:nvGrpSpPr>
          <p:cNvPr id="1842" name="Google Shape;1842;p46"/>
          <p:cNvGrpSpPr/>
          <p:nvPr/>
        </p:nvGrpSpPr>
        <p:grpSpPr>
          <a:xfrm>
            <a:off x="7099200" y="2933725"/>
            <a:ext cx="2044793" cy="2209776"/>
            <a:chOff x="1384075" y="241450"/>
            <a:chExt cx="4822625" cy="5215425"/>
          </a:xfrm>
        </p:grpSpPr>
        <p:sp>
          <p:nvSpPr>
            <p:cNvPr id="1843" name="Google Shape;1843;p46"/>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46"/>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6"/>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6"/>
            <p:cNvSpPr/>
            <p:nvPr/>
          </p:nvSpPr>
          <p:spPr>
            <a:xfrm>
              <a:off x="4827375" y="1479000"/>
              <a:ext cx="691350" cy="795600"/>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6"/>
            <p:cNvSpPr/>
            <p:nvPr/>
          </p:nvSpPr>
          <p:spPr>
            <a:xfrm>
              <a:off x="4827375" y="1875125"/>
              <a:ext cx="691350" cy="1195050"/>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6"/>
            <p:cNvSpPr/>
            <p:nvPr/>
          </p:nvSpPr>
          <p:spPr>
            <a:xfrm>
              <a:off x="5518700" y="2274575"/>
              <a:ext cx="688000" cy="795600"/>
            </a:xfrm>
            <a:custGeom>
              <a:rect b="b" l="l" r="r" t="t"/>
              <a:pathLst>
                <a:path extrusionOk="0" h="31824" w="27520">
                  <a:moveTo>
                    <a:pt x="0" y="0"/>
                  </a:moveTo>
                  <a:lnTo>
                    <a:pt x="0" y="31823"/>
                  </a:lnTo>
                  <a:lnTo>
                    <a:pt x="27520" y="15978"/>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46"/>
            <p:cNvSpPr/>
            <p:nvPr/>
          </p:nvSpPr>
          <p:spPr>
            <a:xfrm>
              <a:off x="4827375" y="3865700"/>
              <a:ext cx="691350" cy="1195050"/>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6"/>
            <p:cNvSpPr/>
            <p:nvPr/>
          </p:nvSpPr>
          <p:spPr>
            <a:xfrm>
              <a:off x="4830700" y="4661275"/>
              <a:ext cx="688025" cy="795600"/>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46"/>
            <p:cNvSpPr/>
            <p:nvPr/>
          </p:nvSpPr>
          <p:spPr>
            <a:xfrm>
              <a:off x="5518700" y="3865700"/>
              <a:ext cx="688000" cy="795600"/>
            </a:xfrm>
            <a:custGeom>
              <a:rect b="b" l="l" r="r" t="t"/>
              <a:pathLst>
                <a:path extrusionOk="0" h="31824" w="27520">
                  <a:moveTo>
                    <a:pt x="0" y="1"/>
                  </a:moveTo>
                  <a:lnTo>
                    <a:pt x="0" y="31824"/>
                  </a:lnTo>
                  <a:lnTo>
                    <a:pt x="27520"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46"/>
            <p:cNvSpPr/>
            <p:nvPr/>
          </p:nvSpPr>
          <p:spPr>
            <a:xfrm>
              <a:off x="5518700" y="2670675"/>
              <a:ext cx="688000" cy="798950"/>
            </a:xfrm>
            <a:custGeom>
              <a:rect b="b" l="l" r="r" t="t"/>
              <a:pathLst>
                <a:path extrusionOk="0" h="31958" w="27520">
                  <a:moveTo>
                    <a:pt x="27520" y="1"/>
                  </a:moveTo>
                  <a:lnTo>
                    <a:pt x="0" y="15979"/>
                  </a:lnTo>
                  <a:lnTo>
                    <a:pt x="27520" y="31957"/>
                  </a:lnTo>
                  <a:lnTo>
                    <a:pt x="2752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46"/>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46"/>
            <p:cNvSpPr/>
            <p:nvPr/>
          </p:nvSpPr>
          <p:spPr>
            <a:xfrm>
              <a:off x="4827375" y="3070150"/>
              <a:ext cx="691350" cy="795575"/>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46"/>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46"/>
            <p:cNvSpPr/>
            <p:nvPr/>
          </p:nvSpPr>
          <p:spPr>
            <a:xfrm>
              <a:off x="4139375" y="2670675"/>
              <a:ext cx="688025" cy="798950"/>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46"/>
            <p:cNvSpPr/>
            <p:nvPr/>
          </p:nvSpPr>
          <p:spPr>
            <a:xfrm>
              <a:off x="4139375" y="3070150"/>
              <a:ext cx="688025" cy="795575"/>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46"/>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46"/>
            <p:cNvSpPr/>
            <p:nvPr/>
          </p:nvSpPr>
          <p:spPr>
            <a:xfrm>
              <a:off x="3451375" y="3070150"/>
              <a:ext cx="688025" cy="795575"/>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46"/>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46"/>
            <p:cNvSpPr/>
            <p:nvPr/>
          </p:nvSpPr>
          <p:spPr>
            <a:xfrm>
              <a:off x="3451375" y="1479000"/>
              <a:ext cx="688025" cy="795600"/>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6"/>
            <p:cNvSpPr/>
            <p:nvPr/>
          </p:nvSpPr>
          <p:spPr>
            <a:xfrm>
              <a:off x="3448050" y="1878450"/>
              <a:ext cx="694675" cy="1191725"/>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46"/>
            <p:cNvSpPr/>
            <p:nvPr/>
          </p:nvSpPr>
          <p:spPr>
            <a:xfrm>
              <a:off x="4139375" y="1878450"/>
              <a:ext cx="688025" cy="1191725"/>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46"/>
            <p:cNvSpPr/>
            <p:nvPr/>
          </p:nvSpPr>
          <p:spPr>
            <a:xfrm>
              <a:off x="4382875" y="241450"/>
              <a:ext cx="201000" cy="22935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46"/>
            <p:cNvSpPr/>
            <p:nvPr/>
          </p:nvSpPr>
          <p:spPr>
            <a:xfrm>
              <a:off x="4139375" y="682600"/>
              <a:ext cx="688025" cy="79642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46"/>
            <p:cNvSpPr/>
            <p:nvPr/>
          </p:nvSpPr>
          <p:spPr>
            <a:xfrm>
              <a:off x="3451375" y="4661275"/>
              <a:ext cx="1376025" cy="795600"/>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46"/>
            <p:cNvSpPr/>
            <p:nvPr/>
          </p:nvSpPr>
          <p:spPr>
            <a:xfrm>
              <a:off x="4139375" y="3865700"/>
              <a:ext cx="688025" cy="1195050"/>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6"/>
            <p:cNvSpPr/>
            <p:nvPr/>
          </p:nvSpPr>
          <p:spPr>
            <a:xfrm>
              <a:off x="4139375" y="3469600"/>
              <a:ext cx="688025" cy="795575"/>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6"/>
            <p:cNvSpPr/>
            <p:nvPr/>
          </p:nvSpPr>
          <p:spPr>
            <a:xfrm>
              <a:off x="4827375" y="3469600"/>
              <a:ext cx="691350" cy="795575"/>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46"/>
            <p:cNvSpPr/>
            <p:nvPr/>
          </p:nvSpPr>
          <p:spPr>
            <a:xfrm>
              <a:off x="4827375" y="2670675"/>
              <a:ext cx="691350" cy="798950"/>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46"/>
            <p:cNvSpPr/>
            <p:nvPr/>
          </p:nvSpPr>
          <p:spPr>
            <a:xfrm>
              <a:off x="3451375" y="3469600"/>
              <a:ext cx="688025" cy="795575"/>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46"/>
            <p:cNvSpPr/>
            <p:nvPr/>
          </p:nvSpPr>
          <p:spPr>
            <a:xfrm>
              <a:off x="3451375" y="2670675"/>
              <a:ext cx="1376025" cy="1195050"/>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46"/>
            <p:cNvSpPr/>
            <p:nvPr/>
          </p:nvSpPr>
          <p:spPr>
            <a:xfrm>
              <a:off x="2760050" y="2670675"/>
              <a:ext cx="691350" cy="798950"/>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46"/>
            <p:cNvSpPr/>
            <p:nvPr/>
          </p:nvSpPr>
          <p:spPr>
            <a:xfrm>
              <a:off x="2760050" y="3070150"/>
              <a:ext cx="691350" cy="795575"/>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46"/>
            <p:cNvSpPr/>
            <p:nvPr/>
          </p:nvSpPr>
          <p:spPr>
            <a:xfrm>
              <a:off x="3451375" y="2670675"/>
              <a:ext cx="688025" cy="798950"/>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46"/>
            <p:cNvSpPr/>
            <p:nvPr/>
          </p:nvSpPr>
          <p:spPr>
            <a:xfrm>
              <a:off x="2072075" y="1479000"/>
              <a:ext cx="688000" cy="795600"/>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46"/>
            <p:cNvSpPr/>
            <p:nvPr/>
          </p:nvSpPr>
          <p:spPr>
            <a:xfrm>
              <a:off x="1967825" y="2486400"/>
              <a:ext cx="322750" cy="371950"/>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46"/>
            <p:cNvSpPr/>
            <p:nvPr/>
          </p:nvSpPr>
          <p:spPr>
            <a:xfrm>
              <a:off x="2065400" y="1412275"/>
              <a:ext cx="218500" cy="254375"/>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46"/>
            <p:cNvSpPr/>
            <p:nvPr/>
          </p:nvSpPr>
          <p:spPr>
            <a:xfrm>
              <a:off x="2760050" y="1878450"/>
              <a:ext cx="691350" cy="1191725"/>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46"/>
            <p:cNvSpPr/>
            <p:nvPr/>
          </p:nvSpPr>
          <p:spPr>
            <a:xfrm>
              <a:off x="2760050" y="1479000"/>
              <a:ext cx="691350" cy="795600"/>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46"/>
            <p:cNvSpPr/>
            <p:nvPr/>
          </p:nvSpPr>
          <p:spPr>
            <a:xfrm>
              <a:off x="2072075" y="3865700"/>
              <a:ext cx="688000" cy="795600"/>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46"/>
            <p:cNvSpPr/>
            <p:nvPr/>
          </p:nvSpPr>
          <p:spPr>
            <a:xfrm>
              <a:off x="1384075" y="4661275"/>
              <a:ext cx="688025" cy="795600"/>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46"/>
            <p:cNvSpPr/>
            <p:nvPr/>
          </p:nvSpPr>
          <p:spPr>
            <a:xfrm>
              <a:off x="2760050" y="3865700"/>
              <a:ext cx="691350" cy="1591175"/>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46"/>
            <p:cNvSpPr/>
            <p:nvPr/>
          </p:nvSpPr>
          <p:spPr>
            <a:xfrm>
              <a:off x="2760050" y="3469600"/>
              <a:ext cx="691350" cy="795575"/>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6"/>
            <p:cNvSpPr/>
            <p:nvPr/>
          </p:nvSpPr>
          <p:spPr>
            <a:xfrm>
              <a:off x="3448050" y="3469600"/>
              <a:ext cx="691350" cy="159115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46"/>
            <p:cNvSpPr/>
            <p:nvPr/>
          </p:nvSpPr>
          <p:spPr>
            <a:xfrm>
              <a:off x="2760050" y="2670675"/>
              <a:ext cx="1379350" cy="1195050"/>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7" name="Google Shape;1887;p46"/>
          <p:cNvGrpSpPr/>
          <p:nvPr/>
        </p:nvGrpSpPr>
        <p:grpSpPr>
          <a:xfrm>
            <a:off x="-76200" y="-76200"/>
            <a:ext cx="2286103" cy="2895537"/>
            <a:chOff x="-26858" y="-227337"/>
            <a:chExt cx="2186403" cy="2757917"/>
          </a:xfrm>
        </p:grpSpPr>
        <p:sp>
          <p:nvSpPr>
            <p:cNvPr id="1888" name="Google Shape;1888;p46"/>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4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46"/>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46"/>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46"/>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46"/>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46"/>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46"/>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4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46"/>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6"/>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4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46"/>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6"/>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46"/>
            <p:cNvSpPr/>
            <p:nvPr/>
          </p:nvSpPr>
          <p:spPr>
            <a:xfrm rot="10800000">
              <a:off x="702529" y="1455450"/>
              <a:ext cx="363828" cy="420713"/>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46"/>
            <p:cNvSpPr/>
            <p:nvPr/>
          </p:nvSpPr>
          <p:spPr>
            <a:xfrm rot="10800000">
              <a:off x="700771" y="1034750"/>
              <a:ext cx="367344" cy="630184"/>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6"/>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6"/>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6"/>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46"/>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46"/>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46"/>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46"/>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46"/>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46"/>
            <p:cNvSpPr/>
            <p:nvPr/>
          </p:nvSpPr>
          <p:spPr>
            <a:xfrm rot="10800000">
              <a:off x="702529" y="402834"/>
              <a:ext cx="363828" cy="420700"/>
            </a:xfrm>
            <a:custGeom>
              <a:rect b="b" l="l" r="r" t="t"/>
              <a:pathLst>
                <a:path extrusionOk="0" h="31823" w="27521">
                  <a:moveTo>
                    <a:pt x="1" y="0"/>
                  </a:moveTo>
                  <a:lnTo>
                    <a:pt x="1" y="31823"/>
                  </a:lnTo>
                  <a:lnTo>
                    <a:pt x="27521" y="15845"/>
                  </a:lnTo>
                  <a:lnTo>
                    <a:pt x="1"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46"/>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46"/>
            <p:cNvSpPr/>
            <p:nvPr/>
          </p:nvSpPr>
          <p:spPr>
            <a:xfrm rot="10800000">
              <a:off x="1066343" y="823521"/>
              <a:ext cx="365586" cy="422485"/>
            </a:xfrm>
            <a:custGeom>
              <a:rect b="b" l="l" r="r" t="t"/>
              <a:pathLst>
                <a:path extrusionOk="0" h="31958" w="27654">
                  <a:moveTo>
                    <a:pt x="27654" y="1"/>
                  </a:moveTo>
                  <a:lnTo>
                    <a:pt x="1" y="15979"/>
                  </a:lnTo>
                  <a:lnTo>
                    <a:pt x="27654" y="31957"/>
                  </a:lnTo>
                  <a:lnTo>
                    <a:pt x="27654"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46"/>
            <p:cNvSpPr/>
            <p:nvPr/>
          </p:nvSpPr>
          <p:spPr>
            <a:xfrm rot="10800000">
              <a:off x="1066343" y="614063"/>
              <a:ext cx="365586" cy="420700"/>
            </a:xfrm>
            <a:custGeom>
              <a:rect b="b" l="l" r="r" t="t"/>
              <a:pathLst>
                <a:path extrusionOk="0" h="31823" w="27654">
                  <a:moveTo>
                    <a:pt x="1" y="0"/>
                  </a:moveTo>
                  <a:lnTo>
                    <a:pt x="1" y="31823"/>
                  </a:lnTo>
                  <a:lnTo>
                    <a:pt x="27654" y="15978"/>
                  </a:lnTo>
                  <a:lnTo>
                    <a:pt x="1" y="0"/>
                  </a:lnTo>
                  <a:close/>
                </a:path>
              </a:pathLst>
            </a:custGeom>
            <a:solidFill>
              <a:srgbClr val="E3651D"/>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46"/>
            <p:cNvSpPr/>
            <p:nvPr/>
          </p:nvSpPr>
          <p:spPr>
            <a:xfrm rot="10800000">
              <a:off x="702529" y="823521"/>
              <a:ext cx="363828" cy="422485"/>
            </a:xfrm>
            <a:custGeom>
              <a:rect b="b" l="l" r="r" t="t"/>
              <a:pathLst>
                <a:path extrusionOk="0" h="31958" w="27521">
                  <a:moveTo>
                    <a:pt x="1" y="1"/>
                  </a:moveTo>
                  <a:lnTo>
                    <a:pt x="1" y="31957"/>
                  </a:lnTo>
                  <a:lnTo>
                    <a:pt x="27521" y="15979"/>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46"/>
            <p:cNvSpPr/>
            <p:nvPr/>
          </p:nvSpPr>
          <p:spPr>
            <a:xfrm rot="10800000">
              <a:off x="1431916" y="1455450"/>
              <a:ext cx="363814" cy="420713"/>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46"/>
            <p:cNvSpPr/>
            <p:nvPr/>
          </p:nvSpPr>
          <p:spPr>
            <a:xfrm rot="10800000">
              <a:off x="1680188" y="1146763"/>
              <a:ext cx="170670" cy="19668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46"/>
            <p:cNvSpPr/>
            <p:nvPr/>
          </p:nvSpPr>
          <p:spPr>
            <a:xfrm rot="10800000">
              <a:off x="1683717" y="1776934"/>
              <a:ext cx="115543" cy="134514"/>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46"/>
            <p:cNvSpPr/>
            <p:nvPr/>
          </p:nvSpPr>
          <p:spPr>
            <a:xfrm rot="10800000">
              <a:off x="1066343" y="1034750"/>
              <a:ext cx="365586" cy="630184"/>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46"/>
            <p:cNvSpPr/>
            <p:nvPr/>
          </p:nvSpPr>
          <p:spPr>
            <a:xfrm rot="10800000">
              <a:off x="1066343" y="1455450"/>
              <a:ext cx="365586" cy="420713"/>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46"/>
            <p:cNvSpPr/>
            <p:nvPr/>
          </p:nvSpPr>
          <p:spPr>
            <a:xfrm rot="10800000">
              <a:off x="1431916" y="193363"/>
              <a:ext cx="363814" cy="420713"/>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46"/>
            <p:cNvSpPr/>
            <p:nvPr/>
          </p:nvSpPr>
          <p:spPr>
            <a:xfrm rot="10800000">
              <a:off x="1795717" y="-227337"/>
              <a:ext cx="363828" cy="420713"/>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46"/>
            <p:cNvSpPr/>
            <p:nvPr/>
          </p:nvSpPr>
          <p:spPr>
            <a:xfrm rot="10800000">
              <a:off x="1066343" y="-227337"/>
              <a:ext cx="365586" cy="841413"/>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6"/>
            <p:cNvSpPr/>
            <p:nvPr/>
          </p:nvSpPr>
          <p:spPr>
            <a:xfrm rot="10800000">
              <a:off x="1066343" y="402834"/>
              <a:ext cx="365586" cy="420700"/>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6"/>
            <p:cNvSpPr/>
            <p:nvPr/>
          </p:nvSpPr>
          <p:spPr>
            <a:xfrm rot="10800000">
              <a:off x="702529" y="-17866"/>
              <a:ext cx="365586" cy="841400"/>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46"/>
            <p:cNvSpPr/>
            <p:nvPr/>
          </p:nvSpPr>
          <p:spPr>
            <a:xfrm rot="10800000">
              <a:off x="702529" y="614063"/>
              <a:ext cx="729400" cy="63194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
    <p:bg>
      <p:bgPr>
        <a:solidFill>
          <a:schemeClr val="lt1"/>
        </a:solidFill>
      </p:bgPr>
    </p:bg>
    <p:spTree>
      <p:nvGrpSpPr>
        <p:cNvPr id="1928" name="Shape 1928"/>
        <p:cNvGrpSpPr/>
        <p:nvPr/>
      </p:nvGrpSpPr>
      <p:grpSpPr>
        <a:xfrm>
          <a:off x="0" y="0"/>
          <a:ext cx="0" cy="0"/>
          <a:chOff x="0" y="0"/>
          <a:chExt cx="0" cy="0"/>
        </a:xfrm>
      </p:grpSpPr>
      <p:grpSp>
        <p:nvGrpSpPr>
          <p:cNvPr id="1929" name="Google Shape;1929;p47"/>
          <p:cNvGrpSpPr/>
          <p:nvPr/>
        </p:nvGrpSpPr>
        <p:grpSpPr>
          <a:xfrm flipH="1" rot="5400000">
            <a:off x="7613820" y="3611830"/>
            <a:ext cx="877851" cy="2209091"/>
            <a:chOff x="-26858" y="-227337"/>
            <a:chExt cx="1093215" cy="2757917"/>
          </a:xfrm>
        </p:grpSpPr>
        <p:sp>
          <p:nvSpPr>
            <p:cNvPr id="1930" name="Google Shape;1930;p47"/>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4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47"/>
            <p:cNvSpPr/>
            <p:nvPr/>
          </p:nvSpPr>
          <p:spPr>
            <a:xfrm rot="10800000">
              <a:off x="-26858" y="1455450"/>
              <a:ext cx="365586" cy="420713"/>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47"/>
            <p:cNvSpPr/>
            <p:nvPr/>
          </p:nvSpPr>
          <p:spPr>
            <a:xfrm rot="10800000">
              <a:off x="-26858" y="1034750"/>
              <a:ext cx="365586" cy="63194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47"/>
            <p:cNvSpPr/>
            <p:nvPr/>
          </p:nvSpPr>
          <p:spPr>
            <a:xfrm rot="10800000">
              <a:off x="-26858" y="-17866"/>
              <a:ext cx="365586" cy="63194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47"/>
            <p:cNvSpPr/>
            <p:nvPr/>
          </p:nvSpPr>
          <p:spPr>
            <a:xfrm rot="10800000">
              <a:off x="-26858" y="-227337"/>
              <a:ext cx="363828" cy="420713"/>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47"/>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rgbClr val="00A6A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47"/>
            <p:cNvSpPr/>
            <p:nvPr/>
          </p:nvSpPr>
          <p:spPr>
            <a:xfrm rot="10800000">
              <a:off x="-26858" y="614063"/>
              <a:ext cx="365586" cy="420700"/>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4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47"/>
            <p:cNvSpPr/>
            <p:nvPr/>
          </p:nvSpPr>
          <p:spPr>
            <a:xfrm rot="10800000">
              <a:off x="338715" y="823521"/>
              <a:ext cx="363828" cy="422485"/>
            </a:xfrm>
            <a:custGeom>
              <a:rect b="b" l="l" r="r" t="t"/>
              <a:pathLst>
                <a:path extrusionOk="0" h="31958" w="27521">
                  <a:moveTo>
                    <a:pt x="27520" y="1"/>
                  </a:moveTo>
                  <a:lnTo>
                    <a:pt x="1" y="15979"/>
                  </a:lnTo>
                  <a:lnTo>
                    <a:pt x="27520" y="31957"/>
                  </a:lnTo>
                  <a:lnTo>
                    <a:pt x="2752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47"/>
            <p:cNvSpPr/>
            <p:nvPr/>
          </p:nvSpPr>
          <p:spPr>
            <a:xfrm rot="10800000">
              <a:off x="338715" y="614063"/>
              <a:ext cx="363828" cy="420700"/>
            </a:xfrm>
            <a:custGeom>
              <a:rect b="b" l="l" r="r" t="t"/>
              <a:pathLst>
                <a:path extrusionOk="0" h="31823" w="27521">
                  <a:moveTo>
                    <a:pt x="1" y="0"/>
                  </a:moveTo>
                  <a:lnTo>
                    <a:pt x="1" y="31823"/>
                  </a:lnTo>
                  <a:lnTo>
                    <a:pt x="27520" y="15978"/>
                  </a:lnTo>
                  <a:lnTo>
                    <a:pt x="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4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47"/>
            <p:cNvSpPr/>
            <p:nvPr/>
          </p:nvSpPr>
          <p:spPr>
            <a:xfrm rot="10800000">
              <a:off x="702529" y="614063"/>
              <a:ext cx="363828" cy="420700"/>
            </a:xfrm>
            <a:custGeom>
              <a:rect b="b" l="l" r="r" t="t"/>
              <a:pathLst>
                <a:path extrusionOk="0" h="31823" w="27521">
                  <a:moveTo>
                    <a:pt x="27521" y="0"/>
                  </a:moveTo>
                  <a:lnTo>
                    <a:pt x="1" y="15978"/>
                  </a:lnTo>
                  <a:lnTo>
                    <a:pt x="27521" y="31823"/>
                  </a:lnTo>
                  <a:lnTo>
                    <a:pt x="27521"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47"/>
            <p:cNvSpPr/>
            <p:nvPr/>
          </p:nvSpPr>
          <p:spPr>
            <a:xfrm rot="10800000">
              <a:off x="338715" y="1034750"/>
              <a:ext cx="363828" cy="630184"/>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47"/>
            <p:cNvSpPr/>
            <p:nvPr/>
          </p:nvSpPr>
          <p:spPr>
            <a:xfrm rot="10800000">
              <a:off x="467491" y="2409300"/>
              <a:ext cx="106289" cy="121280"/>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47"/>
            <p:cNvSpPr/>
            <p:nvPr/>
          </p:nvSpPr>
          <p:spPr>
            <a:xfrm rot="10800000">
              <a:off x="338715" y="1876150"/>
              <a:ext cx="363828" cy="421150"/>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47"/>
            <p:cNvSpPr/>
            <p:nvPr/>
          </p:nvSpPr>
          <p:spPr>
            <a:xfrm rot="10800000">
              <a:off x="338715" y="-227337"/>
              <a:ext cx="727642" cy="420713"/>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47"/>
            <p:cNvSpPr/>
            <p:nvPr/>
          </p:nvSpPr>
          <p:spPr>
            <a:xfrm rot="10800000">
              <a:off x="338715" y="-17866"/>
              <a:ext cx="363828" cy="63194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47"/>
            <p:cNvSpPr/>
            <p:nvPr/>
          </p:nvSpPr>
          <p:spPr>
            <a:xfrm rot="10800000">
              <a:off x="338715" y="402834"/>
              <a:ext cx="363828" cy="420700"/>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47"/>
            <p:cNvSpPr/>
            <p:nvPr/>
          </p:nvSpPr>
          <p:spPr>
            <a:xfrm rot="10800000">
              <a:off x="-26858" y="402834"/>
              <a:ext cx="365586" cy="420700"/>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47"/>
            <p:cNvSpPr/>
            <p:nvPr/>
          </p:nvSpPr>
          <p:spPr>
            <a:xfrm rot="10800000">
              <a:off x="-26858" y="823521"/>
              <a:ext cx="365586" cy="422485"/>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47"/>
            <p:cNvSpPr/>
            <p:nvPr/>
          </p:nvSpPr>
          <p:spPr>
            <a:xfrm rot="10800000">
              <a:off x="338715" y="614063"/>
              <a:ext cx="727642" cy="63194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3">
    <p:spTree>
      <p:nvGrpSpPr>
        <p:cNvPr id="1952" name="Shape 1952"/>
        <p:cNvGrpSpPr/>
        <p:nvPr/>
      </p:nvGrpSpPr>
      <p:grpSpPr>
        <a:xfrm>
          <a:off x="0" y="0"/>
          <a:ext cx="0" cy="0"/>
          <a:chOff x="0" y="0"/>
          <a:chExt cx="0" cy="0"/>
        </a:xfrm>
      </p:grpSpPr>
      <p:sp>
        <p:nvSpPr>
          <p:cNvPr id="1953" name="Google Shape;1953;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54" name="Google Shape;1954;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55" name="Google Shape;1955;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956" name="Shape 1956"/>
        <p:cNvGrpSpPr/>
        <p:nvPr/>
      </p:nvGrpSpPr>
      <p:grpSpPr>
        <a:xfrm>
          <a:off x="0" y="0"/>
          <a:ext cx="0" cy="0"/>
          <a:chOff x="0" y="0"/>
          <a:chExt cx="0" cy="0"/>
        </a:xfrm>
      </p:grpSpPr>
      <p:pic>
        <p:nvPicPr>
          <p:cNvPr id="1957" name="Google Shape;1957;p49"/>
          <p:cNvPicPr preferRelativeResize="0"/>
          <p:nvPr/>
        </p:nvPicPr>
        <p:blipFill>
          <a:blip r:embed="rId2">
            <a:alphaModFix/>
          </a:blip>
          <a:stretch>
            <a:fillRect/>
          </a:stretch>
        </p:blipFill>
        <p:spPr>
          <a:xfrm flipH="1" rot="10800000">
            <a:off x="450638" y="547875"/>
            <a:ext cx="955200" cy="955200"/>
          </a:xfrm>
          <a:prstGeom prst="rect">
            <a:avLst/>
          </a:prstGeom>
          <a:noFill/>
          <a:ln>
            <a:noFill/>
          </a:ln>
        </p:spPr>
      </p:pic>
      <p:sp>
        <p:nvSpPr>
          <p:cNvPr id="1958" name="Google Shape;1958;p49"/>
          <p:cNvSpPr/>
          <p:nvPr/>
        </p:nvSpPr>
        <p:spPr>
          <a:xfrm rot="-3004449">
            <a:off x="7070854" y="-961525"/>
            <a:ext cx="2362957" cy="1881421"/>
          </a:xfrm>
          <a:custGeom>
            <a:rect b="b" l="l" r="r" t="t"/>
            <a:pathLst>
              <a:path extrusionOk="0" h="53184" w="66793">
                <a:moveTo>
                  <a:pt x="28798" y="24863"/>
                </a:moveTo>
                <a:cubicBezTo>
                  <a:pt x="29951" y="25815"/>
                  <a:pt x="31129" y="26818"/>
                  <a:pt x="32306" y="27870"/>
                </a:cubicBezTo>
                <a:lnTo>
                  <a:pt x="28823" y="27645"/>
                </a:lnTo>
                <a:cubicBezTo>
                  <a:pt x="27244" y="27469"/>
                  <a:pt x="25740" y="27269"/>
                  <a:pt x="24211" y="27043"/>
                </a:cubicBezTo>
                <a:cubicBezTo>
                  <a:pt x="22407" y="26793"/>
                  <a:pt x="20627" y="26492"/>
                  <a:pt x="18823" y="26216"/>
                </a:cubicBezTo>
                <a:cubicBezTo>
                  <a:pt x="18572" y="26191"/>
                  <a:pt x="18321" y="26141"/>
                  <a:pt x="18046" y="26116"/>
                </a:cubicBezTo>
                <a:cubicBezTo>
                  <a:pt x="18973" y="26091"/>
                  <a:pt x="19900" y="26016"/>
                  <a:pt x="20828" y="25890"/>
                </a:cubicBezTo>
                <a:cubicBezTo>
                  <a:pt x="22331" y="25715"/>
                  <a:pt x="23835" y="25414"/>
                  <a:pt x="25264" y="24863"/>
                </a:cubicBezTo>
                <a:close/>
                <a:moveTo>
                  <a:pt x="11053" y="0"/>
                </a:moveTo>
                <a:cubicBezTo>
                  <a:pt x="11755" y="1304"/>
                  <a:pt x="12507" y="2507"/>
                  <a:pt x="13259" y="3685"/>
                </a:cubicBezTo>
                <a:lnTo>
                  <a:pt x="15464" y="7193"/>
                </a:lnTo>
                <a:cubicBezTo>
                  <a:pt x="16166" y="8371"/>
                  <a:pt x="16843" y="9549"/>
                  <a:pt x="17519" y="10752"/>
                </a:cubicBezTo>
                <a:cubicBezTo>
                  <a:pt x="18071" y="11755"/>
                  <a:pt x="18547" y="12782"/>
                  <a:pt x="19073" y="13860"/>
                </a:cubicBezTo>
                <a:lnTo>
                  <a:pt x="19048" y="16793"/>
                </a:lnTo>
                <a:cubicBezTo>
                  <a:pt x="17920" y="15940"/>
                  <a:pt x="17093" y="15339"/>
                  <a:pt x="16717" y="15063"/>
                </a:cubicBezTo>
                <a:cubicBezTo>
                  <a:pt x="16542" y="14211"/>
                  <a:pt x="16116" y="13434"/>
                  <a:pt x="15615" y="12757"/>
                </a:cubicBezTo>
                <a:cubicBezTo>
                  <a:pt x="15088" y="12056"/>
                  <a:pt x="14487" y="11454"/>
                  <a:pt x="13835" y="10878"/>
                </a:cubicBezTo>
                <a:cubicBezTo>
                  <a:pt x="13184" y="10326"/>
                  <a:pt x="12457" y="9875"/>
                  <a:pt x="11705" y="9499"/>
                </a:cubicBezTo>
                <a:cubicBezTo>
                  <a:pt x="10953" y="9123"/>
                  <a:pt x="10176" y="8772"/>
                  <a:pt x="9424" y="8422"/>
                </a:cubicBezTo>
                <a:cubicBezTo>
                  <a:pt x="8672" y="8071"/>
                  <a:pt x="7895" y="7745"/>
                  <a:pt x="7143" y="7419"/>
                </a:cubicBezTo>
                <a:cubicBezTo>
                  <a:pt x="6366" y="7118"/>
                  <a:pt x="5590" y="6818"/>
                  <a:pt x="4813" y="6542"/>
                </a:cubicBezTo>
                <a:cubicBezTo>
                  <a:pt x="3259" y="5990"/>
                  <a:pt x="1680" y="5464"/>
                  <a:pt x="76" y="5063"/>
                </a:cubicBezTo>
                <a:lnTo>
                  <a:pt x="1" y="5264"/>
                </a:lnTo>
                <a:cubicBezTo>
                  <a:pt x="1479" y="5990"/>
                  <a:pt x="2933" y="6742"/>
                  <a:pt x="4361" y="7544"/>
                </a:cubicBezTo>
                <a:cubicBezTo>
                  <a:pt x="5088" y="7920"/>
                  <a:pt x="5790" y="8321"/>
                  <a:pt x="6492" y="8747"/>
                </a:cubicBezTo>
                <a:cubicBezTo>
                  <a:pt x="7194" y="9123"/>
                  <a:pt x="7895" y="9549"/>
                  <a:pt x="8597" y="9975"/>
                </a:cubicBezTo>
                <a:cubicBezTo>
                  <a:pt x="9274" y="10402"/>
                  <a:pt x="9925" y="10878"/>
                  <a:pt x="10577" y="11354"/>
                </a:cubicBezTo>
                <a:cubicBezTo>
                  <a:pt x="11204" y="11830"/>
                  <a:pt x="11880" y="12256"/>
                  <a:pt x="12532" y="12657"/>
                </a:cubicBezTo>
                <a:cubicBezTo>
                  <a:pt x="13209" y="13083"/>
                  <a:pt x="13885" y="13484"/>
                  <a:pt x="14562" y="13885"/>
                </a:cubicBezTo>
                <a:cubicBezTo>
                  <a:pt x="15214" y="14311"/>
                  <a:pt x="15865" y="14737"/>
                  <a:pt x="16542" y="15289"/>
                </a:cubicBezTo>
                <a:lnTo>
                  <a:pt x="16592" y="15264"/>
                </a:lnTo>
                <a:cubicBezTo>
                  <a:pt x="16993" y="15564"/>
                  <a:pt x="17795" y="16141"/>
                  <a:pt x="18923" y="17018"/>
                </a:cubicBezTo>
                <a:lnTo>
                  <a:pt x="17971" y="17018"/>
                </a:lnTo>
                <a:cubicBezTo>
                  <a:pt x="17971" y="16993"/>
                  <a:pt x="17996" y="16993"/>
                  <a:pt x="17996" y="16993"/>
                </a:cubicBezTo>
                <a:cubicBezTo>
                  <a:pt x="16341" y="16767"/>
                  <a:pt x="14863" y="16392"/>
                  <a:pt x="13409" y="15890"/>
                </a:cubicBezTo>
                <a:cubicBezTo>
                  <a:pt x="13033" y="15765"/>
                  <a:pt x="12682" y="15615"/>
                  <a:pt x="12306" y="15489"/>
                </a:cubicBezTo>
                <a:cubicBezTo>
                  <a:pt x="11955" y="15339"/>
                  <a:pt x="11580" y="15214"/>
                  <a:pt x="11229" y="15063"/>
                </a:cubicBezTo>
                <a:cubicBezTo>
                  <a:pt x="10527" y="14762"/>
                  <a:pt x="9825" y="14462"/>
                  <a:pt x="9098" y="14136"/>
                </a:cubicBezTo>
                <a:cubicBezTo>
                  <a:pt x="7695" y="13484"/>
                  <a:pt x="6291" y="12808"/>
                  <a:pt x="4863" y="12106"/>
                </a:cubicBezTo>
                <a:cubicBezTo>
                  <a:pt x="3434" y="11404"/>
                  <a:pt x="1980" y="10702"/>
                  <a:pt x="452" y="10051"/>
                </a:cubicBezTo>
                <a:lnTo>
                  <a:pt x="452" y="10051"/>
                </a:lnTo>
                <a:cubicBezTo>
                  <a:pt x="928" y="10752"/>
                  <a:pt x="1504" y="11354"/>
                  <a:pt x="2081" y="11930"/>
                </a:cubicBezTo>
                <a:cubicBezTo>
                  <a:pt x="2682" y="12507"/>
                  <a:pt x="3309" y="13058"/>
                  <a:pt x="3960" y="13559"/>
                </a:cubicBezTo>
                <a:cubicBezTo>
                  <a:pt x="5264" y="14562"/>
                  <a:pt x="6667" y="15439"/>
                  <a:pt x="8196" y="16141"/>
                </a:cubicBezTo>
                <a:cubicBezTo>
                  <a:pt x="8572" y="16316"/>
                  <a:pt x="8973" y="16467"/>
                  <a:pt x="9349" y="16617"/>
                </a:cubicBezTo>
                <a:cubicBezTo>
                  <a:pt x="9750" y="16767"/>
                  <a:pt x="10126" y="16918"/>
                  <a:pt x="10552" y="17018"/>
                </a:cubicBezTo>
                <a:cubicBezTo>
                  <a:pt x="11354" y="17269"/>
                  <a:pt x="12181" y="17469"/>
                  <a:pt x="13008" y="17569"/>
                </a:cubicBezTo>
                <a:cubicBezTo>
                  <a:pt x="13535" y="17631"/>
                  <a:pt x="14061" y="17674"/>
                  <a:pt x="14588" y="17674"/>
                </a:cubicBezTo>
                <a:cubicBezTo>
                  <a:pt x="14914" y="17674"/>
                  <a:pt x="15239" y="17658"/>
                  <a:pt x="15565" y="17620"/>
                </a:cubicBezTo>
                <a:cubicBezTo>
                  <a:pt x="16166" y="17569"/>
                  <a:pt x="16768" y="17444"/>
                  <a:pt x="17344" y="17244"/>
                </a:cubicBezTo>
                <a:lnTo>
                  <a:pt x="19249" y="17244"/>
                </a:lnTo>
                <a:cubicBezTo>
                  <a:pt x="20126" y="17920"/>
                  <a:pt x="21154" y="18697"/>
                  <a:pt x="22306" y="19625"/>
                </a:cubicBezTo>
                <a:lnTo>
                  <a:pt x="21053" y="19700"/>
                </a:lnTo>
                <a:cubicBezTo>
                  <a:pt x="19424" y="19499"/>
                  <a:pt x="17895" y="19224"/>
                  <a:pt x="16367" y="18898"/>
                </a:cubicBezTo>
                <a:cubicBezTo>
                  <a:pt x="14838" y="18547"/>
                  <a:pt x="13309" y="18171"/>
                  <a:pt x="11780" y="17770"/>
                </a:cubicBezTo>
                <a:lnTo>
                  <a:pt x="7143" y="16567"/>
                </a:lnTo>
                <a:cubicBezTo>
                  <a:pt x="5590" y="16166"/>
                  <a:pt x="4011" y="15765"/>
                  <a:pt x="2356" y="15489"/>
                </a:cubicBezTo>
                <a:lnTo>
                  <a:pt x="2356" y="15489"/>
                </a:lnTo>
                <a:cubicBezTo>
                  <a:pt x="2983" y="16066"/>
                  <a:pt x="3685" y="16542"/>
                  <a:pt x="4387" y="16968"/>
                </a:cubicBezTo>
                <a:cubicBezTo>
                  <a:pt x="5088" y="17419"/>
                  <a:pt x="5815" y="17820"/>
                  <a:pt x="6567" y="18171"/>
                </a:cubicBezTo>
                <a:cubicBezTo>
                  <a:pt x="8046" y="18898"/>
                  <a:pt x="9600" y="19474"/>
                  <a:pt x="11229" y="19900"/>
                </a:cubicBezTo>
                <a:cubicBezTo>
                  <a:pt x="12833" y="20301"/>
                  <a:pt x="14487" y="20577"/>
                  <a:pt x="16191" y="20602"/>
                </a:cubicBezTo>
                <a:cubicBezTo>
                  <a:pt x="16288" y="20604"/>
                  <a:pt x="16386" y="20605"/>
                  <a:pt x="16484" y="20605"/>
                </a:cubicBezTo>
                <a:cubicBezTo>
                  <a:pt x="17799" y="20605"/>
                  <a:pt x="19167" y="20444"/>
                  <a:pt x="20427" y="20001"/>
                </a:cubicBezTo>
                <a:lnTo>
                  <a:pt x="22607" y="19850"/>
                </a:lnTo>
                <a:cubicBezTo>
                  <a:pt x="23509" y="20552"/>
                  <a:pt x="24487" y="21329"/>
                  <a:pt x="25540" y="22181"/>
                </a:cubicBezTo>
                <a:lnTo>
                  <a:pt x="22858" y="22181"/>
                </a:lnTo>
                <a:cubicBezTo>
                  <a:pt x="22883" y="22181"/>
                  <a:pt x="22883" y="22181"/>
                  <a:pt x="22908" y="22156"/>
                </a:cubicBezTo>
                <a:cubicBezTo>
                  <a:pt x="21279" y="21930"/>
                  <a:pt x="19750" y="21755"/>
                  <a:pt x="18221" y="21529"/>
                </a:cubicBezTo>
                <a:lnTo>
                  <a:pt x="13635" y="20803"/>
                </a:lnTo>
                <a:cubicBezTo>
                  <a:pt x="12106" y="20577"/>
                  <a:pt x="10577" y="20351"/>
                  <a:pt x="9023" y="20151"/>
                </a:cubicBezTo>
                <a:cubicBezTo>
                  <a:pt x="7469" y="19950"/>
                  <a:pt x="5890" y="19775"/>
                  <a:pt x="4261" y="19725"/>
                </a:cubicBezTo>
                <a:lnTo>
                  <a:pt x="4261" y="19725"/>
                </a:lnTo>
                <a:cubicBezTo>
                  <a:pt x="4938" y="20176"/>
                  <a:pt x="5665" y="20552"/>
                  <a:pt x="6392" y="20903"/>
                </a:cubicBezTo>
                <a:cubicBezTo>
                  <a:pt x="7118" y="21254"/>
                  <a:pt x="7870" y="21554"/>
                  <a:pt x="8622" y="21805"/>
                </a:cubicBezTo>
                <a:cubicBezTo>
                  <a:pt x="10151" y="22331"/>
                  <a:pt x="11705" y="22732"/>
                  <a:pt x="13309" y="22983"/>
                </a:cubicBezTo>
                <a:cubicBezTo>
                  <a:pt x="14480" y="23169"/>
                  <a:pt x="15679" y="23272"/>
                  <a:pt x="16884" y="23272"/>
                </a:cubicBezTo>
                <a:cubicBezTo>
                  <a:pt x="17304" y="23272"/>
                  <a:pt x="17725" y="23260"/>
                  <a:pt x="18146" y="23234"/>
                </a:cubicBezTo>
                <a:cubicBezTo>
                  <a:pt x="19550" y="23158"/>
                  <a:pt x="20953" y="22933"/>
                  <a:pt x="22281" y="22432"/>
                </a:cubicBezTo>
                <a:lnTo>
                  <a:pt x="25840" y="22432"/>
                </a:lnTo>
                <a:cubicBezTo>
                  <a:pt x="26692" y="23133"/>
                  <a:pt x="27595" y="23860"/>
                  <a:pt x="28522" y="24637"/>
                </a:cubicBezTo>
                <a:lnTo>
                  <a:pt x="25865" y="24637"/>
                </a:lnTo>
                <a:cubicBezTo>
                  <a:pt x="25865" y="24612"/>
                  <a:pt x="25890" y="24612"/>
                  <a:pt x="25890" y="24612"/>
                </a:cubicBezTo>
                <a:cubicBezTo>
                  <a:pt x="24136" y="24412"/>
                  <a:pt x="22457" y="24286"/>
                  <a:pt x="20778" y="24186"/>
                </a:cubicBezTo>
                <a:cubicBezTo>
                  <a:pt x="19098" y="24061"/>
                  <a:pt x="17419" y="23961"/>
                  <a:pt x="15715" y="23910"/>
                </a:cubicBezTo>
                <a:cubicBezTo>
                  <a:pt x="14528" y="23875"/>
                  <a:pt x="13340" y="23839"/>
                  <a:pt x="12144" y="23839"/>
                </a:cubicBezTo>
                <a:cubicBezTo>
                  <a:pt x="11648" y="23839"/>
                  <a:pt x="11151" y="23846"/>
                  <a:pt x="10652" y="23860"/>
                </a:cubicBezTo>
                <a:cubicBezTo>
                  <a:pt x="8948" y="23885"/>
                  <a:pt x="7244" y="23961"/>
                  <a:pt x="5489" y="24211"/>
                </a:cubicBezTo>
                <a:cubicBezTo>
                  <a:pt x="6316" y="24537"/>
                  <a:pt x="7168" y="24813"/>
                  <a:pt x="8021" y="25038"/>
                </a:cubicBezTo>
                <a:cubicBezTo>
                  <a:pt x="7945" y="25038"/>
                  <a:pt x="7870" y="25013"/>
                  <a:pt x="7795" y="25013"/>
                </a:cubicBezTo>
                <a:cubicBezTo>
                  <a:pt x="8622" y="25489"/>
                  <a:pt x="9499" y="25865"/>
                  <a:pt x="10377" y="26216"/>
                </a:cubicBezTo>
                <a:cubicBezTo>
                  <a:pt x="11229" y="26567"/>
                  <a:pt x="12131" y="26868"/>
                  <a:pt x="13008" y="27143"/>
                </a:cubicBezTo>
                <a:cubicBezTo>
                  <a:pt x="14813" y="27695"/>
                  <a:pt x="16642" y="28121"/>
                  <a:pt x="18497" y="28397"/>
                </a:cubicBezTo>
                <a:cubicBezTo>
                  <a:pt x="20114" y="28637"/>
                  <a:pt x="21750" y="28782"/>
                  <a:pt x="23389" y="28782"/>
                </a:cubicBezTo>
                <a:cubicBezTo>
                  <a:pt x="23629" y="28782"/>
                  <a:pt x="23870" y="28779"/>
                  <a:pt x="24111" y="28773"/>
                </a:cubicBezTo>
                <a:cubicBezTo>
                  <a:pt x="24362" y="28773"/>
                  <a:pt x="24587" y="28747"/>
                  <a:pt x="24838" y="28747"/>
                </a:cubicBezTo>
                <a:cubicBezTo>
                  <a:pt x="25063" y="28722"/>
                  <a:pt x="25289" y="28697"/>
                  <a:pt x="25540" y="28672"/>
                </a:cubicBezTo>
                <a:cubicBezTo>
                  <a:pt x="26016" y="28622"/>
                  <a:pt x="26492" y="28597"/>
                  <a:pt x="26943" y="28497"/>
                </a:cubicBezTo>
                <a:cubicBezTo>
                  <a:pt x="27419" y="28422"/>
                  <a:pt x="27895" y="28321"/>
                  <a:pt x="28347" y="28196"/>
                </a:cubicBezTo>
                <a:cubicBezTo>
                  <a:pt x="28647" y="28121"/>
                  <a:pt x="28923" y="28021"/>
                  <a:pt x="29224" y="27920"/>
                </a:cubicBezTo>
                <a:lnTo>
                  <a:pt x="32607" y="28121"/>
                </a:lnTo>
                <a:cubicBezTo>
                  <a:pt x="33585" y="28973"/>
                  <a:pt x="34562" y="29825"/>
                  <a:pt x="35540" y="30727"/>
                </a:cubicBezTo>
                <a:lnTo>
                  <a:pt x="35565" y="30878"/>
                </a:lnTo>
                <a:lnTo>
                  <a:pt x="35565" y="30878"/>
                </a:lnTo>
                <a:lnTo>
                  <a:pt x="31454" y="30627"/>
                </a:lnTo>
                <a:cubicBezTo>
                  <a:pt x="29951" y="30477"/>
                  <a:pt x="28472" y="30301"/>
                  <a:pt x="26968" y="30126"/>
                </a:cubicBezTo>
                <a:cubicBezTo>
                  <a:pt x="25139" y="29925"/>
                  <a:pt x="23309" y="29700"/>
                  <a:pt x="21454" y="29499"/>
                </a:cubicBezTo>
                <a:cubicBezTo>
                  <a:pt x="19625" y="29299"/>
                  <a:pt x="17770" y="29123"/>
                  <a:pt x="15915" y="28973"/>
                </a:cubicBezTo>
                <a:cubicBezTo>
                  <a:pt x="14437" y="28875"/>
                  <a:pt x="12975" y="28807"/>
                  <a:pt x="11479" y="28807"/>
                </a:cubicBezTo>
                <a:cubicBezTo>
                  <a:pt x="11073" y="28807"/>
                  <a:pt x="10664" y="28812"/>
                  <a:pt x="10251" y="28823"/>
                </a:cubicBezTo>
                <a:cubicBezTo>
                  <a:pt x="11981" y="29650"/>
                  <a:pt x="13810" y="30226"/>
                  <a:pt x="15640" y="30677"/>
                </a:cubicBezTo>
                <a:cubicBezTo>
                  <a:pt x="17469" y="31128"/>
                  <a:pt x="19349" y="31479"/>
                  <a:pt x="21229" y="31680"/>
                </a:cubicBezTo>
                <a:cubicBezTo>
                  <a:pt x="22547" y="31821"/>
                  <a:pt x="23879" y="31899"/>
                  <a:pt x="25213" y="31899"/>
                </a:cubicBezTo>
                <a:cubicBezTo>
                  <a:pt x="25781" y="31899"/>
                  <a:pt x="26350" y="31885"/>
                  <a:pt x="26918" y="31855"/>
                </a:cubicBezTo>
                <a:cubicBezTo>
                  <a:pt x="27169" y="31855"/>
                  <a:pt x="27394" y="31830"/>
                  <a:pt x="27645" y="31805"/>
                </a:cubicBezTo>
                <a:cubicBezTo>
                  <a:pt x="27870" y="31780"/>
                  <a:pt x="28121" y="31755"/>
                  <a:pt x="28347" y="31730"/>
                </a:cubicBezTo>
                <a:cubicBezTo>
                  <a:pt x="28848" y="31680"/>
                  <a:pt x="29299" y="31630"/>
                  <a:pt x="29775" y="31529"/>
                </a:cubicBezTo>
                <a:cubicBezTo>
                  <a:pt x="30251" y="31429"/>
                  <a:pt x="30728" y="31329"/>
                  <a:pt x="31204" y="31204"/>
                </a:cubicBezTo>
                <a:cubicBezTo>
                  <a:pt x="31504" y="31128"/>
                  <a:pt x="31780" y="31028"/>
                  <a:pt x="32081" y="30903"/>
                </a:cubicBezTo>
                <a:lnTo>
                  <a:pt x="35815" y="31128"/>
                </a:lnTo>
                <a:lnTo>
                  <a:pt x="35815" y="30978"/>
                </a:lnTo>
                <a:cubicBezTo>
                  <a:pt x="36768" y="31830"/>
                  <a:pt x="37695" y="32707"/>
                  <a:pt x="38647" y="33610"/>
                </a:cubicBezTo>
                <a:lnTo>
                  <a:pt x="34387" y="33534"/>
                </a:lnTo>
                <a:cubicBezTo>
                  <a:pt x="34462" y="33509"/>
                  <a:pt x="34537" y="33484"/>
                  <a:pt x="34612" y="33459"/>
                </a:cubicBezTo>
                <a:cubicBezTo>
                  <a:pt x="32808" y="33259"/>
                  <a:pt x="31103" y="33159"/>
                  <a:pt x="29374" y="33058"/>
                </a:cubicBezTo>
                <a:cubicBezTo>
                  <a:pt x="27645" y="32983"/>
                  <a:pt x="25941" y="32908"/>
                  <a:pt x="24211" y="32883"/>
                </a:cubicBezTo>
                <a:cubicBezTo>
                  <a:pt x="22482" y="32883"/>
                  <a:pt x="20778" y="32883"/>
                  <a:pt x="19023" y="32958"/>
                </a:cubicBezTo>
                <a:cubicBezTo>
                  <a:pt x="17294" y="33033"/>
                  <a:pt x="15565" y="33159"/>
                  <a:pt x="13785" y="33459"/>
                </a:cubicBezTo>
                <a:cubicBezTo>
                  <a:pt x="15489" y="34061"/>
                  <a:pt x="17219" y="34412"/>
                  <a:pt x="18948" y="34662"/>
                </a:cubicBezTo>
                <a:cubicBezTo>
                  <a:pt x="20677" y="34913"/>
                  <a:pt x="22432" y="35063"/>
                  <a:pt x="24186" y="35088"/>
                </a:cubicBezTo>
                <a:cubicBezTo>
                  <a:pt x="24396" y="35091"/>
                  <a:pt x="24606" y="35093"/>
                  <a:pt x="24816" y="35093"/>
                </a:cubicBezTo>
                <a:cubicBezTo>
                  <a:pt x="26360" y="35093"/>
                  <a:pt x="27905" y="35008"/>
                  <a:pt x="29449" y="34788"/>
                </a:cubicBezTo>
                <a:cubicBezTo>
                  <a:pt x="29875" y="34738"/>
                  <a:pt x="30327" y="34662"/>
                  <a:pt x="30753" y="34587"/>
                </a:cubicBezTo>
                <a:cubicBezTo>
                  <a:pt x="31204" y="34512"/>
                  <a:pt x="31630" y="34412"/>
                  <a:pt x="32056" y="34311"/>
                </a:cubicBezTo>
                <a:cubicBezTo>
                  <a:pt x="32482" y="34186"/>
                  <a:pt x="32933" y="34086"/>
                  <a:pt x="33334" y="33935"/>
                </a:cubicBezTo>
                <a:cubicBezTo>
                  <a:pt x="33484" y="33885"/>
                  <a:pt x="33635" y="33835"/>
                  <a:pt x="33785" y="33785"/>
                </a:cubicBezTo>
                <a:lnTo>
                  <a:pt x="38898" y="33860"/>
                </a:lnTo>
                <a:cubicBezTo>
                  <a:pt x="39800" y="34712"/>
                  <a:pt x="40702" y="35590"/>
                  <a:pt x="41580" y="36467"/>
                </a:cubicBezTo>
                <a:lnTo>
                  <a:pt x="37520" y="36392"/>
                </a:lnTo>
                <a:cubicBezTo>
                  <a:pt x="37595" y="36367"/>
                  <a:pt x="37670" y="36342"/>
                  <a:pt x="37720" y="36316"/>
                </a:cubicBezTo>
                <a:cubicBezTo>
                  <a:pt x="36222" y="36169"/>
                  <a:pt x="34760" y="36110"/>
                  <a:pt x="33288" y="36110"/>
                </a:cubicBezTo>
                <a:cubicBezTo>
                  <a:pt x="33012" y="36110"/>
                  <a:pt x="32735" y="36112"/>
                  <a:pt x="32457" y="36116"/>
                </a:cubicBezTo>
                <a:cubicBezTo>
                  <a:pt x="30728" y="36116"/>
                  <a:pt x="28998" y="36191"/>
                  <a:pt x="27269" y="36316"/>
                </a:cubicBezTo>
                <a:cubicBezTo>
                  <a:pt x="25540" y="36442"/>
                  <a:pt x="23810" y="36617"/>
                  <a:pt x="22081" y="36868"/>
                </a:cubicBezTo>
                <a:cubicBezTo>
                  <a:pt x="20352" y="37118"/>
                  <a:pt x="18647" y="37444"/>
                  <a:pt x="16918" y="37946"/>
                </a:cubicBezTo>
                <a:cubicBezTo>
                  <a:pt x="18672" y="38347"/>
                  <a:pt x="20427" y="38497"/>
                  <a:pt x="22181" y="38572"/>
                </a:cubicBezTo>
                <a:cubicBezTo>
                  <a:pt x="22839" y="38600"/>
                  <a:pt x="23497" y="38614"/>
                  <a:pt x="24153" y="38614"/>
                </a:cubicBezTo>
                <a:cubicBezTo>
                  <a:pt x="25248" y="38614"/>
                  <a:pt x="26338" y="38575"/>
                  <a:pt x="27419" y="38497"/>
                </a:cubicBezTo>
                <a:cubicBezTo>
                  <a:pt x="29174" y="38372"/>
                  <a:pt x="30903" y="38171"/>
                  <a:pt x="32632" y="37820"/>
                </a:cubicBezTo>
                <a:cubicBezTo>
                  <a:pt x="34086" y="37519"/>
                  <a:pt x="35540" y="37169"/>
                  <a:pt x="36943" y="36642"/>
                </a:cubicBezTo>
                <a:lnTo>
                  <a:pt x="41805" y="36692"/>
                </a:lnTo>
                <a:cubicBezTo>
                  <a:pt x="42783" y="37670"/>
                  <a:pt x="43710" y="38647"/>
                  <a:pt x="44612" y="39625"/>
                </a:cubicBezTo>
                <a:lnTo>
                  <a:pt x="40552" y="39875"/>
                </a:lnTo>
                <a:cubicBezTo>
                  <a:pt x="40677" y="39825"/>
                  <a:pt x="40803" y="39750"/>
                  <a:pt x="40928" y="39675"/>
                </a:cubicBezTo>
                <a:lnTo>
                  <a:pt x="40928" y="39675"/>
                </a:lnTo>
                <a:cubicBezTo>
                  <a:pt x="39299" y="39779"/>
                  <a:pt x="37740" y="39832"/>
                  <a:pt x="36192" y="39832"/>
                </a:cubicBezTo>
                <a:cubicBezTo>
                  <a:pt x="35882" y="39832"/>
                  <a:pt x="35573" y="39829"/>
                  <a:pt x="35264" y="39825"/>
                </a:cubicBezTo>
                <a:cubicBezTo>
                  <a:pt x="33409" y="39800"/>
                  <a:pt x="31555" y="39725"/>
                  <a:pt x="29675" y="39700"/>
                </a:cubicBezTo>
                <a:cubicBezTo>
                  <a:pt x="29048" y="39683"/>
                  <a:pt x="28416" y="39672"/>
                  <a:pt x="27780" y="39672"/>
                </a:cubicBezTo>
                <a:cubicBezTo>
                  <a:pt x="26509" y="39672"/>
                  <a:pt x="25222" y="39717"/>
                  <a:pt x="23935" y="39850"/>
                </a:cubicBezTo>
                <a:cubicBezTo>
                  <a:pt x="22983" y="39951"/>
                  <a:pt x="22006" y="40101"/>
                  <a:pt x="21053" y="40352"/>
                </a:cubicBezTo>
                <a:cubicBezTo>
                  <a:pt x="20828" y="40402"/>
                  <a:pt x="20577" y="40477"/>
                  <a:pt x="20352" y="40552"/>
                </a:cubicBezTo>
                <a:cubicBezTo>
                  <a:pt x="20126" y="40627"/>
                  <a:pt x="19875" y="40702"/>
                  <a:pt x="19650" y="40778"/>
                </a:cubicBezTo>
                <a:cubicBezTo>
                  <a:pt x="19199" y="40953"/>
                  <a:pt x="18747" y="41179"/>
                  <a:pt x="18321" y="41404"/>
                </a:cubicBezTo>
                <a:cubicBezTo>
                  <a:pt x="18729" y="41394"/>
                  <a:pt x="19132" y="41389"/>
                  <a:pt x="19531" y="41389"/>
                </a:cubicBezTo>
                <a:cubicBezTo>
                  <a:pt x="21042" y="41389"/>
                  <a:pt x="22498" y="41461"/>
                  <a:pt x="23986" y="41580"/>
                </a:cubicBezTo>
                <a:cubicBezTo>
                  <a:pt x="25840" y="41705"/>
                  <a:pt x="27720" y="41830"/>
                  <a:pt x="29625" y="41880"/>
                </a:cubicBezTo>
                <a:cubicBezTo>
                  <a:pt x="29979" y="41890"/>
                  <a:pt x="30336" y="41895"/>
                  <a:pt x="30693" y="41895"/>
                </a:cubicBezTo>
                <a:cubicBezTo>
                  <a:pt x="32256" y="41895"/>
                  <a:pt x="33844" y="41799"/>
                  <a:pt x="35414" y="41555"/>
                </a:cubicBezTo>
                <a:cubicBezTo>
                  <a:pt x="36993" y="41279"/>
                  <a:pt x="38572" y="40853"/>
                  <a:pt x="40001" y="40176"/>
                </a:cubicBezTo>
                <a:lnTo>
                  <a:pt x="44838" y="39850"/>
                </a:lnTo>
                <a:cubicBezTo>
                  <a:pt x="45715" y="40803"/>
                  <a:pt x="46567" y="41755"/>
                  <a:pt x="47369" y="42707"/>
                </a:cubicBezTo>
                <a:lnTo>
                  <a:pt x="44261" y="42682"/>
                </a:lnTo>
                <a:cubicBezTo>
                  <a:pt x="44312" y="42657"/>
                  <a:pt x="44362" y="42657"/>
                  <a:pt x="44412" y="42632"/>
                </a:cubicBezTo>
                <a:cubicBezTo>
                  <a:pt x="43089" y="42302"/>
                  <a:pt x="41732" y="42192"/>
                  <a:pt x="40384" y="42192"/>
                </a:cubicBezTo>
                <a:cubicBezTo>
                  <a:pt x="40097" y="42192"/>
                  <a:pt x="39810" y="42197"/>
                  <a:pt x="39525" y="42206"/>
                </a:cubicBezTo>
                <a:cubicBezTo>
                  <a:pt x="37921" y="42281"/>
                  <a:pt x="36291" y="42482"/>
                  <a:pt x="34712" y="42833"/>
                </a:cubicBezTo>
                <a:cubicBezTo>
                  <a:pt x="33134" y="43159"/>
                  <a:pt x="31580" y="43635"/>
                  <a:pt x="30051" y="44236"/>
                </a:cubicBezTo>
                <a:cubicBezTo>
                  <a:pt x="29299" y="44562"/>
                  <a:pt x="28572" y="44913"/>
                  <a:pt x="27845" y="45314"/>
                </a:cubicBezTo>
                <a:cubicBezTo>
                  <a:pt x="27494" y="45515"/>
                  <a:pt x="27144" y="45740"/>
                  <a:pt x="26793" y="45966"/>
                </a:cubicBezTo>
                <a:cubicBezTo>
                  <a:pt x="26617" y="46091"/>
                  <a:pt x="26467" y="46241"/>
                  <a:pt x="26291" y="46367"/>
                </a:cubicBezTo>
                <a:cubicBezTo>
                  <a:pt x="26216" y="46467"/>
                  <a:pt x="26141" y="46542"/>
                  <a:pt x="26091" y="46617"/>
                </a:cubicBezTo>
                <a:cubicBezTo>
                  <a:pt x="26041" y="46667"/>
                  <a:pt x="26016" y="46718"/>
                  <a:pt x="25991" y="46768"/>
                </a:cubicBezTo>
                <a:cubicBezTo>
                  <a:pt x="25966" y="46818"/>
                  <a:pt x="25966" y="46918"/>
                  <a:pt x="26041" y="46918"/>
                </a:cubicBezTo>
                <a:cubicBezTo>
                  <a:pt x="25991" y="46868"/>
                  <a:pt x="26041" y="46843"/>
                  <a:pt x="26066" y="46818"/>
                </a:cubicBezTo>
                <a:cubicBezTo>
                  <a:pt x="26091" y="46793"/>
                  <a:pt x="26141" y="46768"/>
                  <a:pt x="26191" y="46743"/>
                </a:cubicBezTo>
                <a:cubicBezTo>
                  <a:pt x="26266" y="46718"/>
                  <a:pt x="26367" y="46692"/>
                  <a:pt x="26467" y="46667"/>
                </a:cubicBezTo>
                <a:cubicBezTo>
                  <a:pt x="26667" y="46617"/>
                  <a:pt x="26843" y="46567"/>
                  <a:pt x="27043" y="46542"/>
                </a:cubicBezTo>
                <a:cubicBezTo>
                  <a:pt x="27444" y="46467"/>
                  <a:pt x="27820" y="46392"/>
                  <a:pt x="28221" y="46317"/>
                </a:cubicBezTo>
                <a:lnTo>
                  <a:pt x="30552" y="45890"/>
                </a:lnTo>
                <a:cubicBezTo>
                  <a:pt x="32106" y="45615"/>
                  <a:pt x="33635" y="45289"/>
                  <a:pt x="35164" y="44963"/>
                </a:cubicBezTo>
                <a:cubicBezTo>
                  <a:pt x="36718" y="44637"/>
                  <a:pt x="38246" y="44286"/>
                  <a:pt x="39775" y="43910"/>
                </a:cubicBezTo>
                <a:cubicBezTo>
                  <a:pt x="41003" y="43610"/>
                  <a:pt x="42256" y="43284"/>
                  <a:pt x="43510" y="42908"/>
                </a:cubicBezTo>
                <a:lnTo>
                  <a:pt x="47595" y="42958"/>
                </a:lnTo>
                <a:cubicBezTo>
                  <a:pt x="48422" y="43961"/>
                  <a:pt x="49199" y="44938"/>
                  <a:pt x="49951" y="45916"/>
                </a:cubicBezTo>
                <a:lnTo>
                  <a:pt x="49901" y="45991"/>
                </a:lnTo>
                <a:lnTo>
                  <a:pt x="45740" y="46116"/>
                </a:lnTo>
                <a:cubicBezTo>
                  <a:pt x="44918" y="45910"/>
                  <a:pt x="44087" y="45825"/>
                  <a:pt x="43253" y="45825"/>
                </a:cubicBezTo>
                <a:cubicBezTo>
                  <a:pt x="42663" y="45825"/>
                  <a:pt x="42071" y="45868"/>
                  <a:pt x="41479" y="45941"/>
                </a:cubicBezTo>
                <a:cubicBezTo>
                  <a:pt x="40001" y="46141"/>
                  <a:pt x="38547" y="46567"/>
                  <a:pt x="37169" y="47194"/>
                </a:cubicBezTo>
                <a:cubicBezTo>
                  <a:pt x="35790" y="47795"/>
                  <a:pt x="34512" y="48572"/>
                  <a:pt x="33359" y="49525"/>
                </a:cubicBezTo>
                <a:cubicBezTo>
                  <a:pt x="32783" y="50026"/>
                  <a:pt x="32231" y="50552"/>
                  <a:pt x="31755" y="51129"/>
                </a:cubicBezTo>
                <a:cubicBezTo>
                  <a:pt x="31504" y="51429"/>
                  <a:pt x="31279" y="51730"/>
                  <a:pt x="31078" y="52081"/>
                </a:cubicBezTo>
                <a:cubicBezTo>
                  <a:pt x="30978" y="52231"/>
                  <a:pt x="30903" y="52407"/>
                  <a:pt x="30828" y="52607"/>
                </a:cubicBezTo>
                <a:cubicBezTo>
                  <a:pt x="30803" y="52708"/>
                  <a:pt x="30778" y="52808"/>
                  <a:pt x="30753" y="52908"/>
                </a:cubicBezTo>
                <a:cubicBezTo>
                  <a:pt x="30753" y="52958"/>
                  <a:pt x="30753" y="53008"/>
                  <a:pt x="30753" y="53058"/>
                </a:cubicBezTo>
                <a:cubicBezTo>
                  <a:pt x="30753" y="53109"/>
                  <a:pt x="30803" y="53159"/>
                  <a:pt x="30828" y="53184"/>
                </a:cubicBezTo>
                <a:cubicBezTo>
                  <a:pt x="30803" y="53083"/>
                  <a:pt x="30853" y="53033"/>
                  <a:pt x="30903" y="52958"/>
                </a:cubicBezTo>
                <a:cubicBezTo>
                  <a:pt x="30978" y="52908"/>
                  <a:pt x="31028" y="52833"/>
                  <a:pt x="31103" y="52783"/>
                </a:cubicBezTo>
                <a:cubicBezTo>
                  <a:pt x="31229" y="52682"/>
                  <a:pt x="31379" y="52582"/>
                  <a:pt x="31530" y="52482"/>
                </a:cubicBezTo>
                <a:cubicBezTo>
                  <a:pt x="31830" y="52307"/>
                  <a:pt x="32131" y="52131"/>
                  <a:pt x="32432" y="51956"/>
                </a:cubicBezTo>
                <a:cubicBezTo>
                  <a:pt x="33058" y="51605"/>
                  <a:pt x="33685" y="51279"/>
                  <a:pt x="34311" y="50978"/>
                </a:cubicBezTo>
                <a:cubicBezTo>
                  <a:pt x="35540" y="50327"/>
                  <a:pt x="36793" y="49750"/>
                  <a:pt x="38046" y="49199"/>
                </a:cubicBezTo>
                <a:cubicBezTo>
                  <a:pt x="39324" y="48622"/>
                  <a:pt x="40602" y="48096"/>
                  <a:pt x="41906" y="47620"/>
                </a:cubicBezTo>
                <a:cubicBezTo>
                  <a:pt x="43033" y="47194"/>
                  <a:pt x="44186" y="46793"/>
                  <a:pt x="45414" y="46367"/>
                </a:cubicBezTo>
                <a:lnTo>
                  <a:pt x="50051" y="46241"/>
                </a:lnTo>
                <a:lnTo>
                  <a:pt x="50101" y="46141"/>
                </a:lnTo>
                <a:cubicBezTo>
                  <a:pt x="50978" y="47294"/>
                  <a:pt x="51755" y="48447"/>
                  <a:pt x="52432" y="49575"/>
                </a:cubicBezTo>
                <a:lnTo>
                  <a:pt x="52632" y="49449"/>
                </a:lnTo>
                <a:cubicBezTo>
                  <a:pt x="51931" y="48271"/>
                  <a:pt x="51129" y="47093"/>
                  <a:pt x="50226" y="45916"/>
                </a:cubicBezTo>
                <a:lnTo>
                  <a:pt x="51053" y="44462"/>
                </a:lnTo>
                <a:cubicBezTo>
                  <a:pt x="52106" y="43484"/>
                  <a:pt x="53109" y="42507"/>
                  <a:pt x="54136" y="41605"/>
                </a:cubicBezTo>
                <a:cubicBezTo>
                  <a:pt x="55314" y="40552"/>
                  <a:pt x="56567" y="39600"/>
                  <a:pt x="57871" y="38873"/>
                </a:cubicBezTo>
                <a:cubicBezTo>
                  <a:pt x="59174" y="38146"/>
                  <a:pt x="60577" y="37670"/>
                  <a:pt x="62081" y="37469"/>
                </a:cubicBezTo>
                <a:cubicBezTo>
                  <a:pt x="62495" y="37428"/>
                  <a:pt x="62909" y="37409"/>
                  <a:pt x="63331" y="37409"/>
                </a:cubicBezTo>
                <a:cubicBezTo>
                  <a:pt x="63676" y="37409"/>
                  <a:pt x="64026" y="37422"/>
                  <a:pt x="64387" y="37444"/>
                </a:cubicBezTo>
                <a:cubicBezTo>
                  <a:pt x="65164" y="37519"/>
                  <a:pt x="65966" y="37670"/>
                  <a:pt x="66793" y="37895"/>
                </a:cubicBezTo>
                <a:cubicBezTo>
                  <a:pt x="66216" y="37244"/>
                  <a:pt x="65465" y="36768"/>
                  <a:pt x="64663" y="36417"/>
                </a:cubicBezTo>
                <a:cubicBezTo>
                  <a:pt x="63861" y="36041"/>
                  <a:pt x="62958" y="35815"/>
                  <a:pt x="62056" y="35765"/>
                </a:cubicBezTo>
                <a:cubicBezTo>
                  <a:pt x="61827" y="35746"/>
                  <a:pt x="61596" y="35737"/>
                  <a:pt x="61366" y="35737"/>
                </a:cubicBezTo>
                <a:cubicBezTo>
                  <a:pt x="59779" y="35737"/>
                  <a:pt x="58174" y="36180"/>
                  <a:pt x="56818" y="36968"/>
                </a:cubicBezTo>
                <a:cubicBezTo>
                  <a:pt x="56041" y="37394"/>
                  <a:pt x="55289" y="37920"/>
                  <a:pt x="54637" y="38522"/>
                </a:cubicBezTo>
                <a:cubicBezTo>
                  <a:pt x="54312" y="38798"/>
                  <a:pt x="54011" y="39123"/>
                  <a:pt x="53710" y="39424"/>
                </a:cubicBezTo>
                <a:cubicBezTo>
                  <a:pt x="53409" y="39750"/>
                  <a:pt x="53134" y="40101"/>
                  <a:pt x="52858" y="40427"/>
                </a:cubicBezTo>
                <a:cubicBezTo>
                  <a:pt x="51855" y="41780"/>
                  <a:pt x="51053" y="43259"/>
                  <a:pt x="50552" y="44838"/>
                </a:cubicBezTo>
                <a:lnTo>
                  <a:pt x="50076" y="45690"/>
                </a:lnTo>
                <a:cubicBezTo>
                  <a:pt x="49399" y="44788"/>
                  <a:pt x="48672" y="43860"/>
                  <a:pt x="47896" y="42958"/>
                </a:cubicBezTo>
                <a:lnTo>
                  <a:pt x="49274" y="39499"/>
                </a:lnTo>
                <a:cubicBezTo>
                  <a:pt x="49600" y="38948"/>
                  <a:pt x="49901" y="38397"/>
                  <a:pt x="50176" y="37845"/>
                </a:cubicBezTo>
                <a:cubicBezTo>
                  <a:pt x="50652" y="37068"/>
                  <a:pt x="51053" y="36266"/>
                  <a:pt x="51479" y="35489"/>
                </a:cubicBezTo>
                <a:cubicBezTo>
                  <a:pt x="51705" y="35113"/>
                  <a:pt x="51931" y="34712"/>
                  <a:pt x="52131" y="34336"/>
                </a:cubicBezTo>
                <a:cubicBezTo>
                  <a:pt x="52256" y="34136"/>
                  <a:pt x="52357" y="33935"/>
                  <a:pt x="52457" y="33760"/>
                </a:cubicBezTo>
                <a:lnTo>
                  <a:pt x="52808" y="33184"/>
                </a:lnTo>
                <a:cubicBezTo>
                  <a:pt x="53033" y="32808"/>
                  <a:pt x="53259" y="32432"/>
                  <a:pt x="53459" y="32056"/>
                </a:cubicBezTo>
                <a:lnTo>
                  <a:pt x="54186" y="30953"/>
                </a:lnTo>
                <a:cubicBezTo>
                  <a:pt x="55139" y="29499"/>
                  <a:pt x="56141" y="28096"/>
                  <a:pt x="57269" y="26768"/>
                </a:cubicBezTo>
                <a:cubicBezTo>
                  <a:pt x="57570" y="26442"/>
                  <a:pt x="57845" y="26116"/>
                  <a:pt x="58146" y="25790"/>
                </a:cubicBezTo>
                <a:cubicBezTo>
                  <a:pt x="58447" y="25489"/>
                  <a:pt x="58748" y="25138"/>
                  <a:pt x="59074" y="24838"/>
                </a:cubicBezTo>
                <a:cubicBezTo>
                  <a:pt x="59700" y="24211"/>
                  <a:pt x="60377" y="23635"/>
                  <a:pt x="61129" y="23083"/>
                </a:cubicBezTo>
                <a:lnTo>
                  <a:pt x="61129" y="23083"/>
                </a:lnTo>
                <a:cubicBezTo>
                  <a:pt x="60176" y="23184"/>
                  <a:pt x="59274" y="23534"/>
                  <a:pt x="58447" y="23961"/>
                </a:cubicBezTo>
                <a:cubicBezTo>
                  <a:pt x="58021" y="24186"/>
                  <a:pt x="57620" y="24437"/>
                  <a:pt x="57219" y="24687"/>
                </a:cubicBezTo>
                <a:cubicBezTo>
                  <a:pt x="57018" y="24813"/>
                  <a:pt x="56843" y="24963"/>
                  <a:pt x="56642" y="25088"/>
                </a:cubicBezTo>
                <a:cubicBezTo>
                  <a:pt x="56442" y="25239"/>
                  <a:pt x="56266" y="25389"/>
                  <a:pt x="56066" y="25539"/>
                </a:cubicBezTo>
                <a:cubicBezTo>
                  <a:pt x="54612" y="26717"/>
                  <a:pt x="53359" y="28196"/>
                  <a:pt x="52357" y="29750"/>
                </a:cubicBezTo>
                <a:cubicBezTo>
                  <a:pt x="52106" y="30151"/>
                  <a:pt x="51830" y="30552"/>
                  <a:pt x="51605" y="30953"/>
                </a:cubicBezTo>
                <a:cubicBezTo>
                  <a:pt x="51404" y="31379"/>
                  <a:pt x="51179" y="31780"/>
                  <a:pt x="50978" y="32206"/>
                </a:cubicBezTo>
                <a:lnTo>
                  <a:pt x="50652" y="32833"/>
                </a:lnTo>
                <a:cubicBezTo>
                  <a:pt x="50577" y="33058"/>
                  <a:pt x="50477" y="33284"/>
                  <a:pt x="50402" y="33484"/>
                </a:cubicBezTo>
                <a:cubicBezTo>
                  <a:pt x="50226" y="33910"/>
                  <a:pt x="50076" y="34362"/>
                  <a:pt x="49901" y="34788"/>
                </a:cubicBezTo>
                <a:cubicBezTo>
                  <a:pt x="49625" y="35665"/>
                  <a:pt x="49399" y="36567"/>
                  <a:pt x="49174" y="37469"/>
                </a:cubicBezTo>
                <a:cubicBezTo>
                  <a:pt x="49023" y="38271"/>
                  <a:pt x="48923" y="39098"/>
                  <a:pt x="48848" y="39900"/>
                </a:cubicBezTo>
                <a:lnTo>
                  <a:pt x="47720" y="42733"/>
                </a:lnTo>
                <a:lnTo>
                  <a:pt x="47695" y="42733"/>
                </a:lnTo>
                <a:cubicBezTo>
                  <a:pt x="46868" y="41730"/>
                  <a:pt x="45966" y="40728"/>
                  <a:pt x="45063" y="39750"/>
                </a:cubicBezTo>
                <a:lnTo>
                  <a:pt x="45464" y="36793"/>
                </a:lnTo>
                <a:cubicBezTo>
                  <a:pt x="45690" y="35991"/>
                  <a:pt x="45865" y="35214"/>
                  <a:pt x="46041" y="34437"/>
                </a:cubicBezTo>
                <a:cubicBezTo>
                  <a:pt x="46166" y="33986"/>
                  <a:pt x="46292" y="33509"/>
                  <a:pt x="46417" y="33058"/>
                </a:cubicBezTo>
                <a:cubicBezTo>
                  <a:pt x="46517" y="32582"/>
                  <a:pt x="46617" y="32131"/>
                  <a:pt x="46743" y="31680"/>
                </a:cubicBezTo>
                <a:cubicBezTo>
                  <a:pt x="46868" y="31229"/>
                  <a:pt x="46993" y="30753"/>
                  <a:pt x="47119" y="30301"/>
                </a:cubicBezTo>
                <a:cubicBezTo>
                  <a:pt x="47219" y="29850"/>
                  <a:pt x="47369" y="29399"/>
                  <a:pt x="47495" y="28948"/>
                </a:cubicBezTo>
                <a:cubicBezTo>
                  <a:pt x="47645" y="28522"/>
                  <a:pt x="47745" y="28046"/>
                  <a:pt x="47896" y="27620"/>
                </a:cubicBezTo>
                <a:lnTo>
                  <a:pt x="48347" y="26291"/>
                </a:lnTo>
                <a:cubicBezTo>
                  <a:pt x="48948" y="24537"/>
                  <a:pt x="49625" y="22808"/>
                  <a:pt x="50427" y="21128"/>
                </a:cubicBezTo>
                <a:cubicBezTo>
                  <a:pt x="50627" y="20727"/>
                  <a:pt x="50828" y="20276"/>
                  <a:pt x="51053" y="19875"/>
                </a:cubicBezTo>
                <a:lnTo>
                  <a:pt x="51379" y="19249"/>
                </a:lnTo>
                <a:lnTo>
                  <a:pt x="51730" y="18622"/>
                </a:lnTo>
                <a:cubicBezTo>
                  <a:pt x="52181" y="17795"/>
                  <a:pt x="52683" y="16993"/>
                  <a:pt x="53234" y="16191"/>
                </a:cubicBezTo>
                <a:lnTo>
                  <a:pt x="53234" y="16191"/>
                </a:lnTo>
                <a:cubicBezTo>
                  <a:pt x="52357" y="16642"/>
                  <a:pt x="51580" y="17269"/>
                  <a:pt x="50878" y="17970"/>
                </a:cubicBezTo>
                <a:lnTo>
                  <a:pt x="50352" y="18497"/>
                </a:lnTo>
                <a:lnTo>
                  <a:pt x="49850" y="19073"/>
                </a:lnTo>
                <a:cubicBezTo>
                  <a:pt x="49525" y="19449"/>
                  <a:pt x="49224" y="19850"/>
                  <a:pt x="48948" y="20251"/>
                </a:cubicBezTo>
                <a:cubicBezTo>
                  <a:pt x="47795" y="21880"/>
                  <a:pt x="46918" y="23710"/>
                  <a:pt x="46266" y="25590"/>
                </a:cubicBezTo>
                <a:lnTo>
                  <a:pt x="45815" y="27018"/>
                </a:lnTo>
                <a:cubicBezTo>
                  <a:pt x="45740" y="27244"/>
                  <a:pt x="45690" y="27494"/>
                  <a:pt x="45640" y="27720"/>
                </a:cubicBezTo>
                <a:cubicBezTo>
                  <a:pt x="45590" y="27971"/>
                  <a:pt x="45540" y="28221"/>
                  <a:pt x="45489" y="28447"/>
                </a:cubicBezTo>
                <a:cubicBezTo>
                  <a:pt x="45264" y="29424"/>
                  <a:pt x="45164" y="30402"/>
                  <a:pt x="45063" y="31379"/>
                </a:cubicBezTo>
                <a:cubicBezTo>
                  <a:pt x="44988" y="31880"/>
                  <a:pt x="44988" y="32382"/>
                  <a:pt x="44988" y="32858"/>
                </a:cubicBezTo>
                <a:cubicBezTo>
                  <a:pt x="44963" y="33359"/>
                  <a:pt x="44963" y="33860"/>
                  <a:pt x="44988" y="34336"/>
                </a:cubicBezTo>
                <a:cubicBezTo>
                  <a:pt x="45013" y="34838"/>
                  <a:pt x="45063" y="35314"/>
                  <a:pt x="45114" y="35815"/>
                </a:cubicBezTo>
                <a:cubicBezTo>
                  <a:pt x="45139" y="36116"/>
                  <a:pt x="45189" y="36417"/>
                  <a:pt x="45239" y="36692"/>
                </a:cubicBezTo>
                <a:lnTo>
                  <a:pt x="44838" y="39499"/>
                </a:lnTo>
                <a:cubicBezTo>
                  <a:pt x="43986" y="38572"/>
                  <a:pt x="43083" y="37645"/>
                  <a:pt x="42156" y="36717"/>
                </a:cubicBezTo>
                <a:lnTo>
                  <a:pt x="42332" y="36717"/>
                </a:lnTo>
                <a:lnTo>
                  <a:pt x="42432" y="34186"/>
                </a:lnTo>
                <a:cubicBezTo>
                  <a:pt x="42733" y="32357"/>
                  <a:pt x="42883" y="30577"/>
                  <a:pt x="43184" y="28823"/>
                </a:cubicBezTo>
                <a:lnTo>
                  <a:pt x="43284" y="28146"/>
                </a:lnTo>
                <a:lnTo>
                  <a:pt x="43384" y="27469"/>
                </a:lnTo>
                <a:cubicBezTo>
                  <a:pt x="43459" y="27018"/>
                  <a:pt x="43535" y="26542"/>
                  <a:pt x="43585" y="26091"/>
                </a:cubicBezTo>
                <a:cubicBezTo>
                  <a:pt x="43760" y="25189"/>
                  <a:pt x="43885" y="24286"/>
                  <a:pt x="44061" y="23384"/>
                </a:cubicBezTo>
                <a:cubicBezTo>
                  <a:pt x="44387" y="21554"/>
                  <a:pt x="44738" y="19750"/>
                  <a:pt x="45114" y="17920"/>
                </a:cubicBezTo>
                <a:cubicBezTo>
                  <a:pt x="45464" y="16091"/>
                  <a:pt x="45840" y="14286"/>
                  <a:pt x="46166" y="12381"/>
                </a:cubicBezTo>
                <a:lnTo>
                  <a:pt x="46166" y="12381"/>
                </a:lnTo>
                <a:cubicBezTo>
                  <a:pt x="45565" y="13133"/>
                  <a:pt x="45088" y="13960"/>
                  <a:pt x="44637" y="14813"/>
                </a:cubicBezTo>
                <a:cubicBezTo>
                  <a:pt x="44412" y="15239"/>
                  <a:pt x="44211" y="15690"/>
                  <a:pt x="44011" y="16116"/>
                </a:cubicBezTo>
                <a:cubicBezTo>
                  <a:pt x="43810" y="16567"/>
                  <a:pt x="43610" y="16993"/>
                  <a:pt x="43459" y="17444"/>
                </a:cubicBezTo>
                <a:cubicBezTo>
                  <a:pt x="42758" y="19224"/>
                  <a:pt x="42256" y="21103"/>
                  <a:pt x="41906" y="22983"/>
                </a:cubicBezTo>
                <a:cubicBezTo>
                  <a:pt x="41830" y="23459"/>
                  <a:pt x="41730" y="23935"/>
                  <a:pt x="41680" y="24412"/>
                </a:cubicBezTo>
                <a:cubicBezTo>
                  <a:pt x="41630" y="24888"/>
                  <a:pt x="41580" y="25364"/>
                  <a:pt x="41530" y="25840"/>
                </a:cubicBezTo>
                <a:cubicBezTo>
                  <a:pt x="41505" y="26341"/>
                  <a:pt x="41479" y="26818"/>
                  <a:pt x="41479" y="27294"/>
                </a:cubicBezTo>
                <a:lnTo>
                  <a:pt x="41454" y="28021"/>
                </a:lnTo>
                <a:lnTo>
                  <a:pt x="41479" y="28747"/>
                </a:lnTo>
                <a:cubicBezTo>
                  <a:pt x="41479" y="29224"/>
                  <a:pt x="41505" y="29700"/>
                  <a:pt x="41555" y="30176"/>
                </a:cubicBezTo>
                <a:cubicBezTo>
                  <a:pt x="41605" y="30652"/>
                  <a:pt x="41655" y="31128"/>
                  <a:pt x="41730" y="31605"/>
                </a:cubicBezTo>
                <a:cubicBezTo>
                  <a:pt x="41755" y="31855"/>
                  <a:pt x="41805" y="32081"/>
                  <a:pt x="41830" y="32331"/>
                </a:cubicBezTo>
                <a:cubicBezTo>
                  <a:pt x="41906" y="32557"/>
                  <a:pt x="41956" y="32808"/>
                  <a:pt x="42006" y="33033"/>
                </a:cubicBezTo>
                <a:cubicBezTo>
                  <a:pt x="42056" y="33284"/>
                  <a:pt x="42131" y="33534"/>
                  <a:pt x="42206" y="33785"/>
                </a:cubicBezTo>
                <a:lnTo>
                  <a:pt x="42106" y="36467"/>
                </a:lnTo>
                <a:lnTo>
                  <a:pt x="41931" y="36467"/>
                </a:lnTo>
                <a:cubicBezTo>
                  <a:pt x="41028" y="35565"/>
                  <a:pt x="40126" y="34687"/>
                  <a:pt x="39199" y="33810"/>
                </a:cubicBezTo>
                <a:lnTo>
                  <a:pt x="39299" y="31354"/>
                </a:lnTo>
                <a:cubicBezTo>
                  <a:pt x="39449" y="30527"/>
                  <a:pt x="39525" y="29700"/>
                  <a:pt x="39650" y="28898"/>
                </a:cubicBezTo>
                <a:cubicBezTo>
                  <a:pt x="39700" y="28472"/>
                  <a:pt x="39750" y="28021"/>
                  <a:pt x="39800" y="27595"/>
                </a:cubicBezTo>
                <a:cubicBezTo>
                  <a:pt x="39825" y="27143"/>
                  <a:pt x="39900" y="26717"/>
                  <a:pt x="39951" y="26291"/>
                </a:cubicBezTo>
                <a:cubicBezTo>
                  <a:pt x="40126" y="24537"/>
                  <a:pt x="40301" y="22833"/>
                  <a:pt x="40502" y="21103"/>
                </a:cubicBezTo>
                <a:lnTo>
                  <a:pt x="41053" y="15915"/>
                </a:lnTo>
                <a:cubicBezTo>
                  <a:pt x="41229" y="14161"/>
                  <a:pt x="41429" y="12432"/>
                  <a:pt x="41530" y="10602"/>
                </a:cubicBezTo>
                <a:lnTo>
                  <a:pt x="41530" y="10602"/>
                </a:lnTo>
                <a:cubicBezTo>
                  <a:pt x="40552" y="12131"/>
                  <a:pt x="39900" y="13835"/>
                  <a:pt x="39374" y="15564"/>
                </a:cubicBezTo>
                <a:cubicBezTo>
                  <a:pt x="38848" y="17294"/>
                  <a:pt x="38497" y="19073"/>
                  <a:pt x="38322" y="20853"/>
                </a:cubicBezTo>
                <a:cubicBezTo>
                  <a:pt x="38121" y="22657"/>
                  <a:pt x="38071" y="24462"/>
                  <a:pt x="38221" y="26266"/>
                </a:cubicBezTo>
                <a:cubicBezTo>
                  <a:pt x="38347" y="27845"/>
                  <a:pt x="38597" y="29424"/>
                  <a:pt x="39073" y="30978"/>
                </a:cubicBezTo>
                <a:lnTo>
                  <a:pt x="38973" y="33585"/>
                </a:lnTo>
                <a:cubicBezTo>
                  <a:pt x="37921" y="32582"/>
                  <a:pt x="36843" y="31580"/>
                  <a:pt x="35765" y="30602"/>
                </a:cubicBezTo>
                <a:lnTo>
                  <a:pt x="35339" y="26567"/>
                </a:lnTo>
                <a:cubicBezTo>
                  <a:pt x="35640" y="25138"/>
                  <a:pt x="35840" y="23710"/>
                  <a:pt x="35991" y="22281"/>
                </a:cubicBezTo>
                <a:cubicBezTo>
                  <a:pt x="36141" y="20677"/>
                  <a:pt x="36241" y="19073"/>
                  <a:pt x="36266" y="17444"/>
                </a:cubicBezTo>
                <a:cubicBezTo>
                  <a:pt x="36291" y="15840"/>
                  <a:pt x="36266" y="14236"/>
                  <a:pt x="36141" y="12607"/>
                </a:cubicBezTo>
                <a:cubicBezTo>
                  <a:pt x="36016" y="11003"/>
                  <a:pt x="35815" y="9374"/>
                  <a:pt x="35414" y="7745"/>
                </a:cubicBezTo>
                <a:cubicBezTo>
                  <a:pt x="34913" y="9349"/>
                  <a:pt x="34612" y="10953"/>
                  <a:pt x="34412" y="12557"/>
                </a:cubicBezTo>
                <a:cubicBezTo>
                  <a:pt x="34211" y="14186"/>
                  <a:pt x="34111" y="15790"/>
                  <a:pt x="34086" y="17419"/>
                </a:cubicBezTo>
                <a:cubicBezTo>
                  <a:pt x="34061" y="19048"/>
                  <a:pt x="34111" y="20652"/>
                  <a:pt x="34261" y="22281"/>
                </a:cubicBezTo>
                <a:cubicBezTo>
                  <a:pt x="34437" y="23810"/>
                  <a:pt x="34662" y="25314"/>
                  <a:pt x="35113" y="26818"/>
                </a:cubicBezTo>
                <a:lnTo>
                  <a:pt x="35489" y="30352"/>
                </a:lnTo>
                <a:cubicBezTo>
                  <a:pt x="34662" y="29600"/>
                  <a:pt x="33810" y="28848"/>
                  <a:pt x="32958" y="28121"/>
                </a:cubicBezTo>
                <a:lnTo>
                  <a:pt x="32532" y="23961"/>
                </a:lnTo>
                <a:cubicBezTo>
                  <a:pt x="32858" y="22557"/>
                  <a:pt x="33008" y="21204"/>
                  <a:pt x="33134" y="19825"/>
                </a:cubicBezTo>
                <a:cubicBezTo>
                  <a:pt x="33259" y="18321"/>
                  <a:pt x="33284" y="16843"/>
                  <a:pt x="33259" y="15339"/>
                </a:cubicBezTo>
                <a:cubicBezTo>
                  <a:pt x="33234" y="13835"/>
                  <a:pt x="33134" y="12356"/>
                  <a:pt x="32933" y="10853"/>
                </a:cubicBezTo>
                <a:cubicBezTo>
                  <a:pt x="32758" y="9374"/>
                  <a:pt x="32507" y="7870"/>
                  <a:pt x="32006" y="6391"/>
                </a:cubicBezTo>
                <a:cubicBezTo>
                  <a:pt x="31580" y="7895"/>
                  <a:pt x="31354" y="9399"/>
                  <a:pt x="31229" y="10878"/>
                </a:cubicBezTo>
                <a:cubicBezTo>
                  <a:pt x="31078" y="12381"/>
                  <a:pt x="31028" y="13885"/>
                  <a:pt x="31078" y="15389"/>
                </a:cubicBezTo>
                <a:cubicBezTo>
                  <a:pt x="31103" y="16893"/>
                  <a:pt x="31204" y="18372"/>
                  <a:pt x="31404" y="19875"/>
                </a:cubicBezTo>
                <a:cubicBezTo>
                  <a:pt x="31605" y="21204"/>
                  <a:pt x="31855" y="22557"/>
                  <a:pt x="32256" y="23860"/>
                </a:cubicBezTo>
                <a:lnTo>
                  <a:pt x="32682" y="27870"/>
                </a:lnTo>
                <a:cubicBezTo>
                  <a:pt x="31504" y="26843"/>
                  <a:pt x="30327" y="25840"/>
                  <a:pt x="29174" y="24863"/>
                </a:cubicBezTo>
                <a:lnTo>
                  <a:pt x="29299" y="24863"/>
                </a:lnTo>
                <a:lnTo>
                  <a:pt x="28722" y="20452"/>
                </a:lnTo>
                <a:cubicBezTo>
                  <a:pt x="29023" y="19349"/>
                  <a:pt x="29249" y="18246"/>
                  <a:pt x="29474" y="17168"/>
                </a:cubicBezTo>
                <a:cubicBezTo>
                  <a:pt x="29700" y="15865"/>
                  <a:pt x="29900" y="14562"/>
                  <a:pt x="30051" y="13284"/>
                </a:cubicBezTo>
                <a:cubicBezTo>
                  <a:pt x="30176" y="11980"/>
                  <a:pt x="30276" y="10652"/>
                  <a:pt x="30327" y="9349"/>
                </a:cubicBezTo>
                <a:cubicBezTo>
                  <a:pt x="30352" y="8021"/>
                  <a:pt x="30327" y="6667"/>
                  <a:pt x="30101" y="5289"/>
                </a:cubicBezTo>
                <a:cubicBezTo>
                  <a:pt x="29424" y="6517"/>
                  <a:pt x="28973" y="7795"/>
                  <a:pt x="28622" y="9098"/>
                </a:cubicBezTo>
                <a:cubicBezTo>
                  <a:pt x="28271" y="10376"/>
                  <a:pt x="27996" y="11705"/>
                  <a:pt x="27870" y="13033"/>
                </a:cubicBezTo>
                <a:cubicBezTo>
                  <a:pt x="27720" y="14361"/>
                  <a:pt x="27670" y="15715"/>
                  <a:pt x="27745" y="17068"/>
                </a:cubicBezTo>
                <a:cubicBezTo>
                  <a:pt x="27845" y="18397"/>
                  <a:pt x="28046" y="19775"/>
                  <a:pt x="28547" y="21078"/>
                </a:cubicBezTo>
                <a:cubicBezTo>
                  <a:pt x="28547" y="21078"/>
                  <a:pt x="28547" y="21053"/>
                  <a:pt x="28547" y="21053"/>
                </a:cubicBezTo>
                <a:lnTo>
                  <a:pt x="29023" y="24637"/>
                </a:lnTo>
                <a:lnTo>
                  <a:pt x="28898" y="24637"/>
                </a:lnTo>
                <a:cubicBezTo>
                  <a:pt x="27971" y="23860"/>
                  <a:pt x="27068" y="23133"/>
                  <a:pt x="26216" y="22432"/>
                </a:cubicBezTo>
                <a:lnTo>
                  <a:pt x="26316" y="22432"/>
                </a:lnTo>
                <a:lnTo>
                  <a:pt x="25740" y="18021"/>
                </a:lnTo>
                <a:cubicBezTo>
                  <a:pt x="26041" y="16818"/>
                  <a:pt x="26091" y="15590"/>
                  <a:pt x="26116" y="14387"/>
                </a:cubicBezTo>
                <a:cubicBezTo>
                  <a:pt x="26091" y="13033"/>
                  <a:pt x="25941" y="11705"/>
                  <a:pt x="25715" y="10402"/>
                </a:cubicBezTo>
                <a:cubicBezTo>
                  <a:pt x="25489" y="9073"/>
                  <a:pt x="25164" y="7795"/>
                  <a:pt x="24738" y="6517"/>
                </a:cubicBezTo>
                <a:cubicBezTo>
                  <a:pt x="24311" y="5264"/>
                  <a:pt x="23785" y="4011"/>
                  <a:pt x="23033" y="2858"/>
                </a:cubicBezTo>
                <a:lnTo>
                  <a:pt x="23033" y="2858"/>
                </a:lnTo>
                <a:cubicBezTo>
                  <a:pt x="22908" y="4236"/>
                  <a:pt x="22958" y="5564"/>
                  <a:pt x="23058" y="6868"/>
                </a:cubicBezTo>
                <a:cubicBezTo>
                  <a:pt x="23159" y="8196"/>
                  <a:pt x="23334" y="9499"/>
                  <a:pt x="23560" y="10777"/>
                </a:cubicBezTo>
                <a:cubicBezTo>
                  <a:pt x="23785" y="12056"/>
                  <a:pt x="24061" y="13334"/>
                  <a:pt x="24387" y="14612"/>
                </a:cubicBezTo>
                <a:cubicBezTo>
                  <a:pt x="24712" y="15765"/>
                  <a:pt x="25038" y="16918"/>
                  <a:pt x="25489" y="18071"/>
                </a:cubicBezTo>
                <a:lnTo>
                  <a:pt x="26016" y="22181"/>
                </a:lnTo>
                <a:lnTo>
                  <a:pt x="25915" y="22181"/>
                </a:lnTo>
                <a:cubicBezTo>
                  <a:pt x="24788" y="21279"/>
                  <a:pt x="23735" y="20427"/>
                  <a:pt x="22758" y="19650"/>
                </a:cubicBezTo>
                <a:lnTo>
                  <a:pt x="22607" y="16793"/>
                </a:lnTo>
                <a:cubicBezTo>
                  <a:pt x="22808" y="15464"/>
                  <a:pt x="22783" y="14161"/>
                  <a:pt x="22682" y="12858"/>
                </a:cubicBezTo>
                <a:cubicBezTo>
                  <a:pt x="22557" y="11404"/>
                  <a:pt x="22331" y="9950"/>
                  <a:pt x="21981" y="8547"/>
                </a:cubicBezTo>
                <a:cubicBezTo>
                  <a:pt x="21630" y="7143"/>
                  <a:pt x="21179" y="5765"/>
                  <a:pt x="20627" y="4412"/>
                </a:cubicBezTo>
                <a:cubicBezTo>
                  <a:pt x="20076" y="3083"/>
                  <a:pt x="19424" y="1755"/>
                  <a:pt x="18547" y="527"/>
                </a:cubicBezTo>
                <a:lnTo>
                  <a:pt x="18547" y="527"/>
                </a:lnTo>
                <a:cubicBezTo>
                  <a:pt x="18572" y="2031"/>
                  <a:pt x="18747" y="3459"/>
                  <a:pt x="18973" y="4888"/>
                </a:cubicBezTo>
                <a:cubicBezTo>
                  <a:pt x="19224" y="6291"/>
                  <a:pt x="19499" y="7695"/>
                  <a:pt x="19850" y="9073"/>
                </a:cubicBezTo>
                <a:cubicBezTo>
                  <a:pt x="20201" y="10452"/>
                  <a:pt x="20577" y="11830"/>
                  <a:pt x="21003" y="13184"/>
                </a:cubicBezTo>
                <a:cubicBezTo>
                  <a:pt x="21404" y="14437"/>
                  <a:pt x="21830" y="15665"/>
                  <a:pt x="22382" y="16918"/>
                </a:cubicBezTo>
                <a:lnTo>
                  <a:pt x="22482" y="19449"/>
                </a:lnTo>
                <a:cubicBezTo>
                  <a:pt x="21279" y="18497"/>
                  <a:pt x="20176" y="17670"/>
                  <a:pt x="19274" y="16968"/>
                </a:cubicBezTo>
                <a:lnTo>
                  <a:pt x="19324" y="14361"/>
                </a:lnTo>
                <a:cubicBezTo>
                  <a:pt x="19349" y="14412"/>
                  <a:pt x="19374" y="14487"/>
                  <a:pt x="19399" y="14537"/>
                </a:cubicBezTo>
                <a:cubicBezTo>
                  <a:pt x="19650" y="13083"/>
                  <a:pt x="19499" y="11554"/>
                  <a:pt x="19123" y="10126"/>
                </a:cubicBezTo>
                <a:cubicBezTo>
                  <a:pt x="18697" y="8697"/>
                  <a:pt x="18096" y="7319"/>
                  <a:pt x="17319" y="6066"/>
                </a:cubicBezTo>
                <a:cubicBezTo>
                  <a:pt x="16542" y="4813"/>
                  <a:pt x="15640" y="3635"/>
                  <a:pt x="14587" y="2607"/>
                </a:cubicBezTo>
                <a:cubicBezTo>
                  <a:pt x="14086" y="2106"/>
                  <a:pt x="13534" y="1604"/>
                  <a:pt x="12933" y="1153"/>
                </a:cubicBezTo>
                <a:cubicBezTo>
                  <a:pt x="12356" y="727"/>
                  <a:pt x="11755" y="301"/>
                  <a:pt x="1105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49"/>
          <p:cNvSpPr/>
          <p:nvPr/>
        </p:nvSpPr>
        <p:spPr>
          <a:xfrm flipH="1" rot="9080583">
            <a:off x="-770960" y="177255"/>
            <a:ext cx="2283123" cy="1817939"/>
          </a:xfrm>
          <a:custGeom>
            <a:rect b="b" l="l" r="r" t="t"/>
            <a:pathLst>
              <a:path extrusionOk="0" h="53184" w="66793">
                <a:moveTo>
                  <a:pt x="28798" y="24863"/>
                </a:moveTo>
                <a:cubicBezTo>
                  <a:pt x="29951" y="25815"/>
                  <a:pt x="31129" y="26818"/>
                  <a:pt x="32306" y="27870"/>
                </a:cubicBezTo>
                <a:lnTo>
                  <a:pt x="28823" y="27645"/>
                </a:lnTo>
                <a:cubicBezTo>
                  <a:pt x="27244" y="27469"/>
                  <a:pt x="25740" y="27269"/>
                  <a:pt x="24211" y="27043"/>
                </a:cubicBezTo>
                <a:cubicBezTo>
                  <a:pt x="22407" y="26793"/>
                  <a:pt x="20627" y="26492"/>
                  <a:pt x="18823" y="26216"/>
                </a:cubicBezTo>
                <a:cubicBezTo>
                  <a:pt x="18572" y="26191"/>
                  <a:pt x="18321" y="26141"/>
                  <a:pt x="18046" y="26116"/>
                </a:cubicBezTo>
                <a:cubicBezTo>
                  <a:pt x="18973" y="26091"/>
                  <a:pt x="19900" y="26016"/>
                  <a:pt x="20828" y="25890"/>
                </a:cubicBezTo>
                <a:cubicBezTo>
                  <a:pt x="22331" y="25715"/>
                  <a:pt x="23835" y="25414"/>
                  <a:pt x="25264" y="24863"/>
                </a:cubicBezTo>
                <a:close/>
                <a:moveTo>
                  <a:pt x="11053" y="0"/>
                </a:moveTo>
                <a:cubicBezTo>
                  <a:pt x="11755" y="1304"/>
                  <a:pt x="12507" y="2507"/>
                  <a:pt x="13259" y="3685"/>
                </a:cubicBezTo>
                <a:lnTo>
                  <a:pt x="15464" y="7193"/>
                </a:lnTo>
                <a:cubicBezTo>
                  <a:pt x="16166" y="8371"/>
                  <a:pt x="16843" y="9549"/>
                  <a:pt x="17519" y="10752"/>
                </a:cubicBezTo>
                <a:cubicBezTo>
                  <a:pt x="18071" y="11755"/>
                  <a:pt x="18547" y="12782"/>
                  <a:pt x="19073" y="13860"/>
                </a:cubicBezTo>
                <a:lnTo>
                  <a:pt x="19048" y="16793"/>
                </a:lnTo>
                <a:cubicBezTo>
                  <a:pt x="17920" y="15940"/>
                  <a:pt x="17093" y="15339"/>
                  <a:pt x="16717" y="15063"/>
                </a:cubicBezTo>
                <a:cubicBezTo>
                  <a:pt x="16542" y="14211"/>
                  <a:pt x="16116" y="13434"/>
                  <a:pt x="15615" y="12757"/>
                </a:cubicBezTo>
                <a:cubicBezTo>
                  <a:pt x="15088" y="12056"/>
                  <a:pt x="14487" y="11454"/>
                  <a:pt x="13835" y="10878"/>
                </a:cubicBezTo>
                <a:cubicBezTo>
                  <a:pt x="13184" y="10326"/>
                  <a:pt x="12457" y="9875"/>
                  <a:pt x="11705" y="9499"/>
                </a:cubicBezTo>
                <a:cubicBezTo>
                  <a:pt x="10953" y="9123"/>
                  <a:pt x="10176" y="8772"/>
                  <a:pt x="9424" y="8422"/>
                </a:cubicBezTo>
                <a:cubicBezTo>
                  <a:pt x="8672" y="8071"/>
                  <a:pt x="7895" y="7745"/>
                  <a:pt x="7143" y="7419"/>
                </a:cubicBezTo>
                <a:cubicBezTo>
                  <a:pt x="6366" y="7118"/>
                  <a:pt x="5590" y="6818"/>
                  <a:pt x="4813" y="6542"/>
                </a:cubicBezTo>
                <a:cubicBezTo>
                  <a:pt x="3259" y="5990"/>
                  <a:pt x="1680" y="5464"/>
                  <a:pt x="76" y="5063"/>
                </a:cubicBezTo>
                <a:lnTo>
                  <a:pt x="1" y="5264"/>
                </a:lnTo>
                <a:cubicBezTo>
                  <a:pt x="1479" y="5990"/>
                  <a:pt x="2933" y="6742"/>
                  <a:pt x="4361" y="7544"/>
                </a:cubicBezTo>
                <a:cubicBezTo>
                  <a:pt x="5088" y="7920"/>
                  <a:pt x="5790" y="8321"/>
                  <a:pt x="6492" y="8747"/>
                </a:cubicBezTo>
                <a:cubicBezTo>
                  <a:pt x="7194" y="9123"/>
                  <a:pt x="7895" y="9549"/>
                  <a:pt x="8597" y="9975"/>
                </a:cubicBezTo>
                <a:cubicBezTo>
                  <a:pt x="9274" y="10402"/>
                  <a:pt x="9925" y="10878"/>
                  <a:pt x="10577" y="11354"/>
                </a:cubicBezTo>
                <a:cubicBezTo>
                  <a:pt x="11204" y="11830"/>
                  <a:pt x="11880" y="12256"/>
                  <a:pt x="12532" y="12657"/>
                </a:cubicBezTo>
                <a:cubicBezTo>
                  <a:pt x="13209" y="13083"/>
                  <a:pt x="13885" y="13484"/>
                  <a:pt x="14562" y="13885"/>
                </a:cubicBezTo>
                <a:cubicBezTo>
                  <a:pt x="15214" y="14311"/>
                  <a:pt x="15865" y="14737"/>
                  <a:pt x="16542" y="15289"/>
                </a:cubicBezTo>
                <a:lnTo>
                  <a:pt x="16592" y="15264"/>
                </a:lnTo>
                <a:cubicBezTo>
                  <a:pt x="16993" y="15564"/>
                  <a:pt x="17795" y="16141"/>
                  <a:pt x="18923" y="17018"/>
                </a:cubicBezTo>
                <a:lnTo>
                  <a:pt x="17971" y="17018"/>
                </a:lnTo>
                <a:cubicBezTo>
                  <a:pt x="17971" y="16993"/>
                  <a:pt x="17996" y="16993"/>
                  <a:pt x="17996" y="16993"/>
                </a:cubicBezTo>
                <a:cubicBezTo>
                  <a:pt x="16341" y="16767"/>
                  <a:pt x="14863" y="16392"/>
                  <a:pt x="13409" y="15890"/>
                </a:cubicBezTo>
                <a:cubicBezTo>
                  <a:pt x="13033" y="15765"/>
                  <a:pt x="12682" y="15615"/>
                  <a:pt x="12306" y="15489"/>
                </a:cubicBezTo>
                <a:cubicBezTo>
                  <a:pt x="11955" y="15339"/>
                  <a:pt x="11580" y="15214"/>
                  <a:pt x="11229" y="15063"/>
                </a:cubicBezTo>
                <a:cubicBezTo>
                  <a:pt x="10527" y="14762"/>
                  <a:pt x="9825" y="14462"/>
                  <a:pt x="9098" y="14136"/>
                </a:cubicBezTo>
                <a:cubicBezTo>
                  <a:pt x="7695" y="13484"/>
                  <a:pt x="6291" y="12808"/>
                  <a:pt x="4863" y="12106"/>
                </a:cubicBezTo>
                <a:cubicBezTo>
                  <a:pt x="3434" y="11404"/>
                  <a:pt x="1980" y="10702"/>
                  <a:pt x="452" y="10051"/>
                </a:cubicBezTo>
                <a:lnTo>
                  <a:pt x="452" y="10051"/>
                </a:lnTo>
                <a:cubicBezTo>
                  <a:pt x="928" y="10752"/>
                  <a:pt x="1504" y="11354"/>
                  <a:pt x="2081" y="11930"/>
                </a:cubicBezTo>
                <a:cubicBezTo>
                  <a:pt x="2682" y="12507"/>
                  <a:pt x="3309" y="13058"/>
                  <a:pt x="3960" y="13559"/>
                </a:cubicBezTo>
                <a:cubicBezTo>
                  <a:pt x="5264" y="14562"/>
                  <a:pt x="6667" y="15439"/>
                  <a:pt x="8196" y="16141"/>
                </a:cubicBezTo>
                <a:cubicBezTo>
                  <a:pt x="8572" y="16316"/>
                  <a:pt x="8973" y="16467"/>
                  <a:pt x="9349" y="16617"/>
                </a:cubicBezTo>
                <a:cubicBezTo>
                  <a:pt x="9750" y="16767"/>
                  <a:pt x="10126" y="16918"/>
                  <a:pt x="10552" y="17018"/>
                </a:cubicBezTo>
                <a:cubicBezTo>
                  <a:pt x="11354" y="17269"/>
                  <a:pt x="12181" y="17469"/>
                  <a:pt x="13008" y="17569"/>
                </a:cubicBezTo>
                <a:cubicBezTo>
                  <a:pt x="13535" y="17631"/>
                  <a:pt x="14061" y="17674"/>
                  <a:pt x="14588" y="17674"/>
                </a:cubicBezTo>
                <a:cubicBezTo>
                  <a:pt x="14914" y="17674"/>
                  <a:pt x="15239" y="17658"/>
                  <a:pt x="15565" y="17620"/>
                </a:cubicBezTo>
                <a:cubicBezTo>
                  <a:pt x="16166" y="17569"/>
                  <a:pt x="16768" y="17444"/>
                  <a:pt x="17344" y="17244"/>
                </a:cubicBezTo>
                <a:lnTo>
                  <a:pt x="19249" y="17244"/>
                </a:lnTo>
                <a:cubicBezTo>
                  <a:pt x="20126" y="17920"/>
                  <a:pt x="21154" y="18697"/>
                  <a:pt x="22306" y="19625"/>
                </a:cubicBezTo>
                <a:lnTo>
                  <a:pt x="21053" y="19700"/>
                </a:lnTo>
                <a:cubicBezTo>
                  <a:pt x="19424" y="19499"/>
                  <a:pt x="17895" y="19224"/>
                  <a:pt x="16367" y="18898"/>
                </a:cubicBezTo>
                <a:cubicBezTo>
                  <a:pt x="14838" y="18547"/>
                  <a:pt x="13309" y="18171"/>
                  <a:pt x="11780" y="17770"/>
                </a:cubicBezTo>
                <a:lnTo>
                  <a:pt x="7143" y="16567"/>
                </a:lnTo>
                <a:cubicBezTo>
                  <a:pt x="5590" y="16166"/>
                  <a:pt x="4011" y="15765"/>
                  <a:pt x="2356" y="15489"/>
                </a:cubicBezTo>
                <a:lnTo>
                  <a:pt x="2356" y="15489"/>
                </a:lnTo>
                <a:cubicBezTo>
                  <a:pt x="2983" y="16066"/>
                  <a:pt x="3685" y="16542"/>
                  <a:pt x="4387" y="16968"/>
                </a:cubicBezTo>
                <a:cubicBezTo>
                  <a:pt x="5088" y="17419"/>
                  <a:pt x="5815" y="17820"/>
                  <a:pt x="6567" y="18171"/>
                </a:cubicBezTo>
                <a:cubicBezTo>
                  <a:pt x="8046" y="18898"/>
                  <a:pt x="9600" y="19474"/>
                  <a:pt x="11229" y="19900"/>
                </a:cubicBezTo>
                <a:cubicBezTo>
                  <a:pt x="12833" y="20301"/>
                  <a:pt x="14487" y="20577"/>
                  <a:pt x="16191" y="20602"/>
                </a:cubicBezTo>
                <a:cubicBezTo>
                  <a:pt x="16288" y="20604"/>
                  <a:pt x="16386" y="20605"/>
                  <a:pt x="16484" y="20605"/>
                </a:cubicBezTo>
                <a:cubicBezTo>
                  <a:pt x="17799" y="20605"/>
                  <a:pt x="19167" y="20444"/>
                  <a:pt x="20427" y="20001"/>
                </a:cubicBezTo>
                <a:lnTo>
                  <a:pt x="22607" y="19850"/>
                </a:lnTo>
                <a:cubicBezTo>
                  <a:pt x="23509" y="20552"/>
                  <a:pt x="24487" y="21329"/>
                  <a:pt x="25540" y="22181"/>
                </a:cubicBezTo>
                <a:lnTo>
                  <a:pt x="22858" y="22181"/>
                </a:lnTo>
                <a:cubicBezTo>
                  <a:pt x="22883" y="22181"/>
                  <a:pt x="22883" y="22181"/>
                  <a:pt x="22908" y="22156"/>
                </a:cubicBezTo>
                <a:cubicBezTo>
                  <a:pt x="21279" y="21930"/>
                  <a:pt x="19750" y="21755"/>
                  <a:pt x="18221" y="21529"/>
                </a:cubicBezTo>
                <a:lnTo>
                  <a:pt x="13635" y="20803"/>
                </a:lnTo>
                <a:cubicBezTo>
                  <a:pt x="12106" y="20577"/>
                  <a:pt x="10577" y="20351"/>
                  <a:pt x="9023" y="20151"/>
                </a:cubicBezTo>
                <a:cubicBezTo>
                  <a:pt x="7469" y="19950"/>
                  <a:pt x="5890" y="19775"/>
                  <a:pt x="4261" y="19725"/>
                </a:cubicBezTo>
                <a:lnTo>
                  <a:pt x="4261" y="19725"/>
                </a:lnTo>
                <a:cubicBezTo>
                  <a:pt x="4938" y="20176"/>
                  <a:pt x="5665" y="20552"/>
                  <a:pt x="6392" y="20903"/>
                </a:cubicBezTo>
                <a:cubicBezTo>
                  <a:pt x="7118" y="21254"/>
                  <a:pt x="7870" y="21554"/>
                  <a:pt x="8622" y="21805"/>
                </a:cubicBezTo>
                <a:cubicBezTo>
                  <a:pt x="10151" y="22331"/>
                  <a:pt x="11705" y="22732"/>
                  <a:pt x="13309" y="22983"/>
                </a:cubicBezTo>
                <a:cubicBezTo>
                  <a:pt x="14480" y="23169"/>
                  <a:pt x="15679" y="23272"/>
                  <a:pt x="16884" y="23272"/>
                </a:cubicBezTo>
                <a:cubicBezTo>
                  <a:pt x="17304" y="23272"/>
                  <a:pt x="17725" y="23260"/>
                  <a:pt x="18146" y="23234"/>
                </a:cubicBezTo>
                <a:cubicBezTo>
                  <a:pt x="19550" y="23158"/>
                  <a:pt x="20953" y="22933"/>
                  <a:pt x="22281" y="22432"/>
                </a:cubicBezTo>
                <a:lnTo>
                  <a:pt x="25840" y="22432"/>
                </a:lnTo>
                <a:cubicBezTo>
                  <a:pt x="26692" y="23133"/>
                  <a:pt x="27595" y="23860"/>
                  <a:pt x="28522" y="24637"/>
                </a:cubicBezTo>
                <a:lnTo>
                  <a:pt x="25865" y="24637"/>
                </a:lnTo>
                <a:cubicBezTo>
                  <a:pt x="25865" y="24612"/>
                  <a:pt x="25890" y="24612"/>
                  <a:pt x="25890" y="24612"/>
                </a:cubicBezTo>
                <a:cubicBezTo>
                  <a:pt x="24136" y="24412"/>
                  <a:pt x="22457" y="24286"/>
                  <a:pt x="20778" y="24186"/>
                </a:cubicBezTo>
                <a:cubicBezTo>
                  <a:pt x="19098" y="24061"/>
                  <a:pt x="17419" y="23961"/>
                  <a:pt x="15715" y="23910"/>
                </a:cubicBezTo>
                <a:cubicBezTo>
                  <a:pt x="14528" y="23875"/>
                  <a:pt x="13340" y="23839"/>
                  <a:pt x="12144" y="23839"/>
                </a:cubicBezTo>
                <a:cubicBezTo>
                  <a:pt x="11648" y="23839"/>
                  <a:pt x="11151" y="23846"/>
                  <a:pt x="10652" y="23860"/>
                </a:cubicBezTo>
                <a:cubicBezTo>
                  <a:pt x="8948" y="23885"/>
                  <a:pt x="7244" y="23961"/>
                  <a:pt x="5489" y="24211"/>
                </a:cubicBezTo>
                <a:cubicBezTo>
                  <a:pt x="6316" y="24537"/>
                  <a:pt x="7168" y="24813"/>
                  <a:pt x="8021" y="25038"/>
                </a:cubicBezTo>
                <a:cubicBezTo>
                  <a:pt x="7945" y="25038"/>
                  <a:pt x="7870" y="25013"/>
                  <a:pt x="7795" y="25013"/>
                </a:cubicBezTo>
                <a:cubicBezTo>
                  <a:pt x="8622" y="25489"/>
                  <a:pt x="9499" y="25865"/>
                  <a:pt x="10377" y="26216"/>
                </a:cubicBezTo>
                <a:cubicBezTo>
                  <a:pt x="11229" y="26567"/>
                  <a:pt x="12131" y="26868"/>
                  <a:pt x="13008" y="27143"/>
                </a:cubicBezTo>
                <a:cubicBezTo>
                  <a:pt x="14813" y="27695"/>
                  <a:pt x="16642" y="28121"/>
                  <a:pt x="18497" y="28397"/>
                </a:cubicBezTo>
                <a:cubicBezTo>
                  <a:pt x="20114" y="28637"/>
                  <a:pt x="21750" y="28782"/>
                  <a:pt x="23389" y="28782"/>
                </a:cubicBezTo>
                <a:cubicBezTo>
                  <a:pt x="23629" y="28782"/>
                  <a:pt x="23870" y="28779"/>
                  <a:pt x="24111" y="28773"/>
                </a:cubicBezTo>
                <a:cubicBezTo>
                  <a:pt x="24362" y="28773"/>
                  <a:pt x="24587" y="28747"/>
                  <a:pt x="24838" y="28747"/>
                </a:cubicBezTo>
                <a:cubicBezTo>
                  <a:pt x="25063" y="28722"/>
                  <a:pt x="25289" y="28697"/>
                  <a:pt x="25540" y="28672"/>
                </a:cubicBezTo>
                <a:cubicBezTo>
                  <a:pt x="26016" y="28622"/>
                  <a:pt x="26492" y="28597"/>
                  <a:pt x="26943" y="28497"/>
                </a:cubicBezTo>
                <a:cubicBezTo>
                  <a:pt x="27419" y="28422"/>
                  <a:pt x="27895" y="28321"/>
                  <a:pt x="28347" y="28196"/>
                </a:cubicBezTo>
                <a:cubicBezTo>
                  <a:pt x="28647" y="28121"/>
                  <a:pt x="28923" y="28021"/>
                  <a:pt x="29224" y="27920"/>
                </a:cubicBezTo>
                <a:lnTo>
                  <a:pt x="32607" y="28121"/>
                </a:lnTo>
                <a:cubicBezTo>
                  <a:pt x="33585" y="28973"/>
                  <a:pt x="34562" y="29825"/>
                  <a:pt x="35540" y="30727"/>
                </a:cubicBezTo>
                <a:lnTo>
                  <a:pt x="35565" y="30878"/>
                </a:lnTo>
                <a:lnTo>
                  <a:pt x="35565" y="30878"/>
                </a:lnTo>
                <a:lnTo>
                  <a:pt x="31454" y="30627"/>
                </a:lnTo>
                <a:cubicBezTo>
                  <a:pt x="29951" y="30477"/>
                  <a:pt x="28472" y="30301"/>
                  <a:pt x="26968" y="30126"/>
                </a:cubicBezTo>
                <a:cubicBezTo>
                  <a:pt x="25139" y="29925"/>
                  <a:pt x="23309" y="29700"/>
                  <a:pt x="21454" y="29499"/>
                </a:cubicBezTo>
                <a:cubicBezTo>
                  <a:pt x="19625" y="29299"/>
                  <a:pt x="17770" y="29123"/>
                  <a:pt x="15915" y="28973"/>
                </a:cubicBezTo>
                <a:cubicBezTo>
                  <a:pt x="14437" y="28875"/>
                  <a:pt x="12975" y="28807"/>
                  <a:pt x="11479" y="28807"/>
                </a:cubicBezTo>
                <a:cubicBezTo>
                  <a:pt x="11073" y="28807"/>
                  <a:pt x="10664" y="28812"/>
                  <a:pt x="10251" y="28823"/>
                </a:cubicBezTo>
                <a:cubicBezTo>
                  <a:pt x="11981" y="29650"/>
                  <a:pt x="13810" y="30226"/>
                  <a:pt x="15640" y="30677"/>
                </a:cubicBezTo>
                <a:cubicBezTo>
                  <a:pt x="17469" y="31128"/>
                  <a:pt x="19349" y="31479"/>
                  <a:pt x="21229" y="31680"/>
                </a:cubicBezTo>
                <a:cubicBezTo>
                  <a:pt x="22547" y="31821"/>
                  <a:pt x="23879" y="31899"/>
                  <a:pt x="25213" y="31899"/>
                </a:cubicBezTo>
                <a:cubicBezTo>
                  <a:pt x="25781" y="31899"/>
                  <a:pt x="26350" y="31885"/>
                  <a:pt x="26918" y="31855"/>
                </a:cubicBezTo>
                <a:cubicBezTo>
                  <a:pt x="27169" y="31855"/>
                  <a:pt x="27394" y="31830"/>
                  <a:pt x="27645" y="31805"/>
                </a:cubicBezTo>
                <a:cubicBezTo>
                  <a:pt x="27870" y="31780"/>
                  <a:pt x="28121" y="31755"/>
                  <a:pt x="28347" y="31730"/>
                </a:cubicBezTo>
                <a:cubicBezTo>
                  <a:pt x="28848" y="31680"/>
                  <a:pt x="29299" y="31630"/>
                  <a:pt x="29775" y="31529"/>
                </a:cubicBezTo>
                <a:cubicBezTo>
                  <a:pt x="30251" y="31429"/>
                  <a:pt x="30728" y="31329"/>
                  <a:pt x="31204" y="31204"/>
                </a:cubicBezTo>
                <a:cubicBezTo>
                  <a:pt x="31504" y="31128"/>
                  <a:pt x="31780" y="31028"/>
                  <a:pt x="32081" y="30903"/>
                </a:cubicBezTo>
                <a:lnTo>
                  <a:pt x="35815" y="31128"/>
                </a:lnTo>
                <a:lnTo>
                  <a:pt x="35815" y="30978"/>
                </a:lnTo>
                <a:cubicBezTo>
                  <a:pt x="36768" y="31830"/>
                  <a:pt x="37695" y="32707"/>
                  <a:pt x="38647" y="33610"/>
                </a:cubicBezTo>
                <a:lnTo>
                  <a:pt x="34387" y="33534"/>
                </a:lnTo>
                <a:cubicBezTo>
                  <a:pt x="34462" y="33509"/>
                  <a:pt x="34537" y="33484"/>
                  <a:pt x="34612" y="33459"/>
                </a:cubicBezTo>
                <a:cubicBezTo>
                  <a:pt x="32808" y="33259"/>
                  <a:pt x="31103" y="33159"/>
                  <a:pt x="29374" y="33058"/>
                </a:cubicBezTo>
                <a:cubicBezTo>
                  <a:pt x="27645" y="32983"/>
                  <a:pt x="25941" y="32908"/>
                  <a:pt x="24211" y="32883"/>
                </a:cubicBezTo>
                <a:cubicBezTo>
                  <a:pt x="22482" y="32883"/>
                  <a:pt x="20778" y="32883"/>
                  <a:pt x="19023" y="32958"/>
                </a:cubicBezTo>
                <a:cubicBezTo>
                  <a:pt x="17294" y="33033"/>
                  <a:pt x="15565" y="33159"/>
                  <a:pt x="13785" y="33459"/>
                </a:cubicBezTo>
                <a:cubicBezTo>
                  <a:pt x="15489" y="34061"/>
                  <a:pt x="17219" y="34412"/>
                  <a:pt x="18948" y="34662"/>
                </a:cubicBezTo>
                <a:cubicBezTo>
                  <a:pt x="20677" y="34913"/>
                  <a:pt x="22432" y="35063"/>
                  <a:pt x="24186" y="35088"/>
                </a:cubicBezTo>
                <a:cubicBezTo>
                  <a:pt x="24396" y="35091"/>
                  <a:pt x="24606" y="35093"/>
                  <a:pt x="24816" y="35093"/>
                </a:cubicBezTo>
                <a:cubicBezTo>
                  <a:pt x="26360" y="35093"/>
                  <a:pt x="27905" y="35008"/>
                  <a:pt x="29449" y="34788"/>
                </a:cubicBezTo>
                <a:cubicBezTo>
                  <a:pt x="29875" y="34738"/>
                  <a:pt x="30327" y="34662"/>
                  <a:pt x="30753" y="34587"/>
                </a:cubicBezTo>
                <a:cubicBezTo>
                  <a:pt x="31204" y="34512"/>
                  <a:pt x="31630" y="34412"/>
                  <a:pt x="32056" y="34311"/>
                </a:cubicBezTo>
                <a:cubicBezTo>
                  <a:pt x="32482" y="34186"/>
                  <a:pt x="32933" y="34086"/>
                  <a:pt x="33334" y="33935"/>
                </a:cubicBezTo>
                <a:cubicBezTo>
                  <a:pt x="33484" y="33885"/>
                  <a:pt x="33635" y="33835"/>
                  <a:pt x="33785" y="33785"/>
                </a:cubicBezTo>
                <a:lnTo>
                  <a:pt x="38898" y="33860"/>
                </a:lnTo>
                <a:cubicBezTo>
                  <a:pt x="39800" y="34712"/>
                  <a:pt x="40702" y="35590"/>
                  <a:pt x="41580" y="36467"/>
                </a:cubicBezTo>
                <a:lnTo>
                  <a:pt x="37520" y="36392"/>
                </a:lnTo>
                <a:cubicBezTo>
                  <a:pt x="37595" y="36367"/>
                  <a:pt x="37670" y="36342"/>
                  <a:pt x="37720" y="36316"/>
                </a:cubicBezTo>
                <a:cubicBezTo>
                  <a:pt x="36222" y="36169"/>
                  <a:pt x="34760" y="36110"/>
                  <a:pt x="33288" y="36110"/>
                </a:cubicBezTo>
                <a:cubicBezTo>
                  <a:pt x="33012" y="36110"/>
                  <a:pt x="32735" y="36112"/>
                  <a:pt x="32457" y="36116"/>
                </a:cubicBezTo>
                <a:cubicBezTo>
                  <a:pt x="30728" y="36116"/>
                  <a:pt x="28998" y="36191"/>
                  <a:pt x="27269" y="36316"/>
                </a:cubicBezTo>
                <a:cubicBezTo>
                  <a:pt x="25540" y="36442"/>
                  <a:pt x="23810" y="36617"/>
                  <a:pt x="22081" y="36868"/>
                </a:cubicBezTo>
                <a:cubicBezTo>
                  <a:pt x="20352" y="37118"/>
                  <a:pt x="18647" y="37444"/>
                  <a:pt x="16918" y="37946"/>
                </a:cubicBezTo>
                <a:cubicBezTo>
                  <a:pt x="18672" y="38347"/>
                  <a:pt x="20427" y="38497"/>
                  <a:pt x="22181" y="38572"/>
                </a:cubicBezTo>
                <a:cubicBezTo>
                  <a:pt x="22839" y="38600"/>
                  <a:pt x="23497" y="38614"/>
                  <a:pt x="24153" y="38614"/>
                </a:cubicBezTo>
                <a:cubicBezTo>
                  <a:pt x="25248" y="38614"/>
                  <a:pt x="26338" y="38575"/>
                  <a:pt x="27419" y="38497"/>
                </a:cubicBezTo>
                <a:cubicBezTo>
                  <a:pt x="29174" y="38372"/>
                  <a:pt x="30903" y="38171"/>
                  <a:pt x="32632" y="37820"/>
                </a:cubicBezTo>
                <a:cubicBezTo>
                  <a:pt x="34086" y="37519"/>
                  <a:pt x="35540" y="37169"/>
                  <a:pt x="36943" y="36642"/>
                </a:cubicBezTo>
                <a:lnTo>
                  <a:pt x="41805" y="36692"/>
                </a:lnTo>
                <a:cubicBezTo>
                  <a:pt x="42783" y="37670"/>
                  <a:pt x="43710" y="38647"/>
                  <a:pt x="44612" y="39625"/>
                </a:cubicBezTo>
                <a:lnTo>
                  <a:pt x="40552" y="39875"/>
                </a:lnTo>
                <a:cubicBezTo>
                  <a:pt x="40677" y="39825"/>
                  <a:pt x="40803" y="39750"/>
                  <a:pt x="40928" y="39675"/>
                </a:cubicBezTo>
                <a:lnTo>
                  <a:pt x="40928" y="39675"/>
                </a:lnTo>
                <a:cubicBezTo>
                  <a:pt x="39299" y="39779"/>
                  <a:pt x="37740" y="39832"/>
                  <a:pt x="36192" y="39832"/>
                </a:cubicBezTo>
                <a:cubicBezTo>
                  <a:pt x="35882" y="39832"/>
                  <a:pt x="35573" y="39829"/>
                  <a:pt x="35264" y="39825"/>
                </a:cubicBezTo>
                <a:cubicBezTo>
                  <a:pt x="33409" y="39800"/>
                  <a:pt x="31555" y="39725"/>
                  <a:pt x="29675" y="39700"/>
                </a:cubicBezTo>
                <a:cubicBezTo>
                  <a:pt x="29048" y="39683"/>
                  <a:pt x="28416" y="39672"/>
                  <a:pt x="27780" y="39672"/>
                </a:cubicBezTo>
                <a:cubicBezTo>
                  <a:pt x="26509" y="39672"/>
                  <a:pt x="25222" y="39717"/>
                  <a:pt x="23935" y="39850"/>
                </a:cubicBezTo>
                <a:cubicBezTo>
                  <a:pt x="22983" y="39951"/>
                  <a:pt x="22006" y="40101"/>
                  <a:pt x="21053" y="40352"/>
                </a:cubicBezTo>
                <a:cubicBezTo>
                  <a:pt x="20828" y="40402"/>
                  <a:pt x="20577" y="40477"/>
                  <a:pt x="20352" y="40552"/>
                </a:cubicBezTo>
                <a:cubicBezTo>
                  <a:pt x="20126" y="40627"/>
                  <a:pt x="19875" y="40702"/>
                  <a:pt x="19650" y="40778"/>
                </a:cubicBezTo>
                <a:cubicBezTo>
                  <a:pt x="19199" y="40953"/>
                  <a:pt x="18747" y="41179"/>
                  <a:pt x="18321" y="41404"/>
                </a:cubicBezTo>
                <a:cubicBezTo>
                  <a:pt x="18729" y="41394"/>
                  <a:pt x="19132" y="41389"/>
                  <a:pt x="19531" y="41389"/>
                </a:cubicBezTo>
                <a:cubicBezTo>
                  <a:pt x="21042" y="41389"/>
                  <a:pt x="22498" y="41461"/>
                  <a:pt x="23986" y="41580"/>
                </a:cubicBezTo>
                <a:cubicBezTo>
                  <a:pt x="25840" y="41705"/>
                  <a:pt x="27720" y="41830"/>
                  <a:pt x="29625" y="41880"/>
                </a:cubicBezTo>
                <a:cubicBezTo>
                  <a:pt x="29979" y="41890"/>
                  <a:pt x="30336" y="41895"/>
                  <a:pt x="30693" y="41895"/>
                </a:cubicBezTo>
                <a:cubicBezTo>
                  <a:pt x="32256" y="41895"/>
                  <a:pt x="33844" y="41799"/>
                  <a:pt x="35414" y="41555"/>
                </a:cubicBezTo>
                <a:cubicBezTo>
                  <a:pt x="36993" y="41279"/>
                  <a:pt x="38572" y="40853"/>
                  <a:pt x="40001" y="40176"/>
                </a:cubicBezTo>
                <a:lnTo>
                  <a:pt x="44838" y="39850"/>
                </a:lnTo>
                <a:cubicBezTo>
                  <a:pt x="45715" y="40803"/>
                  <a:pt x="46567" y="41755"/>
                  <a:pt x="47369" y="42707"/>
                </a:cubicBezTo>
                <a:lnTo>
                  <a:pt x="44261" y="42682"/>
                </a:lnTo>
                <a:cubicBezTo>
                  <a:pt x="44312" y="42657"/>
                  <a:pt x="44362" y="42657"/>
                  <a:pt x="44412" y="42632"/>
                </a:cubicBezTo>
                <a:cubicBezTo>
                  <a:pt x="43089" y="42302"/>
                  <a:pt x="41732" y="42192"/>
                  <a:pt x="40384" y="42192"/>
                </a:cubicBezTo>
                <a:cubicBezTo>
                  <a:pt x="40097" y="42192"/>
                  <a:pt x="39810" y="42197"/>
                  <a:pt x="39525" y="42206"/>
                </a:cubicBezTo>
                <a:cubicBezTo>
                  <a:pt x="37921" y="42281"/>
                  <a:pt x="36291" y="42482"/>
                  <a:pt x="34712" y="42833"/>
                </a:cubicBezTo>
                <a:cubicBezTo>
                  <a:pt x="33134" y="43159"/>
                  <a:pt x="31580" y="43635"/>
                  <a:pt x="30051" y="44236"/>
                </a:cubicBezTo>
                <a:cubicBezTo>
                  <a:pt x="29299" y="44562"/>
                  <a:pt x="28572" y="44913"/>
                  <a:pt x="27845" y="45314"/>
                </a:cubicBezTo>
                <a:cubicBezTo>
                  <a:pt x="27494" y="45515"/>
                  <a:pt x="27144" y="45740"/>
                  <a:pt x="26793" y="45966"/>
                </a:cubicBezTo>
                <a:cubicBezTo>
                  <a:pt x="26617" y="46091"/>
                  <a:pt x="26467" y="46241"/>
                  <a:pt x="26291" y="46367"/>
                </a:cubicBezTo>
                <a:cubicBezTo>
                  <a:pt x="26216" y="46467"/>
                  <a:pt x="26141" y="46542"/>
                  <a:pt x="26091" y="46617"/>
                </a:cubicBezTo>
                <a:cubicBezTo>
                  <a:pt x="26041" y="46667"/>
                  <a:pt x="26016" y="46718"/>
                  <a:pt x="25991" y="46768"/>
                </a:cubicBezTo>
                <a:cubicBezTo>
                  <a:pt x="25966" y="46818"/>
                  <a:pt x="25966" y="46918"/>
                  <a:pt x="26041" y="46918"/>
                </a:cubicBezTo>
                <a:cubicBezTo>
                  <a:pt x="25991" y="46868"/>
                  <a:pt x="26041" y="46843"/>
                  <a:pt x="26066" y="46818"/>
                </a:cubicBezTo>
                <a:cubicBezTo>
                  <a:pt x="26091" y="46793"/>
                  <a:pt x="26141" y="46768"/>
                  <a:pt x="26191" y="46743"/>
                </a:cubicBezTo>
                <a:cubicBezTo>
                  <a:pt x="26266" y="46718"/>
                  <a:pt x="26367" y="46692"/>
                  <a:pt x="26467" y="46667"/>
                </a:cubicBezTo>
                <a:cubicBezTo>
                  <a:pt x="26667" y="46617"/>
                  <a:pt x="26843" y="46567"/>
                  <a:pt x="27043" y="46542"/>
                </a:cubicBezTo>
                <a:cubicBezTo>
                  <a:pt x="27444" y="46467"/>
                  <a:pt x="27820" y="46392"/>
                  <a:pt x="28221" y="46317"/>
                </a:cubicBezTo>
                <a:lnTo>
                  <a:pt x="30552" y="45890"/>
                </a:lnTo>
                <a:cubicBezTo>
                  <a:pt x="32106" y="45615"/>
                  <a:pt x="33635" y="45289"/>
                  <a:pt x="35164" y="44963"/>
                </a:cubicBezTo>
                <a:cubicBezTo>
                  <a:pt x="36718" y="44637"/>
                  <a:pt x="38246" y="44286"/>
                  <a:pt x="39775" y="43910"/>
                </a:cubicBezTo>
                <a:cubicBezTo>
                  <a:pt x="41003" y="43610"/>
                  <a:pt x="42256" y="43284"/>
                  <a:pt x="43510" y="42908"/>
                </a:cubicBezTo>
                <a:lnTo>
                  <a:pt x="47595" y="42958"/>
                </a:lnTo>
                <a:cubicBezTo>
                  <a:pt x="48422" y="43961"/>
                  <a:pt x="49199" y="44938"/>
                  <a:pt x="49951" y="45916"/>
                </a:cubicBezTo>
                <a:lnTo>
                  <a:pt x="49901" y="45991"/>
                </a:lnTo>
                <a:lnTo>
                  <a:pt x="45740" y="46116"/>
                </a:lnTo>
                <a:cubicBezTo>
                  <a:pt x="44918" y="45910"/>
                  <a:pt x="44087" y="45825"/>
                  <a:pt x="43253" y="45825"/>
                </a:cubicBezTo>
                <a:cubicBezTo>
                  <a:pt x="42663" y="45825"/>
                  <a:pt x="42071" y="45868"/>
                  <a:pt x="41479" y="45941"/>
                </a:cubicBezTo>
                <a:cubicBezTo>
                  <a:pt x="40001" y="46141"/>
                  <a:pt x="38547" y="46567"/>
                  <a:pt x="37169" y="47194"/>
                </a:cubicBezTo>
                <a:cubicBezTo>
                  <a:pt x="35790" y="47795"/>
                  <a:pt x="34512" y="48572"/>
                  <a:pt x="33359" y="49525"/>
                </a:cubicBezTo>
                <a:cubicBezTo>
                  <a:pt x="32783" y="50026"/>
                  <a:pt x="32231" y="50552"/>
                  <a:pt x="31755" y="51129"/>
                </a:cubicBezTo>
                <a:cubicBezTo>
                  <a:pt x="31504" y="51429"/>
                  <a:pt x="31279" y="51730"/>
                  <a:pt x="31078" y="52081"/>
                </a:cubicBezTo>
                <a:cubicBezTo>
                  <a:pt x="30978" y="52231"/>
                  <a:pt x="30903" y="52407"/>
                  <a:pt x="30828" y="52607"/>
                </a:cubicBezTo>
                <a:cubicBezTo>
                  <a:pt x="30803" y="52708"/>
                  <a:pt x="30778" y="52808"/>
                  <a:pt x="30753" y="52908"/>
                </a:cubicBezTo>
                <a:cubicBezTo>
                  <a:pt x="30753" y="52958"/>
                  <a:pt x="30753" y="53008"/>
                  <a:pt x="30753" y="53058"/>
                </a:cubicBezTo>
                <a:cubicBezTo>
                  <a:pt x="30753" y="53109"/>
                  <a:pt x="30803" y="53159"/>
                  <a:pt x="30828" y="53184"/>
                </a:cubicBezTo>
                <a:cubicBezTo>
                  <a:pt x="30803" y="53083"/>
                  <a:pt x="30853" y="53033"/>
                  <a:pt x="30903" y="52958"/>
                </a:cubicBezTo>
                <a:cubicBezTo>
                  <a:pt x="30978" y="52908"/>
                  <a:pt x="31028" y="52833"/>
                  <a:pt x="31103" y="52783"/>
                </a:cubicBezTo>
                <a:cubicBezTo>
                  <a:pt x="31229" y="52682"/>
                  <a:pt x="31379" y="52582"/>
                  <a:pt x="31530" y="52482"/>
                </a:cubicBezTo>
                <a:cubicBezTo>
                  <a:pt x="31830" y="52307"/>
                  <a:pt x="32131" y="52131"/>
                  <a:pt x="32432" y="51956"/>
                </a:cubicBezTo>
                <a:cubicBezTo>
                  <a:pt x="33058" y="51605"/>
                  <a:pt x="33685" y="51279"/>
                  <a:pt x="34311" y="50978"/>
                </a:cubicBezTo>
                <a:cubicBezTo>
                  <a:pt x="35540" y="50327"/>
                  <a:pt x="36793" y="49750"/>
                  <a:pt x="38046" y="49199"/>
                </a:cubicBezTo>
                <a:cubicBezTo>
                  <a:pt x="39324" y="48622"/>
                  <a:pt x="40602" y="48096"/>
                  <a:pt x="41906" y="47620"/>
                </a:cubicBezTo>
                <a:cubicBezTo>
                  <a:pt x="43033" y="47194"/>
                  <a:pt x="44186" y="46793"/>
                  <a:pt x="45414" y="46367"/>
                </a:cubicBezTo>
                <a:lnTo>
                  <a:pt x="50051" y="46241"/>
                </a:lnTo>
                <a:lnTo>
                  <a:pt x="50101" y="46141"/>
                </a:lnTo>
                <a:cubicBezTo>
                  <a:pt x="50978" y="47294"/>
                  <a:pt x="51755" y="48447"/>
                  <a:pt x="52432" y="49575"/>
                </a:cubicBezTo>
                <a:lnTo>
                  <a:pt x="52632" y="49449"/>
                </a:lnTo>
                <a:cubicBezTo>
                  <a:pt x="51931" y="48271"/>
                  <a:pt x="51129" y="47093"/>
                  <a:pt x="50226" y="45916"/>
                </a:cubicBezTo>
                <a:lnTo>
                  <a:pt x="51053" y="44462"/>
                </a:lnTo>
                <a:cubicBezTo>
                  <a:pt x="52106" y="43484"/>
                  <a:pt x="53109" y="42507"/>
                  <a:pt x="54136" y="41605"/>
                </a:cubicBezTo>
                <a:cubicBezTo>
                  <a:pt x="55314" y="40552"/>
                  <a:pt x="56567" y="39600"/>
                  <a:pt x="57871" y="38873"/>
                </a:cubicBezTo>
                <a:cubicBezTo>
                  <a:pt x="59174" y="38146"/>
                  <a:pt x="60577" y="37670"/>
                  <a:pt x="62081" y="37469"/>
                </a:cubicBezTo>
                <a:cubicBezTo>
                  <a:pt x="62495" y="37428"/>
                  <a:pt x="62909" y="37409"/>
                  <a:pt x="63331" y="37409"/>
                </a:cubicBezTo>
                <a:cubicBezTo>
                  <a:pt x="63676" y="37409"/>
                  <a:pt x="64026" y="37422"/>
                  <a:pt x="64387" y="37444"/>
                </a:cubicBezTo>
                <a:cubicBezTo>
                  <a:pt x="65164" y="37519"/>
                  <a:pt x="65966" y="37670"/>
                  <a:pt x="66793" y="37895"/>
                </a:cubicBezTo>
                <a:cubicBezTo>
                  <a:pt x="66216" y="37244"/>
                  <a:pt x="65465" y="36768"/>
                  <a:pt x="64663" y="36417"/>
                </a:cubicBezTo>
                <a:cubicBezTo>
                  <a:pt x="63861" y="36041"/>
                  <a:pt x="62958" y="35815"/>
                  <a:pt x="62056" y="35765"/>
                </a:cubicBezTo>
                <a:cubicBezTo>
                  <a:pt x="61827" y="35746"/>
                  <a:pt x="61596" y="35737"/>
                  <a:pt x="61366" y="35737"/>
                </a:cubicBezTo>
                <a:cubicBezTo>
                  <a:pt x="59779" y="35737"/>
                  <a:pt x="58174" y="36180"/>
                  <a:pt x="56818" y="36968"/>
                </a:cubicBezTo>
                <a:cubicBezTo>
                  <a:pt x="56041" y="37394"/>
                  <a:pt x="55289" y="37920"/>
                  <a:pt x="54637" y="38522"/>
                </a:cubicBezTo>
                <a:cubicBezTo>
                  <a:pt x="54312" y="38798"/>
                  <a:pt x="54011" y="39123"/>
                  <a:pt x="53710" y="39424"/>
                </a:cubicBezTo>
                <a:cubicBezTo>
                  <a:pt x="53409" y="39750"/>
                  <a:pt x="53134" y="40101"/>
                  <a:pt x="52858" y="40427"/>
                </a:cubicBezTo>
                <a:cubicBezTo>
                  <a:pt x="51855" y="41780"/>
                  <a:pt x="51053" y="43259"/>
                  <a:pt x="50552" y="44838"/>
                </a:cubicBezTo>
                <a:lnTo>
                  <a:pt x="50076" y="45690"/>
                </a:lnTo>
                <a:cubicBezTo>
                  <a:pt x="49399" y="44788"/>
                  <a:pt x="48672" y="43860"/>
                  <a:pt x="47896" y="42958"/>
                </a:cubicBezTo>
                <a:lnTo>
                  <a:pt x="49274" y="39499"/>
                </a:lnTo>
                <a:cubicBezTo>
                  <a:pt x="49600" y="38948"/>
                  <a:pt x="49901" y="38397"/>
                  <a:pt x="50176" y="37845"/>
                </a:cubicBezTo>
                <a:cubicBezTo>
                  <a:pt x="50652" y="37068"/>
                  <a:pt x="51053" y="36266"/>
                  <a:pt x="51479" y="35489"/>
                </a:cubicBezTo>
                <a:cubicBezTo>
                  <a:pt x="51705" y="35113"/>
                  <a:pt x="51931" y="34712"/>
                  <a:pt x="52131" y="34336"/>
                </a:cubicBezTo>
                <a:cubicBezTo>
                  <a:pt x="52256" y="34136"/>
                  <a:pt x="52357" y="33935"/>
                  <a:pt x="52457" y="33760"/>
                </a:cubicBezTo>
                <a:lnTo>
                  <a:pt x="52808" y="33184"/>
                </a:lnTo>
                <a:cubicBezTo>
                  <a:pt x="53033" y="32808"/>
                  <a:pt x="53259" y="32432"/>
                  <a:pt x="53459" y="32056"/>
                </a:cubicBezTo>
                <a:lnTo>
                  <a:pt x="54186" y="30953"/>
                </a:lnTo>
                <a:cubicBezTo>
                  <a:pt x="55139" y="29499"/>
                  <a:pt x="56141" y="28096"/>
                  <a:pt x="57269" y="26768"/>
                </a:cubicBezTo>
                <a:cubicBezTo>
                  <a:pt x="57570" y="26442"/>
                  <a:pt x="57845" y="26116"/>
                  <a:pt x="58146" y="25790"/>
                </a:cubicBezTo>
                <a:cubicBezTo>
                  <a:pt x="58447" y="25489"/>
                  <a:pt x="58748" y="25138"/>
                  <a:pt x="59074" y="24838"/>
                </a:cubicBezTo>
                <a:cubicBezTo>
                  <a:pt x="59700" y="24211"/>
                  <a:pt x="60377" y="23635"/>
                  <a:pt x="61129" y="23083"/>
                </a:cubicBezTo>
                <a:lnTo>
                  <a:pt x="61129" y="23083"/>
                </a:lnTo>
                <a:cubicBezTo>
                  <a:pt x="60176" y="23184"/>
                  <a:pt x="59274" y="23534"/>
                  <a:pt x="58447" y="23961"/>
                </a:cubicBezTo>
                <a:cubicBezTo>
                  <a:pt x="58021" y="24186"/>
                  <a:pt x="57620" y="24437"/>
                  <a:pt x="57219" y="24687"/>
                </a:cubicBezTo>
                <a:cubicBezTo>
                  <a:pt x="57018" y="24813"/>
                  <a:pt x="56843" y="24963"/>
                  <a:pt x="56642" y="25088"/>
                </a:cubicBezTo>
                <a:cubicBezTo>
                  <a:pt x="56442" y="25239"/>
                  <a:pt x="56266" y="25389"/>
                  <a:pt x="56066" y="25539"/>
                </a:cubicBezTo>
                <a:cubicBezTo>
                  <a:pt x="54612" y="26717"/>
                  <a:pt x="53359" y="28196"/>
                  <a:pt x="52357" y="29750"/>
                </a:cubicBezTo>
                <a:cubicBezTo>
                  <a:pt x="52106" y="30151"/>
                  <a:pt x="51830" y="30552"/>
                  <a:pt x="51605" y="30953"/>
                </a:cubicBezTo>
                <a:cubicBezTo>
                  <a:pt x="51404" y="31379"/>
                  <a:pt x="51179" y="31780"/>
                  <a:pt x="50978" y="32206"/>
                </a:cubicBezTo>
                <a:lnTo>
                  <a:pt x="50652" y="32833"/>
                </a:lnTo>
                <a:cubicBezTo>
                  <a:pt x="50577" y="33058"/>
                  <a:pt x="50477" y="33284"/>
                  <a:pt x="50402" y="33484"/>
                </a:cubicBezTo>
                <a:cubicBezTo>
                  <a:pt x="50226" y="33910"/>
                  <a:pt x="50076" y="34362"/>
                  <a:pt x="49901" y="34788"/>
                </a:cubicBezTo>
                <a:cubicBezTo>
                  <a:pt x="49625" y="35665"/>
                  <a:pt x="49399" y="36567"/>
                  <a:pt x="49174" y="37469"/>
                </a:cubicBezTo>
                <a:cubicBezTo>
                  <a:pt x="49023" y="38271"/>
                  <a:pt x="48923" y="39098"/>
                  <a:pt x="48848" y="39900"/>
                </a:cubicBezTo>
                <a:lnTo>
                  <a:pt x="47720" y="42733"/>
                </a:lnTo>
                <a:lnTo>
                  <a:pt x="47695" y="42733"/>
                </a:lnTo>
                <a:cubicBezTo>
                  <a:pt x="46868" y="41730"/>
                  <a:pt x="45966" y="40728"/>
                  <a:pt x="45063" y="39750"/>
                </a:cubicBezTo>
                <a:lnTo>
                  <a:pt x="45464" y="36793"/>
                </a:lnTo>
                <a:cubicBezTo>
                  <a:pt x="45690" y="35991"/>
                  <a:pt x="45865" y="35214"/>
                  <a:pt x="46041" y="34437"/>
                </a:cubicBezTo>
                <a:cubicBezTo>
                  <a:pt x="46166" y="33986"/>
                  <a:pt x="46292" y="33509"/>
                  <a:pt x="46417" y="33058"/>
                </a:cubicBezTo>
                <a:cubicBezTo>
                  <a:pt x="46517" y="32582"/>
                  <a:pt x="46617" y="32131"/>
                  <a:pt x="46743" y="31680"/>
                </a:cubicBezTo>
                <a:cubicBezTo>
                  <a:pt x="46868" y="31229"/>
                  <a:pt x="46993" y="30753"/>
                  <a:pt x="47119" y="30301"/>
                </a:cubicBezTo>
                <a:cubicBezTo>
                  <a:pt x="47219" y="29850"/>
                  <a:pt x="47369" y="29399"/>
                  <a:pt x="47495" y="28948"/>
                </a:cubicBezTo>
                <a:cubicBezTo>
                  <a:pt x="47645" y="28522"/>
                  <a:pt x="47745" y="28046"/>
                  <a:pt x="47896" y="27620"/>
                </a:cubicBezTo>
                <a:lnTo>
                  <a:pt x="48347" y="26291"/>
                </a:lnTo>
                <a:cubicBezTo>
                  <a:pt x="48948" y="24537"/>
                  <a:pt x="49625" y="22808"/>
                  <a:pt x="50427" y="21128"/>
                </a:cubicBezTo>
                <a:cubicBezTo>
                  <a:pt x="50627" y="20727"/>
                  <a:pt x="50828" y="20276"/>
                  <a:pt x="51053" y="19875"/>
                </a:cubicBezTo>
                <a:lnTo>
                  <a:pt x="51379" y="19249"/>
                </a:lnTo>
                <a:lnTo>
                  <a:pt x="51730" y="18622"/>
                </a:lnTo>
                <a:cubicBezTo>
                  <a:pt x="52181" y="17795"/>
                  <a:pt x="52683" y="16993"/>
                  <a:pt x="53234" y="16191"/>
                </a:cubicBezTo>
                <a:lnTo>
                  <a:pt x="53234" y="16191"/>
                </a:lnTo>
                <a:cubicBezTo>
                  <a:pt x="52357" y="16642"/>
                  <a:pt x="51580" y="17269"/>
                  <a:pt x="50878" y="17970"/>
                </a:cubicBezTo>
                <a:lnTo>
                  <a:pt x="50352" y="18497"/>
                </a:lnTo>
                <a:lnTo>
                  <a:pt x="49850" y="19073"/>
                </a:lnTo>
                <a:cubicBezTo>
                  <a:pt x="49525" y="19449"/>
                  <a:pt x="49224" y="19850"/>
                  <a:pt x="48948" y="20251"/>
                </a:cubicBezTo>
                <a:cubicBezTo>
                  <a:pt x="47795" y="21880"/>
                  <a:pt x="46918" y="23710"/>
                  <a:pt x="46266" y="25590"/>
                </a:cubicBezTo>
                <a:lnTo>
                  <a:pt x="45815" y="27018"/>
                </a:lnTo>
                <a:cubicBezTo>
                  <a:pt x="45740" y="27244"/>
                  <a:pt x="45690" y="27494"/>
                  <a:pt x="45640" y="27720"/>
                </a:cubicBezTo>
                <a:cubicBezTo>
                  <a:pt x="45590" y="27971"/>
                  <a:pt x="45540" y="28221"/>
                  <a:pt x="45489" y="28447"/>
                </a:cubicBezTo>
                <a:cubicBezTo>
                  <a:pt x="45264" y="29424"/>
                  <a:pt x="45164" y="30402"/>
                  <a:pt x="45063" y="31379"/>
                </a:cubicBezTo>
                <a:cubicBezTo>
                  <a:pt x="44988" y="31880"/>
                  <a:pt x="44988" y="32382"/>
                  <a:pt x="44988" y="32858"/>
                </a:cubicBezTo>
                <a:cubicBezTo>
                  <a:pt x="44963" y="33359"/>
                  <a:pt x="44963" y="33860"/>
                  <a:pt x="44988" y="34336"/>
                </a:cubicBezTo>
                <a:cubicBezTo>
                  <a:pt x="45013" y="34838"/>
                  <a:pt x="45063" y="35314"/>
                  <a:pt x="45114" y="35815"/>
                </a:cubicBezTo>
                <a:cubicBezTo>
                  <a:pt x="45139" y="36116"/>
                  <a:pt x="45189" y="36417"/>
                  <a:pt x="45239" y="36692"/>
                </a:cubicBezTo>
                <a:lnTo>
                  <a:pt x="44838" y="39499"/>
                </a:lnTo>
                <a:cubicBezTo>
                  <a:pt x="43986" y="38572"/>
                  <a:pt x="43083" y="37645"/>
                  <a:pt x="42156" y="36717"/>
                </a:cubicBezTo>
                <a:lnTo>
                  <a:pt x="42332" y="36717"/>
                </a:lnTo>
                <a:lnTo>
                  <a:pt x="42432" y="34186"/>
                </a:lnTo>
                <a:cubicBezTo>
                  <a:pt x="42733" y="32357"/>
                  <a:pt x="42883" y="30577"/>
                  <a:pt x="43184" y="28823"/>
                </a:cubicBezTo>
                <a:lnTo>
                  <a:pt x="43284" y="28146"/>
                </a:lnTo>
                <a:lnTo>
                  <a:pt x="43384" y="27469"/>
                </a:lnTo>
                <a:cubicBezTo>
                  <a:pt x="43459" y="27018"/>
                  <a:pt x="43535" y="26542"/>
                  <a:pt x="43585" y="26091"/>
                </a:cubicBezTo>
                <a:cubicBezTo>
                  <a:pt x="43760" y="25189"/>
                  <a:pt x="43885" y="24286"/>
                  <a:pt x="44061" y="23384"/>
                </a:cubicBezTo>
                <a:cubicBezTo>
                  <a:pt x="44387" y="21554"/>
                  <a:pt x="44738" y="19750"/>
                  <a:pt x="45114" y="17920"/>
                </a:cubicBezTo>
                <a:cubicBezTo>
                  <a:pt x="45464" y="16091"/>
                  <a:pt x="45840" y="14286"/>
                  <a:pt x="46166" y="12381"/>
                </a:cubicBezTo>
                <a:lnTo>
                  <a:pt x="46166" y="12381"/>
                </a:lnTo>
                <a:cubicBezTo>
                  <a:pt x="45565" y="13133"/>
                  <a:pt x="45088" y="13960"/>
                  <a:pt x="44637" y="14813"/>
                </a:cubicBezTo>
                <a:cubicBezTo>
                  <a:pt x="44412" y="15239"/>
                  <a:pt x="44211" y="15690"/>
                  <a:pt x="44011" y="16116"/>
                </a:cubicBezTo>
                <a:cubicBezTo>
                  <a:pt x="43810" y="16567"/>
                  <a:pt x="43610" y="16993"/>
                  <a:pt x="43459" y="17444"/>
                </a:cubicBezTo>
                <a:cubicBezTo>
                  <a:pt x="42758" y="19224"/>
                  <a:pt x="42256" y="21103"/>
                  <a:pt x="41906" y="22983"/>
                </a:cubicBezTo>
                <a:cubicBezTo>
                  <a:pt x="41830" y="23459"/>
                  <a:pt x="41730" y="23935"/>
                  <a:pt x="41680" y="24412"/>
                </a:cubicBezTo>
                <a:cubicBezTo>
                  <a:pt x="41630" y="24888"/>
                  <a:pt x="41580" y="25364"/>
                  <a:pt x="41530" y="25840"/>
                </a:cubicBezTo>
                <a:cubicBezTo>
                  <a:pt x="41505" y="26341"/>
                  <a:pt x="41479" y="26818"/>
                  <a:pt x="41479" y="27294"/>
                </a:cubicBezTo>
                <a:lnTo>
                  <a:pt x="41454" y="28021"/>
                </a:lnTo>
                <a:lnTo>
                  <a:pt x="41479" y="28747"/>
                </a:lnTo>
                <a:cubicBezTo>
                  <a:pt x="41479" y="29224"/>
                  <a:pt x="41505" y="29700"/>
                  <a:pt x="41555" y="30176"/>
                </a:cubicBezTo>
                <a:cubicBezTo>
                  <a:pt x="41605" y="30652"/>
                  <a:pt x="41655" y="31128"/>
                  <a:pt x="41730" y="31605"/>
                </a:cubicBezTo>
                <a:cubicBezTo>
                  <a:pt x="41755" y="31855"/>
                  <a:pt x="41805" y="32081"/>
                  <a:pt x="41830" y="32331"/>
                </a:cubicBezTo>
                <a:cubicBezTo>
                  <a:pt x="41906" y="32557"/>
                  <a:pt x="41956" y="32808"/>
                  <a:pt x="42006" y="33033"/>
                </a:cubicBezTo>
                <a:cubicBezTo>
                  <a:pt x="42056" y="33284"/>
                  <a:pt x="42131" y="33534"/>
                  <a:pt x="42206" y="33785"/>
                </a:cubicBezTo>
                <a:lnTo>
                  <a:pt x="42106" y="36467"/>
                </a:lnTo>
                <a:lnTo>
                  <a:pt x="41931" y="36467"/>
                </a:lnTo>
                <a:cubicBezTo>
                  <a:pt x="41028" y="35565"/>
                  <a:pt x="40126" y="34687"/>
                  <a:pt x="39199" y="33810"/>
                </a:cubicBezTo>
                <a:lnTo>
                  <a:pt x="39299" y="31354"/>
                </a:lnTo>
                <a:cubicBezTo>
                  <a:pt x="39449" y="30527"/>
                  <a:pt x="39525" y="29700"/>
                  <a:pt x="39650" y="28898"/>
                </a:cubicBezTo>
                <a:cubicBezTo>
                  <a:pt x="39700" y="28472"/>
                  <a:pt x="39750" y="28021"/>
                  <a:pt x="39800" y="27595"/>
                </a:cubicBezTo>
                <a:cubicBezTo>
                  <a:pt x="39825" y="27143"/>
                  <a:pt x="39900" y="26717"/>
                  <a:pt x="39951" y="26291"/>
                </a:cubicBezTo>
                <a:cubicBezTo>
                  <a:pt x="40126" y="24537"/>
                  <a:pt x="40301" y="22833"/>
                  <a:pt x="40502" y="21103"/>
                </a:cubicBezTo>
                <a:lnTo>
                  <a:pt x="41053" y="15915"/>
                </a:lnTo>
                <a:cubicBezTo>
                  <a:pt x="41229" y="14161"/>
                  <a:pt x="41429" y="12432"/>
                  <a:pt x="41530" y="10602"/>
                </a:cubicBezTo>
                <a:lnTo>
                  <a:pt x="41530" y="10602"/>
                </a:lnTo>
                <a:cubicBezTo>
                  <a:pt x="40552" y="12131"/>
                  <a:pt x="39900" y="13835"/>
                  <a:pt x="39374" y="15564"/>
                </a:cubicBezTo>
                <a:cubicBezTo>
                  <a:pt x="38848" y="17294"/>
                  <a:pt x="38497" y="19073"/>
                  <a:pt x="38322" y="20853"/>
                </a:cubicBezTo>
                <a:cubicBezTo>
                  <a:pt x="38121" y="22657"/>
                  <a:pt x="38071" y="24462"/>
                  <a:pt x="38221" y="26266"/>
                </a:cubicBezTo>
                <a:cubicBezTo>
                  <a:pt x="38347" y="27845"/>
                  <a:pt x="38597" y="29424"/>
                  <a:pt x="39073" y="30978"/>
                </a:cubicBezTo>
                <a:lnTo>
                  <a:pt x="38973" y="33585"/>
                </a:lnTo>
                <a:cubicBezTo>
                  <a:pt x="37921" y="32582"/>
                  <a:pt x="36843" y="31580"/>
                  <a:pt x="35765" y="30602"/>
                </a:cubicBezTo>
                <a:lnTo>
                  <a:pt x="35339" y="26567"/>
                </a:lnTo>
                <a:cubicBezTo>
                  <a:pt x="35640" y="25138"/>
                  <a:pt x="35840" y="23710"/>
                  <a:pt x="35991" y="22281"/>
                </a:cubicBezTo>
                <a:cubicBezTo>
                  <a:pt x="36141" y="20677"/>
                  <a:pt x="36241" y="19073"/>
                  <a:pt x="36266" y="17444"/>
                </a:cubicBezTo>
                <a:cubicBezTo>
                  <a:pt x="36291" y="15840"/>
                  <a:pt x="36266" y="14236"/>
                  <a:pt x="36141" y="12607"/>
                </a:cubicBezTo>
                <a:cubicBezTo>
                  <a:pt x="36016" y="11003"/>
                  <a:pt x="35815" y="9374"/>
                  <a:pt x="35414" y="7745"/>
                </a:cubicBezTo>
                <a:cubicBezTo>
                  <a:pt x="34913" y="9349"/>
                  <a:pt x="34612" y="10953"/>
                  <a:pt x="34412" y="12557"/>
                </a:cubicBezTo>
                <a:cubicBezTo>
                  <a:pt x="34211" y="14186"/>
                  <a:pt x="34111" y="15790"/>
                  <a:pt x="34086" y="17419"/>
                </a:cubicBezTo>
                <a:cubicBezTo>
                  <a:pt x="34061" y="19048"/>
                  <a:pt x="34111" y="20652"/>
                  <a:pt x="34261" y="22281"/>
                </a:cubicBezTo>
                <a:cubicBezTo>
                  <a:pt x="34437" y="23810"/>
                  <a:pt x="34662" y="25314"/>
                  <a:pt x="35113" y="26818"/>
                </a:cubicBezTo>
                <a:lnTo>
                  <a:pt x="35489" y="30352"/>
                </a:lnTo>
                <a:cubicBezTo>
                  <a:pt x="34662" y="29600"/>
                  <a:pt x="33810" y="28848"/>
                  <a:pt x="32958" y="28121"/>
                </a:cubicBezTo>
                <a:lnTo>
                  <a:pt x="32532" y="23961"/>
                </a:lnTo>
                <a:cubicBezTo>
                  <a:pt x="32858" y="22557"/>
                  <a:pt x="33008" y="21204"/>
                  <a:pt x="33134" y="19825"/>
                </a:cubicBezTo>
                <a:cubicBezTo>
                  <a:pt x="33259" y="18321"/>
                  <a:pt x="33284" y="16843"/>
                  <a:pt x="33259" y="15339"/>
                </a:cubicBezTo>
                <a:cubicBezTo>
                  <a:pt x="33234" y="13835"/>
                  <a:pt x="33134" y="12356"/>
                  <a:pt x="32933" y="10853"/>
                </a:cubicBezTo>
                <a:cubicBezTo>
                  <a:pt x="32758" y="9374"/>
                  <a:pt x="32507" y="7870"/>
                  <a:pt x="32006" y="6391"/>
                </a:cubicBezTo>
                <a:cubicBezTo>
                  <a:pt x="31580" y="7895"/>
                  <a:pt x="31354" y="9399"/>
                  <a:pt x="31229" y="10878"/>
                </a:cubicBezTo>
                <a:cubicBezTo>
                  <a:pt x="31078" y="12381"/>
                  <a:pt x="31028" y="13885"/>
                  <a:pt x="31078" y="15389"/>
                </a:cubicBezTo>
                <a:cubicBezTo>
                  <a:pt x="31103" y="16893"/>
                  <a:pt x="31204" y="18372"/>
                  <a:pt x="31404" y="19875"/>
                </a:cubicBezTo>
                <a:cubicBezTo>
                  <a:pt x="31605" y="21204"/>
                  <a:pt x="31855" y="22557"/>
                  <a:pt x="32256" y="23860"/>
                </a:cubicBezTo>
                <a:lnTo>
                  <a:pt x="32682" y="27870"/>
                </a:lnTo>
                <a:cubicBezTo>
                  <a:pt x="31504" y="26843"/>
                  <a:pt x="30327" y="25840"/>
                  <a:pt x="29174" y="24863"/>
                </a:cubicBezTo>
                <a:lnTo>
                  <a:pt x="29299" y="24863"/>
                </a:lnTo>
                <a:lnTo>
                  <a:pt x="28722" y="20452"/>
                </a:lnTo>
                <a:cubicBezTo>
                  <a:pt x="29023" y="19349"/>
                  <a:pt x="29249" y="18246"/>
                  <a:pt x="29474" y="17168"/>
                </a:cubicBezTo>
                <a:cubicBezTo>
                  <a:pt x="29700" y="15865"/>
                  <a:pt x="29900" y="14562"/>
                  <a:pt x="30051" y="13284"/>
                </a:cubicBezTo>
                <a:cubicBezTo>
                  <a:pt x="30176" y="11980"/>
                  <a:pt x="30276" y="10652"/>
                  <a:pt x="30327" y="9349"/>
                </a:cubicBezTo>
                <a:cubicBezTo>
                  <a:pt x="30352" y="8021"/>
                  <a:pt x="30327" y="6667"/>
                  <a:pt x="30101" y="5289"/>
                </a:cubicBezTo>
                <a:cubicBezTo>
                  <a:pt x="29424" y="6517"/>
                  <a:pt x="28973" y="7795"/>
                  <a:pt x="28622" y="9098"/>
                </a:cubicBezTo>
                <a:cubicBezTo>
                  <a:pt x="28271" y="10376"/>
                  <a:pt x="27996" y="11705"/>
                  <a:pt x="27870" y="13033"/>
                </a:cubicBezTo>
                <a:cubicBezTo>
                  <a:pt x="27720" y="14361"/>
                  <a:pt x="27670" y="15715"/>
                  <a:pt x="27745" y="17068"/>
                </a:cubicBezTo>
                <a:cubicBezTo>
                  <a:pt x="27845" y="18397"/>
                  <a:pt x="28046" y="19775"/>
                  <a:pt x="28547" y="21078"/>
                </a:cubicBezTo>
                <a:cubicBezTo>
                  <a:pt x="28547" y="21078"/>
                  <a:pt x="28547" y="21053"/>
                  <a:pt x="28547" y="21053"/>
                </a:cubicBezTo>
                <a:lnTo>
                  <a:pt x="29023" y="24637"/>
                </a:lnTo>
                <a:lnTo>
                  <a:pt x="28898" y="24637"/>
                </a:lnTo>
                <a:cubicBezTo>
                  <a:pt x="27971" y="23860"/>
                  <a:pt x="27068" y="23133"/>
                  <a:pt x="26216" y="22432"/>
                </a:cubicBezTo>
                <a:lnTo>
                  <a:pt x="26316" y="22432"/>
                </a:lnTo>
                <a:lnTo>
                  <a:pt x="25740" y="18021"/>
                </a:lnTo>
                <a:cubicBezTo>
                  <a:pt x="26041" y="16818"/>
                  <a:pt x="26091" y="15590"/>
                  <a:pt x="26116" y="14387"/>
                </a:cubicBezTo>
                <a:cubicBezTo>
                  <a:pt x="26091" y="13033"/>
                  <a:pt x="25941" y="11705"/>
                  <a:pt x="25715" y="10402"/>
                </a:cubicBezTo>
                <a:cubicBezTo>
                  <a:pt x="25489" y="9073"/>
                  <a:pt x="25164" y="7795"/>
                  <a:pt x="24738" y="6517"/>
                </a:cubicBezTo>
                <a:cubicBezTo>
                  <a:pt x="24311" y="5264"/>
                  <a:pt x="23785" y="4011"/>
                  <a:pt x="23033" y="2858"/>
                </a:cubicBezTo>
                <a:lnTo>
                  <a:pt x="23033" y="2858"/>
                </a:lnTo>
                <a:cubicBezTo>
                  <a:pt x="22908" y="4236"/>
                  <a:pt x="22958" y="5564"/>
                  <a:pt x="23058" y="6868"/>
                </a:cubicBezTo>
                <a:cubicBezTo>
                  <a:pt x="23159" y="8196"/>
                  <a:pt x="23334" y="9499"/>
                  <a:pt x="23560" y="10777"/>
                </a:cubicBezTo>
                <a:cubicBezTo>
                  <a:pt x="23785" y="12056"/>
                  <a:pt x="24061" y="13334"/>
                  <a:pt x="24387" y="14612"/>
                </a:cubicBezTo>
                <a:cubicBezTo>
                  <a:pt x="24712" y="15765"/>
                  <a:pt x="25038" y="16918"/>
                  <a:pt x="25489" y="18071"/>
                </a:cubicBezTo>
                <a:lnTo>
                  <a:pt x="26016" y="22181"/>
                </a:lnTo>
                <a:lnTo>
                  <a:pt x="25915" y="22181"/>
                </a:lnTo>
                <a:cubicBezTo>
                  <a:pt x="24788" y="21279"/>
                  <a:pt x="23735" y="20427"/>
                  <a:pt x="22758" y="19650"/>
                </a:cubicBezTo>
                <a:lnTo>
                  <a:pt x="22607" y="16793"/>
                </a:lnTo>
                <a:cubicBezTo>
                  <a:pt x="22808" y="15464"/>
                  <a:pt x="22783" y="14161"/>
                  <a:pt x="22682" y="12858"/>
                </a:cubicBezTo>
                <a:cubicBezTo>
                  <a:pt x="22557" y="11404"/>
                  <a:pt x="22331" y="9950"/>
                  <a:pt x="21981" y="8547"/>
                </a:cubicBezTo>
                <a:cubicBezTo>
                  <a:pt x="21630" y="7143"/>
                  <a:pt x="21179" y="5765"/>
                  <a:pt x="20627" y="4412"/>
                </a:cubicBezTo>
                <a:cubicBezTo>
                  <a:pt x="20076" y="3083"/>
                  <a:pt x="19424" y="1755"/>
                  <a:pt x="18547" y="527"/>
                </a:cubicBezTo>
                <a:lnTo>
                  <a:pt x="18547" y="527"/>
                </a:lnTo>
                <a:cubicBezTo>
                  <a:pt x="18572" y="2031"/>
                  <a:pt x="18747" y="3459"/>
                  <a:pt x="18973" y="4888"/>
                </a:cubicBezTo>
                <a:cubicBezTo>
                  <a:pt x="19224" y="6291"/>
                  <a:pt x="19499" y="7695"/>
                  <a:pt x="19850" y="9073"/>
                </a:cubicBezTo>
                <a:cubicBezTo>
                  <a:pt x="20201" y="10452"/>
                  <a:pt x="20577" y="11830"/>
                  <a:pt x="21003" y="13184"/>
                </a:cubicBezTo>
                <a:cubicBezTo>
                  <a:pt x="21404" y="14437"/>
                  <a:pt x="21830" y="15665"/>
                  <a:pt x="22382" y="16918"/>
                </a:cubicBezTo>
                <a:lnTo>
                  <a:pt x="22482" y="19449"/>
                </a:lnTo>
                <a:cubicBezTo>
                  <a:pt x="21279" y="18497"/>
                  <a:pt x="20176" y="17670"/>
                  <a:pt x="19274" y="16968"/>
                </a:cubicBezTo>
                <a:lnTo>
                  <a:pt x="19324" y="14361"/>
                </a:lnTo>
                <a:cubicBezTo>
                  <a:pt x="19349" y="14412"/>
                  <a:pt x="19374" y="14487"/>
                  <a:pt x="19399" y="14537"/>
                </a:cubicBezTo>
                <a:cubicBezTo>
                  <a:pt x="19650" y="13083"/>
                  <a:pt x="19499" y="11554"/>
                  <a:pt x="19123" y="10126"/>
                </a:cubicBezTo>
                <a:cubicBezTo>
                  <a:pt x="18697" y="8697"/>
                  <a:pt x="18096" y="7319"/>
                  <a:pt x="17319" y="6066"/>
                </a:cubicBezTo>
                <a:cubicBezTo>
                  <a:pt x="16542" y="4813"/>
                  <a:pt x="15640" y="3635"/>
                  <a:pt x="14587" y="2607"/>
                </a:cubicBezTo>
                <a:cubicBezTo>
                  <a:pt x="14086" y="2106"/>
                  <a:pt x="13534" y="1604"/>
                  <a:pt x="12933" y="1153"/>
                </a:cubicBezTo>
                <a:cubicBezTo>
                  <a:pt x="12356" y="727"/>
                  <a:pt x="11755" y="301"/>
                  <a:pt x="110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49"/>
          <p:cNvSpPr/>
          <p:nvPr/>
        </p:nvSpPr>
        <p:spPr>
          <a:xfrm flipH="1">
            <a:off x="-482998" y="-13900"/>
            <a:ext cx="2291250" cy="961526"/>
          </a:xfrm>
          <a:custGeom>
            <a:rect b="b" l="l" r="r" t="t"/>
            <a:pathLst>
              <a:path extrusionOk="0" h="26273" w="62611">
                <a:moveTo>
                  <a:pt x="42844" y="1"/>
                </a:moveTo>
                <a:cubicBezTo>
                  <a:pt x="43255" y="457"/>
                  <a:pt x="43780" y="777"/>
                  <a:pt x="44236" y="1188"/>
                </a:cubicBezTo>
                <a:cubicBezTo>
                  <a:pt x="46085" y="2854"/>
                  <a:pt x="47637" y="4749"/>
                  <a:pt x="49098" y="6734"/>
                </a:cubicBezTo>
                <a:cubicBezTo>
                  <a:pt x="51038" y="9359"/>
                  <a:pt x="52841" y="12098"/>
                  <a:pt x="54667" y="14837"/>
                </a:cubicBezTo>
                <a:cubicBezTo>
                  <a:pt x="55946" y="16755"/>
                  <a:pt x="57224" y="18695"/>
                  <a:pt x="58548" y="20589"/>
                </a:cubicBezTo>
                <a:cubicBezTo>
                  <a:pt x="59575" y="22004"/>
                  <a:pt x="60739" y="23306"/>
                  <a:pt x="61949" y="24584"/>
                </a:cubicBezTo>
                <a:cubicBezTo>
                  <a:pt x="62086" y="24721"/>
                  <a:pt x="62222" y="24858"/>
                  <a:pt x="62359" y="25017"/>
                </a:cubicBezTo>
                <a:cubicBezTo>
                  <a:pt x="62542" y="25246"/>
                  <a:pt x="62610" y="25497"/>
                  <a:pt x="62496" y="25793"/>
                </a:cubicBezTo>
                <a:cubicBezTo>
                  <a:pt x="62382" y="26090"/>
                  <a:pt x="62131" y="26227"/>
                  <a:pt x="61812" y="26250"/>
                </a:cubicBezTo>
                <a:cubicBezTo>
                  <a:pt x="61446" y="26273"/>
                  <a:pt x="61081" y="26227"/>
                  <a:pt x="60739" y="26136"/>
                </a:cubicBezTo>
                <a:cubicBezTo>
                  <a:pt x="58570" y="25588"/>
                  <a:pt x="56470" y="24926"/>
                  <a:pt x="54348" y="24219"/>
                </a:cubicBezTo>
                <a:cubicBezTo>
                  <a:pt x="51266" y="23169"/>
                  <a:pt x="48185" y="22073"/>
                  <a:pt x="45081" y="21069"/>
                </a:cubicBezTo>
                <a:cubicBezTo>
                  <a:pt x="42159" y="20110"/>
                  <a:pt x="39215" y="19197"/>
                  <a:pt x="36202" y="18512"/>
                </a:cubicBezTo>
                <a:cubicBezTo>
                  <a:pt x="33645" y="17942"/>
                  <a:pt x="31112" y="17325"/>
                  <a:pt x="28578" y="16572"/>
                </a:cubicBezTo>
                <a:cubicBezTo>
                  <a:pt x="25702" y="15728"/>
                  <a:pt x="22917" y="14586"/>
                  <a:pt x="20155" y="13377"/>
                </a:cubicBezTo>
                <a:cubicBezTo>
                  <a:pt x="18535" y="12646"/>
                  <a:pt x="16891" y="12007"/>
                  <a:pt x="15316" y="11231"/>
                </a:cubicBezTo>
                <a:cubicBezTo>
                  <a:pt x="11254" y="9245"/>
                  <a:pt x="7396" y="6917"/>
                  <a:pt x="3835" y="4132"/>
                </a:cubicBezTo>
                <a:cubicBezTo>
                  <a:pt x="2420" y="3037"/>
                  <a:pt x="1210" y="1713"/>
                  <a:pt x="160" y="275"/>
                </a:cubicBezTo>
                <a:cubicBezTo>
                  <a:pt x="92" y="184"/>
                  <a:pt x="1" y="115"/>
                  <a:pt x="24" y="1"/>
                </a:cubicBezTo>
                <a:lnTo>
                  <a:pt x="15796" y="1"/>
                </a:lnTo>
                <a:cubicBezTo>
                  <a:pt x="16184" y="435"/>
                  <a:pt x="16070" y="982"/>
                  <a:pt x="16138" y="1507"/>
                </a:cubicBezTo>
                <a:cubicBezTo>
                  <a:pt x="16321" y="2991"/>
                  <a:pt x="16252" y="4475"/>
                  <a:pt x="16252" y="5958"/>
                </a:cubicBezTo>
                <a:cubicBezTo>
                  <a:pt x="16275" y="6712"/>
                  <a:pt x="16412" y="7419"/>
                  <a:pt x="16549" y="8127"/>
                </a:cubicBezTo>
                <a:cubicBezTo>
                  <a:pt x="16572" y="8309"/>
                  <a:pt x="16618" y="8538"/>
                  <a:pt x="16891" y="8606"/>
                </a:cubicBezTo>
                <a:cubicBezTo>
                  <a:pt x="17097" y="8035"/>
                  <a:pt x="17165" y="7442"/>
                  <a:pt x="17165" y="6848"/>
                </a:cubicBezTo>
                <a:cubicBezTo>
                  <a:pt x="17165" y="5433"/>
                  <a:pt x="17348" y="4018"/>
                  <a:pt x="17302" y="2603"/>
                </a:cubicBezTo>
                <a:cubicBezTo>
                  <a:pt x="17257" y="1987"/>
                  <a:pt x="17325" y="1370"/>
                  <a:pt x="17211" y="754"/>
                </a:cubicBezTo>
                <a:cubicBezTo>
                  <a:pt x="17165" y="572"/>
                  <a:pt x="17165" y="343"/>
                  <a:pt x="17325" y="229"/>
                </a:cubicBezTo>
                <a:cubicBezTo>
                  <a:pt x="17508" y="115"/>
                  <a:pt x="17690" y="275"/>
                  <a:pt x="17827" y="389"/>
                </a:cubicBezTo>
                <a:cubicBezTo>
                  <a:pt x="18398" y="800"/>
                  <a:pt x="18969" y="1211"/>
                  <a:pt x="19562" y="1622"/>
                </a:cubicBezTo>
                <a:cubicBezTo>
                  <a:pt x="22986" y="4018"/>
                  <a:pt x="26524" y="6232"/>
                  <a:pt x="30244" y="8127"/>
                </a:cubicBezTo>
                <a:cubicBezTo>
                  <a:pt x="30746" y="8378"/>
                  <a:pt x="31043" y="8720"/>
                  <a:pt x="31249" y="9222"/>
                </a:cubicBezTo>
                <a:cubicBezTo>
                  <a:pt x="31842" y="10843"/>
                  <a:pt x="32481" y="12441"/>
                  <a:pt x="33257" y="13993"/>
                </a:cubicBezTo>
                <a:cubicBezTo>
                  <a:pt x="33440" y="14335"/>
                  <a:pt x="33622" y="14678"/>
                  <a:pt x="33851" y="14974"/>
                </a:cubicBezTo>
                <a:cubicBezTo>
                  <a:pt x="33919" y="15066"/>
                  <a:pt x="33988" y="15157"/>
                  <a:pt x="34125" y="15134"/>
                </a:cubicBezTo>
                <a:cubicBezTo>
                  <a:pt x="34284" y="15088"/>
                  <a:pt x="34261" y="14951"/>
                  <a:pt x="34261" y="14815"/>
                </a:cubicBezTo>
                <a:cubicBezTo>
                  <a:pt x="34239" y="14449"/>
                  <a:pt x="34079" y="14107"/>
                  <a:pt x="33919" y="13787"/>
                </a:cubicBezTo>
                <a:cubicBezTo>
                  <a:pt x="33348" y="12532"/>
                  <a:pt x="32778" y="11277"/>
                  <a:pt x="32162" y="10021"/>
                </a:cubicBezTo>
                <a:cubicBezTo>
                  <a:pt x="32047" y="9793"/>
                  <a:pt x="31796" y="9519"/>
                  <a:pt x="32025" y="9291"/>
                </a:cubicBezTo>
                <a:cubicBezTo>
                  <a:pt x="32253" y="9063"/>
                  <a:pt x="32550" y="9291"/>
                  <a:pt x="32778" y="9405"/>
                </a:cubicBezTo>
                <a:cubicBezTo>
                  <a:pt x="36293" y="11254"/>
                  <a:pt x="39968" y="12737"/>
                  <a:pt x="43597" y="14267"/>
                </a:cubicBezTo>
                <a:cubicBezTo>
                  <a:pt x="44190" y="14518"/>
                  <a:pt x="44556" y="14860"/>
                  <a:pt x="44693" y="15499"/>
                </a:cubicBezTo>
                <a:cubicBezTo>
                  <a:pt x="44944" y="16572"/>
                  <a:pt x="45332" y="17576"/>
                  <a:pt x="45720" y="18604"/>
                </a:cubicBezTo>
                <a:cubicBezTo>
                  <a:pt x="45811" y="18832"/>
                  <a:pt x="45902" y="19083"/>
                  <a:pt x="46131" y="19311"/>
                </a:cubicBezTo>
                <a:cubicBezTo>
                  <a:pt x="46245" y="19014"/>
                  <a:pt x="46153" y="18763"/>
                  <a:pt x="46085" y="18512"/>
                </a:cubicBezTo>
                <a:cubicBezTo>
                  <a:pt x="45834" y="17531"/>
                  <a:pt x="45469" y="16572"/>
                  <a:pt x="45081" y="15613"/>
                </a:cubicBezTo>
                <a:cubicBezTo>
                  <a:pt x="45035" y="15476"/>
                  <a:pt x="44921" y="15294"/>
                  <a:pt x="45081" y="15180"/>
                </a:cubicBezTo>
                <a:cubicBezTo>
                  <a:pt x="45218" y="15066"/>
                  <a:pt x="45355" y="15180"/>
                  <a:pt x="45492" y="15248"/>
                </a:cubicBezTo>
                <a:cubicBezTo>
                  <a:pt x="49235" y="17257"/>
                  <a:pt x="52933" y="19357"/>
                  <a:pt x="56470" y="21571"/>
                </a:cubicBezTo>
                <a:cubicBezTo>
                  <a:pt x="52613" y="18695"/>
                  <a:pt x="48664" y="15796"/>
                  <a:pt x="44442" y="13331"/>
                </a:cubicBezTo>
                <a:cubicBezTo>
                  <a:pt x="43848" y="12966"/>
                  <a:pt x="43209" y="12692"/>
                  <a:pt x="42593" y="12372"/>
                </a:cubicBezTo>
                <a:cubicBezTo>
                  <a:pt x="42387" y="12258"/>
                  <a:pt x="42091" y="12212"/>
                  <a:pt x="42091" y="11939"/>
                </a:cubicBezTo>
                <a:cubicBezTo>
                  <a:pt x="42068" y="11687"/>
                  <a:pt x="42364" y="11596"/>
                  <a:pt x="42570" y="11505"/>
                </a:cubicBezTo>
                <a:cubicBezTo>
                  <a:pt x="43506" y="11026"/>
                  <a:pt x="44487" y="10683"/>
                  <a:pt x="45446" y="10249"/>
                </a:cubicBezTo>
                <a:cubicBezTo>
                  <a:pt x="46131" y="9930"/>
                  <a:pt x="46793" y="9565"/>
                  <a:pt x="47477" y="9199"/>
                </a:cubicBezTo>
                <a:cubicBezTo>
                  <a:pt x="46975" y="9177"/>
                  <a:pt x="46519" y="9314"/>
                  <a:pt x="46085" y="9473"/>
                </a:cubicBezTo>
                <a:cubicBezTo>
                  <a:pt x="44419" y="10113"/>
                  <a:pt x="42661" y="10546"/>
                  <a:pt x="41063" y="11368"/>
                </a:cubicBezTo>
                <a:cubicBezTo>
                  <a:pt x="40767" y="11505"/>
                  <a:pt x="40493" y="11436"/>
                  <a:pt x="40219" y="11299"/>
                </a:cubicBezTo>
                <a:cubicBezTo>
                  <a:pt x="37799" y="10272"/>
                  <a:pt x="35471" y="9017"/>
                  <a:pt x="33075" y="7853"/>
                </a:cubicBezTo>
                <a:cubicBezTo>
                  <a:pt x="31682" y="7168"/>
                  <a:pt x="30313" y="6460"/>
                  <a:pt x="28966" y="5684"/>
                </a:cubicBezTo>
                <a:cubicBezTo>
                  <a:pt x="28875" y="5639"/>
                  <a:pt x="28783" y="5593"/>
                  <a:pt x="28692" y="5525"/>
                </a:cubicBezTo>
                <a:cubicBezTo>
                  <a:pt x="28509" y="5411"/>
                  <a:pt x="28236" y="5319"/>
                  <a:pt x="28281" y="5068"/>
                </a:cubicBezTo>
                <a:cubicBezTo>
                  <a:pt x="28327" y="4840"/>
                  <a:pt x="28601" y="4840"/>
                  <a:pt x="28806" y="4817"/>
                </a:cubicBezTo>
                <a:cubicBezTo>
                  <a:pt x="32116" y="4269"/>
                  <a:pt x="35403" y="3584"/>
                  <a:pt x="38758" y="3333"/>
                </a:cubicBezTo>
                <a:cubicBezTo>
                  <a:pt x="39740" y="3265"/>
                  <a:pt x="40721" y="3196"/>
                  <a:pt x="41725" y="2877"/>
                </a:cubicBezTo>
                <a:cubicBezTo>
                  <a:pt x="40698" y="2671"/>
                  <a:pt x="39717" y="2740"/>
                  <a:pt x="38758" y="2786"/>
                </a:cubicBezTo>
                <a:cubicBezTo>
                  <a:pt x="36156" y="2877"/>
                  <a:pt x="33600" y="3288"/>
                  <a:pt x="31043" y="3744"/>
                </a:cubicBezTo>
                <a:cubicBezTo>
                  <a:pt x="29902" y="3927"/>
                  <a:pt x="28761" y="4246"/>
                  <a:pt x="27619" y="4497"/>
                </a:cubicBezTo>
                <a:cubicBezTo>
                  <a:pt x="27254" y="4566"/>
                  <a:pt x="26912" y="4520"/>
                  <a:pt x="26592" y="4315"/>
                </a:cubicBezTo>
                <a:cubicBezTo>
                  <a:pt x="24561" y="3059"/>
                  <a:pt x="22529" y="1781"/>
                  <a:pt x="20589" y="389"/>
                </a:cubicBezTo>
                <a:cubicBezTo>
                  <a:pt x="20452" y="298"/>
                  <a:pt x="20247" y="229"/>
                  <a:pt x="20292" y="1"/>
                </a:cubicBezTo>
                <a:lnTo>
                  <a:pt x="42844" y="1"/>
                </a:lnTo>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61" name="Google Shape;1961;p49"/>
          <p:cNvGrpSpPr/>
          <p:nvPr/>
        </p:nvGrpSpPr>
        <p:grpSpPr>
          <a:xfrm>
            <a:off x="-224725" y="593982"/>
            <a:ext cx="876440" cy="775991"/>
            <a:chOff x="-324625" y="147275"/>
            <a:chExt cx="1044625" cy="924900"/>
          </a:xfrm>
        </p:grpSpPr>
        <p:sp>
          <p:nvSpPr>
            <p:cNvPr id="1962" name="Google Shape;1962;p49"/>
            <p:cNvSpPr/>
            <p:nvPr/>
          </p:nvSpPr>
          <p:spPr>
            <a:xfrm>
              <a:off x="-324625" y="147275"/>
              <a:ext cx="1044625" cy="924900"/>
            </a:xfrm>
            <a:custGeom>
              <a:rect b="b" l="l" r="r" t="t"/>
              <a:pathLst>
                <a:path extrusionOk="0" h="36996" w="41785">
                  <a:moveTo>
                    <a:pt x="21790" y="4329"/>
                  </a:moveTo>
                  <a:cubicBezTo>
                    <a:pt x="26248" y="4329"/>
                    <a:pt x="30701" y="6255"/>
                    <a:pt x="33184" y="10118"/>
                  </a:cubicBezTo>
                  <a:cubicBezTo>
                    <a:pt x="36417" y="15156"/>
                    <a:pt x="36392" y="22975"/>
                    <a:pt x="32131" y="27361"/>
                  </a:cubicBezTo>
                  <a:cubicBezTo>
                    <a:pt x="29851" y="29692"/>
                    <a:pt x="26818" y="31020"/>
                    <a:pt x="23685" y="31697"/>
                  </a:cubicBezTo>
                  <a:cubicBezTo>
                    <a:pt x="22633" y="31898"/>
                    <a:pt x="21530" y="32073"/>
                    <a:pt x="20427" y="32173"/>
                  </a:cubicBezTo>
                  <a:cubicBezTo>
                    <a:pt x="20377" y="32073"/>
                    <a:pt x="20277" y="31998"/>
                    <a:pt x="20126" y="31973"/>
                  </a:cubicBezTo>
                  <a:cubicBezTo>
                    <a:pt x="18121" y="31672"/>
                    <a:pt x="16317" y="31371"/>
                    <a:pt x="14437" y="30695"/>
                  </a:cubicBezTo>
                  <a:cubicBezTo>
                    <a:pt x="14387" y="30594"/>
                    <a:pt x="14287" y="30469"/>
                    <a:pt x="14136" y="30394"/>
                  </a:cubicBezTo>
                  <a:cubicBezTo>
                    <a:pt x="12407" y="29466"/>
                    <a:pt x="10853" y="28314"/>
                    <a:pt x="9525" y="26910"/>
                  </a:cubicBezTo>
                  <a:cubicBezTo>
                    <a:pt x="9525" y="26760"/>
                    <a:pt x="9450" y="26609"/>
                    <a:pt x="9349" y="26459"/>
                  </a:cubicBezTo>
                  <a:cubicBezTo>
                    <a:pt x="8748" y="25782"/>
                    <a:pt x="8171" y="25080"/>
                    <a:pt x="7595" y="24379"/>
                  </a:cubicBezTo>
                  <a:cubicBezTo>
                    <a:pt x="6166" y="21998"/>
                    <a:pt x="5490" y="19241"/>
                    <a:pt x="5991" y="16208"/>
                  </a:cubicBezTo>
                  <a:cubicBezTo>
                    <a:pt x="6968" y="10344"/>
                    <a:pt x="12733" y="6108"/>
                    <a:pt x="18197" y="4755"/>
                  </a:cubicBezTo>
                  <a:cubicBezTo>
                    <a:pt x="19369" y="4471"/>
                    <a:pt x="20579" y="4329"/>
                    <a:pt x="21790" y="4329"/>
                  </a:cubicBezTo>
                  <a:close/>
                  <a:moveTo>
                    <a:pt x="16441" y="1"/>
                  </a:moveTo>
                  <a:cubicBezTo>
                    <a:pt x="16325" y="1"/>
                    <a:pt x="16205" y="37"/>
                    <a:pt x="16091" y="118"/>
                  </a:cubicBezTo>
                  <a:cubicBezTo>
                    <a:pt x="14738" y="1020"/>
                    <a:pt x="13435" y="1998"/>
                    <a:pt x="12207" y="3100"/>
                  </a:cubicBezTo>
                  <a:cubicBezTo>
                    <a:pt x="11831" y="3426"/>
                    <a:pt x="11079" y="3978"/>
                    <a:pt x="10753" y="4554"/>
                  </a:cubicBezTo>
                  <a:cubicBezTo>
                    <a:pt x="10803" y="4153"/>
                    <a:pt x="10803" y="3777"/>
                    <a:pt x="10728" y="3376"/>
                  </a:cubicBezTo>
                  <a:cubicBezTo>
                    <a:pt x="10687" y="3025"/>
                    <a:pt x="10392" y="2863"/>
                    <a:pt x="10085" y="2863"/>
                  </a:cubicBezTo>
                  <a:cubicBezTo>
                    <a:pt x="9822" y="2863"/>
                    <a:pt x="9552" y="2981"/>
                    <a:pt x="9425" y="3201"/>
                  </a:cubicBezTo>
                  <a:cubicBezTo>
                    <a:pt x="8121" y="5456"/>
                    <a:pt x="6467" y="7812"/>
                    <a:pt x="5615" y="10268"/>
                  </a:cubicBezTo>
                  <a:cubicBezTo>
                    <a:pt x="5615" y="10293"/>
                    <a:pt x="5615" y="10293"/>
                    <a:pt x="5615" y="10318"/>
                  </a:cubicBezTo>
                  <a:cubicBezTo>
                    <a:pt x="5389" y="10644"/>
                    <a:pt x="5164" y="11020"/>
                    <a:pt x="4963" y="11371"/>
                  </a:cubicBezTo>
                  <a:cubicBezTo>
                    <a:pt x="4893" y="10975"/>
                    <a:pt x="4534" y="10722"/>
                    <a:pt x="4194" y="10722"/>
                  </a:cubicBezTo>
                  <a:cubicBezTo>
                    <a:pt x="3933" y="10722"/>
                    <a:pt x="3683" y="10872"/>
                    <a:pt x="3585" y="11221"/>
                  </a:cubicBezTo>
                  <a:cubicBezTo>
                    <a:pt x="3109" y="12875"/>
                    <a:pt x="2507" y="14554"/>
                    <a:pt x="2232" y="16258"/>
                  </a:cubicBezTo>
                  <a:cubicBezTo>
                    <a:pt x="1" y="24679"/>
                    <a:pt x="7269" y="33301"/>
                    <a:pt x="15314" y="35131"/>
                  </a:cubicBezTo>
                  <a:cubicBezTo>
                    <a:pt x="17311" y="36751"/>
                    <a:pt x="20507" y="36995"/>
                    <a:pt x="23040" y="36995"/>
                  </a:cubicBezTo>
                  <a:cubicBezTo>
                    <a:pt x="23368" y="36995"/>
                    <a:pt x="23684" y="36991"/>
                    <a:pt x="23986" y="36985"/>
                  </a:cubicBezTo>
                  <a:cubicBezTo>
                    <a:pt x="24838" y="36960"/>
                    <a:pt x="24938" y="35832"/>
                    <a:pt x="24187" y="35557"/>
                  </a:cubicBezTo>
                  <a:cubicBezTo>
                    <a:pt x="23786" y="35406"/>
                    <a:pt x="23410" y="35281"/>
                    <a:pt x="23009" y="35131"/>
                  </a:cubicBezTo>
                  <a:cubicBezTo>
                    <a:pt x="24763" y="34930"/>
                    <a:pt x="26492" y="34479"/>
                    <a:pt x="28121" y="33802"/>
                  </a:cubicBezTo>
                  <a:cubicBezTo>
                    <a:pt x="31956" y="33251"/>
                    <a:pt x="35690" y="32123"/>
                    <a:pt x="38322" y="29040"/>
                  </a:cubicBezTo>
                  <a:cubicBezTo>
                    <a:pt x="38763" y="28507"/>
                    <a:pt x="38388" y="27824"/>
                    <a:pt x="37774" y="27824"/>
                  </a:cubicBezTo>
                  <a:cubicBezTo>
                    <a:pt x="37724" y="27824"/>
                    <a:pt x="37673" y="27828"/>
                    <a:pt x="37620" y="27837"/>
                  </a:cubicBezTo>
                  <a:cubicBezTo>
                    <a:pt x="37119" y="27887"/>
                    <a:pt x="36668" y="27988"/>
                    <a:pt x="36192" y="28113"/>
                  </a:cubicBezTo>
                  <a:cubicBezTo>
                    <a:pt x="38197" y="26083"/>
                    <a:pt x="39951" y="23852"/>
                    <a:pt x="41480" y="21421"/>
                  </a:cubicBezTo>
                  <a:cubicBezTo>
                    <a:pt x="41784" y="20934"/>
                    <a:pt x="41350" y="20366"/>
                    <a:pt x="40854" y="20366"/>
                  </a:cubicBezTo>
                  <a:cubicBezTo>
                    <a:pt x="40737" y="20366"/>
                    <a:pt x="40617" y="20397"/>
                    <a:pt x="40502" y="20469"/>
                  </a:cubicBezTo>
                  <a:cubicBezTo>
                    <a:pt x="40076" y="20720"/>
                    <a:pt x="39675" y="20995"/>
                    <a:pt x="39299" y="21296"/>
                  </a:cubicBezTo>
                  <a:cubicBezTo>
                    <a:pt x="40101" y="18389"/>
                    <a:pt x="40553" y="15406"/>
                    <a:pt x="40728" y="12374"/>
                  </a:cubicBezTo>
                  <a:cubicBezTo>
                    <a:pt x="40741" y="11948"/>
                    <a:pt x="40444" y="11748"/>
                    <a:pt x="40121" y="11748"/>
                  </a:cubicBezTo>
                  <a:cubicBezTo>
                    <a:pt x="39835" y="11748"/>
                    <a:pt x="39529" y="11904"/>
                    <a:pt x="39400" y="12198"/>
                  </a:cubicBezTo>
                  <a:cubicBezTo>
                    <a:pt x="39124" y="12900"/>
                    <a:pt x="38873" y="13577"/>
                    <a:pt x="38648" y="14278"/>
                  </a:cubicBezTo>
                  <a:cubicBezTo>
                    <a:pt x="38497" y="13777"/>
                    <a:pt x="38322" y="13276"/>
                    <a:pt x="38147" y="12775"/>
                  </a:cubicBezTo>
                  <a:cubicBezTo>
                    <a:pt x="37971" y="12048"/>
                    <a:pt x="37771" y="11346"/>
                    <a:pt x="37520" y="10619"/>
                  </a:cubicBezTo>
                  <a:cubicBezTo>
                    <a:pt x="37670" y="10469"/>
                    <a:pt x="37746" y="10268"/>
                    <a:pt x="37670" y="9993"/>
                  </a:cubicBezTo>
                  <a:cubicBezTo>
                    <a:pt x="37620" y="9792"/>
                    <a:pt x="37595" y="9592"/>
                    <a:pt x="37545" y="9416"/>
                  </a:cubicBezTo>
                  <a:cubicBezTo>
                    <a:pt x="37771" y="8514"/>
                    <a:pt x="38096" y="7662"/>
                    <a:pt x="38648" y="6810"/>
                  </a:cubicBezTo>
                  <a:cubicBezTo>
                    <a:pt x="38873" y="6459"/>
                    <a:pt x="38673" y="6008"/>
                    <a:pt x="38347" y="5807"/>
                  </a:cubicBezTo>
                  <a:cubicBezTo>
                    <a:pt x="38422" y="5707"/>
                    <a:pt x="38497" y="5632"/>
                    <a:pt x="38573" y="5531"/>
                  </a:cubicBezTo>
                  <a:cubicBezTo>
                    <a:pt x="39099" y="4905"/>
                    <a:pt x="39751" y="4003"/>
                    <a:pt x="38999" y="3276"/>
                  </a:cubicBezTo>
                  <a:cubicBezTo>
                    <a:pt x="38765" y="3059"/>
                    <a:pt x="38506" y="2976"/>
                    <a:pt x="38239" y="2976"/>
                  </a:cubicBezTo>
                  <a:cubicBezTo>
                    <a:pt x="37675" y="2976"/>
                    <a:pt x="37077" y="3346"/>
                    <a:pt x="36618" y="3602"/>
                  </a:cubicBezTo>
                  <a:cubicBezTo>
                    <a:pt x="36517" y="3677"/>
                    <a:pt x="36392" y="3727"/>
                    <a:pt x="36292" y="3802"/>
                  </a:cubicBezTo>
                  <a:cubicBezTo>
                    <a:pt x="36438" y="3386"/>
                    <a:pt x="36030" y="2970"/>
                    <a:pt x="35572" y="2970"/>
                  </a:cubicBezTo>
                  <a:cubicBezTo>
                    <a:pt x="35479" y="2970"/>
                    <a:pt x="35383" y="2987"/>
                    <a:pt x="35289" y="3025"/>
                  </a:cubicBezTo>
                  <a:cubicBezTo>
                    <a:pt x="34212" y="3476"/>
                    <a:pt x="33084" y="3802"/>
                    <a:pt x="31906" y="4003"/>
                  </a:cubicBezTo>
                  <a:cubicBezTo>
                    <a:pt x="31505" y="4053"/>
                    <a:pt x="31079" y="4078"/>
                    <a:pt x="30678" y="4128"/>
                  </a:cubicBezTo>
                  <a:cubicBezTo>
                    <a:pt x="29851" y="3652"/>
                    <a:pt x="28974" y="3226"/>
                    <a:pt x="28071" y="2900"/>
                  </a:cubicBezTo>
                  <a:cubicBezTo>
                    <a:pt x="28798" y="2549"/>
                    <a:pt x="29450" y="2123"/>
                    <a:pt x="30076" y="1622"/>
                  </a:cubicBezTo>
                  <a:cubicBezTo>
                    <a:pt x="30641" y="1151"/>
                    <a:pt x="30079" y="460"/>
                    <a:pt x="29511" y="460"/>
                  </a:cubicBezTo>
                  <a:cubicBezTo>
                    <a:pt x="29474" y="460"/>
                    <a:pt x="29436" y="463"/>
                    <a:pt x="29400" y="469"/>
                  </a:cubicBezTo>
                  <a:cubicBezTo>
                    <a:pt x="27019" y="820"/>
                    <a:pt x="24162" y="870"/>
                    <a:pt x="21881" y="1747"/>
                  </a:cubicBezTo>
                  <a:cubicBezTo>
                    <a:pt x="19951" y="1747"/>
                    <a:pt x="18021" y="2048"/>
                    <a:pt x="16192" y="2599"/>
                  </a:cubicBezTo>
                  <a:cubicBezTo>
                    <a:pt x="16618" y="2098"/>
                    <a:pt x="16943" y="1572"/>
                    <a:pt x="17119" y="920"/>
                  </a:cubicBezTo>
                  <a:cubicBezTo>
                    <a:pt x="17237" y="468"/>
                    <a:pt x="16862" y="1"/>
                    <a:pt x="16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49"/>
            <p:cNvSpPr/>
            <p:nvPr/>
          </p:nvSpPr>
          <p:spPr>
            <a:xfrm>
              <a:off x="-218100" y="248325"/>
              <a:ext cx="812075" cy="697775"/>
            </a:xfrm>
            <a:custGeom>
              <a:rect b="b" l="l" r="r" t="t"/>
              <a:pathLst>
                <a:path extrusionOk="0" h="27911" w="32483">
                  <a:moveTo>
                    <a:pt x="8472" y="4748"/>
                  </a:moveTo>
                  <a:cubicBezTo>
                    <a:pt x="8472" y="4773"/>
                    <a:pt x="8472" y="4773"/>
                    <a:pt x="8472" y="4773"/>
                  </a:cubicBezTo>
                  <a:cubicBezTo>
                    <a:pt x="7595" y="5449"/>
                    <a:pt x="6793" y="6251"/>
                    <a:pt x="6066" y="7104"/>
                  </a:cubicBezTo>
                  <a:cubicBezTo>
                    <a:pt x="6024" y="7093"/>
                    <a:pt x="5983" y="7087"/>
                    <a:pt x="5941" y="7087"/>
                  </a:cubicBezTo>
                  <a:cubicBezTo>
                    <a:pt x="5883" y="7087"/>
                    <a:pt x="5824" y="7099"/>
                    <a:pt x="5765" y="7129"/>
                  </a:cubicBezTo>
                  <a:cubicBezTo>
                    <a:pt x="6567" y="6251"/>
                    <a:pt x="7494" y="5449"/>
                    <a:pt x="8472" y="4748"/>
                  </a:cubicBezTo>
                  <a:close/>
                  <a:moveTo>
                    <a:pt x="26467" y="14121"/>
                  </a:moveTo>
                  <a:lnTo>
                    <a:pt x="26467" y="14121"/>
                  </a:lnTo>
                  <a:cubicBezTo>
                    <a:pt x="26693" y="14347"/>
                    <a:pt x="26943" y="14572"/>
                    <a:pt x="27194" y="14773"/>
                  </a:cubicBezTo>
                  <a:cubicBezTo>
                    <a:pt x="27169" y="14823"/>
                    <a:pt x="27169" y="14873"/>
                    <a:pt x="27144" y="14923"/>
                  </a:cubicBezTo>
                  <a:cubicBezTo>
                    <a:pt x="27068" y="14898"/>
                    <a:pt x="27018" y="14898"/>
                    <a:pt x="26943" y="14898"/>
                  </a:cubicBezTo>
                  <a:cubicBezTo>
                    <a:pt x="26918" y="14773"/>
                    <a:pt x="26868" y="14647"/>
                    <a:pt x="26793" y="14547"/>
                  </a:cubicBezTo>
                  <a:cubicBezTo>
                    <a:pt x="26667" y="14397"/>
                    <a:pt x="26567" y="14271"/>
                    <a:pt x="26467" y="14121"/>
                  </a:cubicBezTo>
                  <a:close/>
                  <a:moveTo>
                    <a:pt x="24738" y="15324"/>
                  </a:moveTo>
                  <a:lnTo>
                    <a:pt x="24838" y="15449"/>
                  </a:lnTo>
                  <a:cubicBezTo>
                    <a:pt x="24863" y="15474"/>
                    <a:pt x="24888" y="15500"/>
                    <a:pt x="24913" y="15525"/>
                  </a:cubicBezTo>
                  <a:cubicBezTo>
                    <a:pt x="24788" y="15550"/>
                    <a:pt x="24688" y="15575"/>
                    <a:pt x="24562" y="15600"/>
                  </a:cubicBezTo>
                  <a:cubicBezTo>
                    <a:pt x="24562" y="15550"/>
                    <a:pt x="24537" y="15474"/>
                    <a:pt x="24512" y="15424"/>
                  </a:cubicBezTo>
                  <a:cubicBezTo>
                    <a:pt x="24587" y="15399"/>
                    <a:pt x="24662" y="15374"/>
                    <a:pt x="24738" y="15324"/>
                  </a:cubicBezTo>
                  <a:close/>
                  <a:moveTo>
                    <a:pt x="16667" y="20963"/>
                  </a:moveTo>
                  <a:lnTo>
                    <a:pt x="16667" y="20963"/>
                  </a:lnTo>
                  <a:cubicBezTo>
                    <a:pt x="16592" y="21089"/>
                    <a:pt x="16492" y="21214"/>
                    <a:pt x="16417" y="21339"/>
                  </a:cubicBezTo>
                  <a:cubicBezTo>
                    <a:pt x="16291" y="21314"/>
                    <a:pt x="16166" y="21264"/>
                    <a:pt x="16066" y="21239"/>
                  </a:cubicBezTo>
                  <a:cubicBezTo>
                    <a:pt x="16141" y="21189"/>
                    <a:pt x="16216" y="21139"/>
                    <a:pt x="16266" y="21063"/>
                  </a:cubicBezTo>
                  <a:cubicBezTo>
                    <a:pt x="16293" y="21068"/>
                    <a:pt x="16319" y="21070"/>
                    <a:pt x="16344" y="21070"/>
                  </a:cubicBezTo>
                  <a:cubicBezTo>
                    <a:pt x="16461" y="21070"/>
                    <a:pt x="16564" y="21025"/>
                    <a:pt x="16667" y="20963"/>
                  </a:cubicBezTo>
                  <a:close/>
                  <a:moveTo>
                    <a:pt x="28898" y="16928"/>
                  </a:moveTo>
                  <a:cubicBezTo>
                    <a:pt x="28483" y="18685"/>
                    <a:pt x="27522" y="20299"/>
                    <a:pt x="26176" y="21586"/>
                  </a:cubicBezTo>
                  <a:lnTo>
                    <a:pt x="26176" y="21586"/>
                  </a:lnTo>
                  <a:cubicBezTo>
                    <a:pt x="27376" y="20224"/>
                    <a:pt x="28298" y="18656"/>
                    <a:pt x="28898" y="16928"/>
                  </a:cubicBezTo>
                  <a:close/>
                  <a:moveTo>
                    <a:pt x="26052" y="21726"/>
                  </a:moveTo>
                  <a:cubicBezTo>
                    <a:pt x="26042" y="21739"/>
                    <a:pt x="26029" y="21752"/>
                    <a:pt x="26016" y="21765"/>
                  </a:cubicBezTo>
                  <a:cubicBezTo>
                    <a:pt x="26028" y="21752"/>
                    <a:pt x="26040" y="21739"/>
                    <a:pt x="26052" y="21726"/>
                  </a:cubicBezTo>
                  <a:close/>
                  <a:moveTo>
                    <a:pt x="18351" y="1"/>
                  </a:moveTo>
                  <a:cubicBezTo>
                    <a:pt x="18175" y="1"/>
                    <a:pt x="17998" y="4"/>
                    <a:pt x="17820" y="11"/>
                  </a:cubicBezTo>
                  <a:cubicBezTo>
                    <a:pt x="11454" y="261"/>
                    <a:pt x="4437" y="4296"/>
                    <a:pt x="2006" y="10362"/>
                  </a:cubicBezTo>
                  <a:cubicBezTo>
                    <a:pt x="1" y="15374"/>
                    <a:pt x="1931" y="19510"/>
                    <a:pt x="5264" y="22668"/>
                  </a:cubicBezTo>
                  <a:cubicBezTo>
                    <a:pt x="8273" y="26150"/>
                    <a:pt x="12594" y="27911"/>
                    <a:pt x="17004" y="27911"/>
                  </a:cubicBezTo>
                  <a:cubicBezTo>
                    <a:pt x="19131" y="27911"/>
                    <a:pt x="21278" y="27501"/>
                    <a:pt x="23309" y="26678"/>
                  </a:cubicBezTo>
                  <a:cubicBezTo>
                    <a:pt x="26342" y="25449"/>
                    <a:pt x="29399" y="23369"/>
                    <a:pt x="30928" y="20387"/>
                  </a:cubicBezTo>
                  <a:cubicBezTo>
                    <a:pt x="32482" y="17379"/>
                    <a:pt x="32256" y="13720"/>
                    <a:pt x="31379" y="10537"/>
                  </a:cubicBezTo>
                  <a:cubicBezTo>
                    <a:pt x="29672" y="4414"/>
                    <a:pt x="24759" y="1"/>
                    <a:pt x="1835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49"/>
            <p:cNvSpPr/>
            <p:nvPr/>
          </p:nvSpPr>
          <p:spPr>
            <a:xfrm>
              <a:off x="297675" y="409300"/>
              <a:ext cx="67600" cy="40475"/>
            </a:xfrm>
            <a:custGeom>
              <a:rect b="b" l="l" r="r" t="t"/>
              <a:pathLst>
                <a:path extrusionOk="0" h="1619" w="2704">
                  <a:moveTo>
                    <a:pt x="2147" y="0"/>
                  </a:moveTo>
                  <a:cubicBezTo>
                    <a:pt x="1328" y="0"/>
                    <a:pt x="555" y="478"/>
                    <a:pt x="97" y="1166"/>
                  </a:cubicBezTo>
                  <a:cubicBezTo>
                    <a:pt x="0" y="1334"/>
                    <a:pt x="135" y="1618"/>
                    <a:pt x="346" y="1618"/>
                  </a:cubicBezTo>
                  <a:cubicBezTo>
                    <a:pt x="355" y="1618"/>
                    <a:pt x="363" y="1618"/>
                    <a:pt x="372" y="1617"/>
                  </a:cubicBezTo>
                  <a:cubicBezTo>
                    <a:pt x="1124" y="1567"/>
                    <a:pt x="2077" y="1216"/>
                    <a:pt x="2452" y="514"/>
                  </a:cubicBezTo>
                  <a:cubicBezTo>
                    <a:pt x="2452" y="489"/>
                    <a:pt x="2478" y="464"/>
                    <a:pt x="2478" y="464"/>
                  </a:cubicBezTo>
                  <a:cubicBezTo>
                    <a:pt x="2703" y="364"/>
                    <a:pt x="2653" y="38"/>
                    <a:pt x="2377" y="13"/>
                  </a:cubicBezTo>
                  <a:cubicBezTo>
                    <a:pt x="2300" y="4"/>
                    <a:pt x="2223" y="0"/>
                    <a:pt x="21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49"/>
            <p:cNvSpPr/>
            <p:nvPr/>
          </p:nvSpPr>
          <p:spPr>
            <a:xfrm>
              <a:off x="119000" y="379700"/>
              <a:ext cx="87750" cy="46325"/>
            </a:xfrm>
            <a:custGeom>
              <a:rect b="b" l="l" r="r" t="t"/>
              <a:pathLst>
                <a:path extrusionOk="0" h="1853" w="3510">
                  <a:moveTo>
                    <a:pt x="3085" y="1"/>
                  </a:moveTo>
                  <a:cubicBezTo>
                    <a:pt x="2123" y="1"/>
                    <a:pt x="965" y="742"/>
                    <a:pt x="251" y="1272"/>
                  </a:cubicBezTo>
                  <a:cubicBezTo>
                    <a:pt x="0" y="1448"/>
                    <a:pt x="76" y="1823"/>
                    <a:pt x="401" y="1849"/>
                  </a:cubicBezTo>
                  <a:cubicBezTo>
                    <a:pt x="458" y="1852"/>
                    <a:pt x="514" y="1853"/>
                    <a:pt x="570" y="1853"/>
                  </a:cubicBezTo>
                  <a:cubicBezTo>
                    <a:pt x="1454" y="1853"/>
                    <a:pt x="2245" y="1484"/>
                    <a:pt x="2858" y="871"/>
                  </a:cubicBezTo>
                  <a:cubicBezTo>
                    <a:pt x="2901" y="889"/>
                    <a:pt x="2951" y="900"/>
                    <a:pt x="3002" y="900"/>
                  </a:cubicBezTo>
                  <a:cubicBezTo>
                    <a:pt x="3096" y="900"/>
                    <a:pt x="3193" y="860"/>
                    <a:pt x="3259" y="746"/>
                  </a:cubicBezTo>
                  <a:cubicBezTo>
                    <a:pt x="3334" y="620"/>
                    <a:pt x="3334" y="495"/>
                    <a:pt x="3309" y="370"/>
                  </a:cubicBezTo>
                  <a:cubicBezTo>
                    <a:pt x="3334" y="370"/>
                    <a:pt x="3359" y="345"/>
                    <a:pt x="3384" y="345"/>
                  </a:cubicBezTo>
                  <a:cubicBezTo>
                    <a:pt x="3484" y="270"/>
                    <a:pt x="3509" y="44"/>
                    <a:pt x="3334" y="19"/>
                  </a:cubicBezTo>
                  <a:cubicBezTo>
                    <a:pt x="3253" y="7"/>
                    <a:pt x="3169" y="1"/>
                    <a:pt x="30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49"/>
            <p:cNvSpPr/>
            <p:nvPr/>
          </p:nvSpPr>
          <p:spPr>
            <a:xfrm>
              <a:off x="155550" y="473525"/>
              <a:ext cx="80650" cy="52075"/>
            </a:xfrm>
            <a:custGeom>
              <a:rect b="b" l="l" r="r" t="t"/>
              <a:pathLst>
                <a:path extrusionOk="0" h="2083" w="3226">
                  <a:moveTo>
                    <a:pt x="2824" y="0"/>
                  </a:moveTo>
                  <a:cubicBezTo>
                    <a:pt x="2724" y="0"/>
                    <a:pt x="2624" y="25"/>
                    <a:pt x="2523" y="50"/>
                  </a:cubicBezTo>
                  <a:cubicBezTo>
                    <a:pt x="2488" y="33"/>
                    <a:pt x="2465" y="15"/>
                    <a:pt x="2437" y="15"/>
                  </a:cubicBezTo>
                  <a:cubicBezTo>
                    <a:pt x="2425" y="15"/>
                    <a:pt x="2413" y="18"/>
                    <a:pt x="2398" y="25"/>
                  </a:cubicBezTo>
                  <a:cubicBezTo>
                    <a:pt x="1496" y="151"/>
                    <a:pt x="694" y="953"/>
                    <a:pt x="168" y="1654"/>
                  </a:cubicBezTo>
                  <a:cubicBezTo>
                    <a:pt x="0" y="1846"/>
                    <a:pt x="243" y="2082"/>
                    <a:pt x="461" y="2082"/>
                  </a:cubicBezTo>
                  <a:cubicBezTo>
                    <a:pt x="472" y="2082"/>
                    <a:pt x="483" y="2082"/>
                    <a:pt x="493" y="2081"/>
                  </a:cubicBezTo>
                  <a:cubicBezTo>
                    <a:pt x="1471" y="1880"/>
                    <a:pt x="2398" y="1304"/>
                    <a:pt x="3050" y="552"/>
                  </a:cubicBezTo>
                  <a:cubicBezTo>
                    <a:pt x="3225" y="351"/>
                    <a:pt x="3125" y="0"/>
                    <a:pt x="28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49"/>
            <p:cNvSpPr/>
            <p:nvPr/>
          </p:nvSpPr>
          <p:spPr>
            <a:xfrm>
              <a:off x="259525" y="532875"/>
              <a:ext cx="57500" cy="60725"/>
            </a:xfrm>
            <a:custGeom>
              <a:rect b="b" l="l" r="r" t="t"/>
              <a:pathLst>
                <a:path extrusionOk="0" h="2429" w="2300">
                  <a:moveTo>
                    <a:pt x="2023" y="0"/>
                  </a:moveTo>
                  <a:cubicBezTo>
                    <a:pt x="2007" y="0"/>
                    <a:pt x="1991" y="2"/>
                    <a:pt x="1973" y="7"/>
                  </a:cubicBezTo>
                  <a:cubicBezTo>
                    <a:pt x="1021" y="233"/>
                    <a:pt x="294" y="1110"/>
                    <a:pt x="44" y="2062"/>
                  </a:cubicBezTo>
                  <a:cubicBezTo>
                    <a:pt x="0" y="2236"/>
                    <a:pt x="144" y="2428"/>
                    <a:pt x="314" y="2428"/>
                  </a:cubicBezTo>
                  <a:cubicBezTo>
                    <a:pt x="340" y="2428"/>
                    <a:pt x="367" y="2423"/>
                    <a:pt x="395" y="2413"/>
                  </a:cubicBezTo>
                  <a:cubicBezTo>
                    <a:pt x="1247" y="2113"/>
                    <a:pt x="1898" y="1511"/>
                    <a:pt x="2249" y="709"/>
                  </a:cubicBezTo>
                  <a:cubicBezTo>
                    <a:pt x="2299" y="559"/>
                    <a:pt x="2249" y="383"/>
                    <a:pt x="2124" y="283"/>
                  </a:cubicBezTo>
                  <a:cubicBezTo>
                    <a:pt x="2260" y="193"/>
                    <a:pt x="2171" y="0"/>
                    <a:pt x="20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49"/>
            <p:cNvSpPr/>
            <p:nvPr/>
          </p:nvSpPr>
          <p:spPr>
            <a:xfrm>
              <a:off x="368950" y="552975"/>
              <a:ext cx="47075" cy="60050"/>
            </a:xfrm>
            <a:custGeom>
              <a:rect b="b" l="l" r="r" t="t"/>
              <a:pathLst>
                <a:path extrusionOk="0" h="2402" w="1883">
                  <a:moveTo>
                    <a:pt x="1511" y="1"/>
                  </a:moveTo>
                  <a:cubicBezTo>
                    <a:pt x="1465" y="1"/>
                    <a:pt x="1419" y="17"/>
                    <a:pt x="1381" y="55"/>
                  </a:cubicBezTo>
                  <a:cubicBezTo>
                    <a:pt x="855" y="557"/>
                    <a:pt x="404" y="1258"/>
                    <a:pt x="103" y="1935"/>
                  </a:cubicBezTo>
                  <a:cubicBezTo>
                    <a:pt x="1" y="2160"/>
                    <a:pt x="148" y="2401"/>
                    <a:pt x="356" y="2401"/>
                  </a:cubicBezTo>
                  <a:cubicBezTo>
                    <a:pt x="403" y="2401"/>
                    <a:pt x="453" y="2389"/>
                    <a:pt x="504" y="2361"/>
                  </a:cubicBezTo>
                  <a:cubicBezTo>
                    <a:pt x="1281" y="1960"/>
                    <a:pt x="1782" y="1233"/>
                    <a:pt x="1882" y="381"/>
                  </a:cubicBezTo>
                  <a:cubicBezTo>
                    <a:pt x="1882" y="256"/>
                    <a:pt x="1807" y="156"/>
                    <a:pt x="1707" y="106"/>
                  </a:cubicBezTo>
                  <a:cubicBezTo>
                    <a:pt x="1660" y="44"/>
                    <a:pt x="1585" y="1"/>
                    <a:pt x="15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49"/>
            <p:cNvSpPr/>
            <p:nvPr/>
          </p:nvSpPr>
          <p:spPr>
            <a:xfrm>
              <a:off x="357800" y="655625"/>
              <a:ext cx="73875" cy="67950"/>
            </a:xfrm>
            <a:custGeom>
              <a:rect b="b" l="l" r="r" t="t"/>
              <a:pathLst>
                <a:path extrusionOk="0" h="2718" w="2955">
                  <a:moveTo>
                    <a:pt x="2574" y="1"/>
                  </a:moveTo>
                  <a:cubicBezTo>
                    <a:pt x="2559" y="1"/>
                    <a:pt x="2544" y="4"/>
                    <a:pt x="2529" y="10"/>
                  </a:cubicBezTo>
                  <a:cubicBezTo>
                    <a:pt x="1451" y="210"/>
                    <a:pt x="549" y="1338"/>
                    <a:pt x="73" y="2265"/>
                  </a:cubicBezTo>
                  <a:cubicBezTo>
                    <a:pt x="0" y="2434"/>
                    <a:pt x="90" y="2718"/>
                    <a:pt x="319" y="2718"/>
                  </a:cubicBezTo>
                  <a:cubicBezTo>
                    <a:pt x="329" y="2718"/>
                    <a:pt x="338" y="2717"/>
                    <a:pt x="348" y="2716"/>
                  </a:cubicBezTo>
                  <a:cubicBezTo>
                    <a:pt x="1551" y="2641"/>
                    <a:pt x="2579" y="1789"/>
                    <a:pt x="2905" y="636"/>
                  </a:cubicBezTo>
                  <a:cubicBezTo>
                    <a:pt x="2955" y="486"/>
                    <a:pt x="2880" y="310"/>
                    <a:pt x="2729" y="260"/>
                  </a:cubicBezTo>
                  <a:cubicBezTo>
                    <a:pt x="2795" y="150"/>
                    <a:pt x="2687" y="1"/>
                    <a:pt x="2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49"/>
            <p:cNvSpPr/>
            <p:nvPr/>
          </p:nvSpPr>
          <p:spPr>
            <a:xfrm>
              <a:off x="181800" y="700700"/>
              <a:ext cx="79900" cy="59225"/>
            </a:xfrm>
            <a:custGeom>
              <a:rect b="b" l="l" r="r" t="t"/>
              <a:pathLst>
                <a:path extrusionOk="0" h="2369" w="3196">
                  <a:moveTo>
                    <a:pt x="2811" y="1"/>
                  </a:moveTo>
                  <a:cubicBezTo>
                    <a:pt x="2740" y="1"/>
                    <a:pt x="2666" y="33"/>
                    <a:pt x="2601" y="111"/>
                  </a:cubicBezTo>
                  <a:cubicBezTo>
                    <a:pt x="2451" y="262"/>
                    <a:pt x="2301" y="412"/>
                    <a:pt x="2150" y="562"/>
                  </a:cubicBezTo>
                  <a:cubicBezTo>
                    <a:pt x="1398" y="863"/>
                    <a:pt x="747" y="1314"/>
                    <a:pt x="170" y="1866"/>
                  </a:cubicBezTo>
                  <a:cubicBezTo>
                    <a:pt x="1" y="2035"/>
                    <a:pt x="112" y="2368"/>
                    <a:pt x="368" y="2368"/>
                  </a:cubicBezTo>
                  <a:cubicBezTo>
                    <a:pt x="377" y="2368"/>
                    <a:pt x="386" y="2368"/>
                    <a:pt x="396" y="2367"/>
                  </a:cubicBezTo>
                  <a:cubicBezTo>
                    <a:pt x="1574" y="2292"/>
                    <a:pt x="2601" y="1565"/>
                    <a:pt x="3103" y="487"/>
                  </a:cubicBezTo>
                  <a:cubicBezTo>
                    <a:pt x="3195" y="265"/>
                    <a:pt x="3013" y="1"/>
                    <a:pt x="28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49"/>
            <p:cNvSpPr/>
            <p:nvPr/>
          </p:nvSpPr>
          <p:spPr>
            <a:xfrm>
              <a:off x="92050" y="601225"/>
              <a:ext cx="78975" cy="59950"/>
            </a:xfrm>
            <a:custGeom>
              <a:rect b="b" l="l" r="r" t="t"/>
              <a:pathLst>
                <a:path extrusionOk="0" h="2398" w="3159">
                  <a:moveTo>
                    <a:pt x="2800" y="1"/>
                  </a:moveTo>
                  <a:cubicBezTo>
                    <a:pt x="2747" y="1"/>
                    <a:pt x="2690" y="17"/>
                    <a:pt x="2632" y="55"/>
                  </a:cubicBezTo>
                  <a:cubicBezTo>
                    <a:pt x="2582" y="105"/>
                    <a:pt x="2532" y="130"/>
                    <a:pt x="2482" y="181"/>
                  </a:cubicBezTo>
                  <a:cubicBezTo>
                    <a:pt x="1555" y="406"/>
                    <a:pt x="703" y="1108"/>
                    <a:pt x="126" y="1785"/>
                  </a:cubicBezTo>
                  <a:cubicBezTo>
                    <a:pt x="1" y="1960"/>
                    <a:pt x="51" y="2236"/>
                    <a:pt x="276" y="2311"/>
                  </a:cubicBezTo>
                  <a:cubicBezTo>
                    <a:pt x="462" y="2370"/>
                    <a:pt x="640" y="2398"/>
                    <a:pt x="809" y="2398"/>
                  </a:cubicBezTo>
                  <a:cubicBezTo>
                    <a:pt x="1850" y="2398"/>
                    <a:pt x="2584" y="1369"/>
                    <a:pt x="3058" y="506"/>
                  </a:cubicBezTo>
                  <a:cubicBezTo>
                    <a:pt x="3109" y="456"/>
                    <a:pt x="3109" y="381"/>
                    <a:pt x="3109" y="331"/>
                  </a:cubicBezTo>
                  <a:cubicBezTo>
                    <a:pt x="3159" y="256"/>
                    <a:pt x="3134" y="130"/>
                    <a:pt x="3008" y="105"/>
                  </a:cubicBezTo>
                  <a:cubicBezTo>
                    <a:pt x="2962" y="43"/>
                    <a:pt x="2887" y="1"/>
                    <a:pt x="28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49"/>
            <p:cNvSpPr/>
            <p:nvPr/>
          </p:nvSpPr>
          <p:spPr>
            <a:xfrm>
              <a:off x="5050" y="492925"/>
              <a:ext cx="69275" cy="52075"/>
            </a:xfrm>
            <a:custGeom>
              <a:rect b="b" l="l" r="r" t="t"/>
              <a:pathLst>
                <a:path extrusionOk="0" h="2083" w="2771">
                  <a:moveTo>
                    <a:pt x="2427" y="0"/>
                  </a:moveTo>
                  <a:cubicBezTo>
                    <a:pt x="2419" y="0"/>
                    <a:pt x="2411" y="0"/>
                    <a:pt x="2403" y="1"/>
                  </a:cubicBezTo>
                  <a:cubicBezTo>
                    <a:pt x="2328" y="26"/>
                    <a:pt x="2278" y="26"/>
                    <a:pt x="2228" y="51"/>
                  </a:cubicBezTo>
                  <a:cubicBezTo>
                    <a:pt x="2174" y="34"/>
                    <a:pt x="2121" y="16"/>
                    <a:pt x="2077" y="16"/>
                  </a:cubicBezTo>
                  <a:cubicBezTo>
                    <a:pt x="2059" y="16"/>
                    <a:pt x="2042" y="19"/>
                    <a:pt x="2027" y="26"/>
                  </a:cubicBezTo>
                  <a:cubicBezTo>
                    <a:pt x="1601" y="152"/>
                    <a:pt x="1225" y="377"/>
                    <a:pt x="924" y="678"/>
                  </a:cubicBezTo>
                  <a:cubicBezTo>
                    <a:pt x="599" y="929"/>
                    <a:pt x="323" y="1254"/>
                    <a:pt x="97" y="1630"/>
                  </a:cubicBezTo>
                  <a:cubicBezTo>
                    <a:pt x="1" y="1799"/>
                    <a:pt x="113" y="2083"/>
                    <a:pt x="344" y="2083"/>
                  </a:cubicBezTo>
                  <a:cubicBezTo>
                    <a:pt x="353" y="2083"/>
                    <a:pt x="363" y="2082"/>
                    <a:pt x="373" y="2081"/>
                  </a:cubicBezTo>
                  <a:cubicBezTo>
                    <a:pt x="1300" y="1956"/>
                    <a:pt x="2077" y="1355"/>
                    <a:pt x="2403" y="452"/>
                  </a:cubicBezTo>
                  <a:cubicBezTo>
                    <a:pt x="2428" y="452"/>
                    <a:pt x="2478" y="427"/>
                    <a:pt x="2503" y="427"/>
                  </a:cubicBezTo>
                  <a:cubicBezTo>
                    <a:pt x="2770" y="355"/>
                    <a:pt x="2661"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49"/>
            <p:cNvSpPr/>
            <p:nvPr/>
          </p:nvSpPr>
          <p:spPr>
            <a:xfrm>
              <a:off x="-10575" y="405800"/>
              <a:ext cx="70075" cy="50900"/>
            </a:xfrm>
            <a:custGeom>
              <a:rect b="b" l="l" r="r" t="t"/>
              <a:pathLst>
                <a:path extrusionOk="0" h="2036" w="2803">
                  <a:moveTo>
                    <a:pt x="2209" y="0"/>
                  </a:moveTo>
                  <a:cubicBezTo>
                    <a:pt x="1244" y="0"/>
                    <a:pt x="386" y="758"/>
                    <a:pt x="71" y="1657"/>
                  </a:cubicBezTo>
                  <a:cubicBezTo>
                    <a:pt x="1" y="1889"/>
                    <a:pt x="211" y="2035"/>
                    <a:pt x="402" y="2035"/>
                  </a:cubicBezTo>
                  <a:cubicBezTo>
                    <a:pt x="417" y="2035"/>
                    <a:pt x="432" y="2034"/>
                    <a:pt x="447" y="2033"/>
                  </a:cubicBezTo>
                  <a:cubicBezTo>
                    <a:pt x="1374" y="1882"/>
                    <a:pt x="2176" y="1306"/>
                    <a:pt x="2677" y="504"/>
                  </a:cubicBezTo>
                  <a:cubicBezTo>
                    <a:pt x="2802" y="303"/>
                    <a:pt x="2627" y="78"/>
                    <a:pt x="2427" y="28"/>
                  </a:cubicBezTo>
                  <a:cubicBezTo>
                    <a:pt x="2401" y="3"/>
                    <a:pt x="2351" y="3"/>
                    <a:pt x="2301" y="3"/>
                  </a:cubicBezTo>
                  <a:cubicBezTo>
                    <a:pt x="2270" y="1"/>
                    <a:pt x="2240" y="0"/>
                    <a:pt x="22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49"/>
            <p:cNvSpPr/>
            <p:nvPr/>
          </p:nvSpPr>
          <p:spPr>
            <a:xfrm>
              <a:off x="-61600" y="612175"/>
              <a:ext cx="66825" cy="58825"/>
            </a:xfrm>
            <a:custGeom>
              <a:rect b="b" l="l" r="r" t="t"/>
              <a:pathLst>
                <a:path extrusionOk="0" h="2353" w="2673">
                  <a:moveTo>
                    <a:pt x="2284" y="1"/>
                  </a:moveTo>
                  <a:cubicBezTo>
                    <a:pt x="2252" y="1"/>
                    <a:pt x="2220" y="6"/>
                    <a:pt x="2187" y="18"/>
                  </a:cubicBezTo>
                  <a:cubicBezTo>
                    <a:pt x="1961" y="118"/>
                    <a:pt x="1736" y="244"/>
                    <a:pt x="1535" y="394"/>
                  </a:cubicBezTo>
                  <a:cubicBezTo>
                    <a:pt x="858" y="620"/>
                    <a:pt x="332" y="1372"/>
                    <a:pt x="82" y="1973"/>
                  </a:cubicBezTo>
                  <a:cubicBezTo>
                    <a:pt x="1" y="2195"/>
                    <a:pt x="197" y="2353"/>
                    <a:pt x="394" y="2353"/>
                  </a:cubicBezTo>
                  <a:cubicBezTo>
                    <a:pt x="442" y="2353"/>
                    <a:pt x="489" y="2343"/>
                    <a:pt x="533" y="2324"/>
                  </a:cubicBezTo>
                  <a:cubicBezTo>
                    <a:pt x="1360" y="1923"/>
                    <a:pt x="2036" y="1246"/>
                    <a:pt x="2563" y="494"/>
                  </a:cubicBezTo>
                  <a:cubicBezTo>
                    <a:pt x="2673" y="296"/>
                    <a:pt x="2512" y="1"/>
                    <a:pt x="2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49"/>
            <p:cNvSpPr/>
            <p:nvPr/>
          </p:nvSpPr>
          <p:spPr>
            <a:xfrm>
              <a:off x="35800" y="739100"/>
              <a:ext cx="66925" cy="48550"/>
            </a:xfrm>
            <a:custGeom>
              <a:rect b="b" l="l" r="r" t="t"/>
              <a:pathLst>
                <a:path extrusionOk="0" h="1942" w="2677">
                  <a:moveTo>
                    <a:pt x="2075" y="0"/>
                  </a:moveTo>
                  <a:cubicBezTo>
                    <a:pt x="2006" y="0"/>
                    <a:pt x="1938" y="8"/>
                    <a:pt x="1875" y="29"/>
                  </a:cubicBezTo>
                  <a:cubicBezTo>
                    <a:pt x="1860" y="29"/>
                    <a:pt x="1844" y="28"/>
                    <a:pt x="1829" y="28"/>
                  </a:cubicBezTo>
                  <a:cubicBezTo>
                    <a:pt x="970" y="28"/>
                    <a:pt x="193" y="720"/>
                    <a:pt x="45" y="1558"/>
                  </a:cubicBezTo>
                  <a:cubicBezTo>
                    <a:pt x="0" y="1760"/>
                    <a:pt x="156" y="1942"/>
                    <a:pt x="351" y="1942"/>
                  </a:cubicBezTo>
                  <a:cubicBezTo>
                    <a:pt x="374" y="1942"/>
                    <a:pt x="397" y="1939"/>
                    <a:pt x="421" y="1934"/>
                  </a:cubicBezTo>
                  <a:cubicBezTo>
                    <a:pt x="1298" y="1733"/>
                    <a:pt x="2025" y="1232"/>
                    <a:pt x="2552" y="505"/>
                  </a:cubicBezTo>
                  <a:cubicBezTo>
                    <a:pt x="2677" y="330"/>
                    <a:pt x="2552" y="79"/>
                    <a:pt x="2351" y="29"/>
                  </a:cubicBezTo>
                  <a:cubicBezTo>
                    <a:pt x="2264" y="15"/>
                    <a:pt x="2169" y="0"/>
                    <a:pt x="20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49"/>
            <p:cNvSpPr/>
            <p:nvPr/>
          </p:nvSpPr>
          <p:spPr>
            <a:xfrm>
              <a:off x="197325" y="792400"/>
              <a:ext cx="72700" cy="41075"/>
            </a:xfrm>
            <a:custGeom>
              <a:rect b="b" l="l" r="r" t="t"/>
              <a:pathLst>
                <a:path extrusionOk="0" h="1643" w="2908">
                  <a:moveTo>
                    <a:pt x="2338" y="1"/>
                  </a:moveTo>
                  <a:cubicBezTo>
                    <a:pt x="2327" y="1"/>
                    <a:pt x="2317" y="1"/>
                    <a:pt x="2306" y="2"/>
                  </a:cubicBezTo>
                  <a:cubicBezTo>
                    <a:pt x="1529" y="153"/>
                    <a:pt x="802" y="554"/>
                    <a:pt x="201" y="1030"/>
                  </a:cubicBezTo>
                  <a:cubicBezTo>
                    <a:pt x="0" y="1180"/>
                    <a:pt x="126" y="1456"/>
                    <a:pt x="326" y="1531"/>
                  </a:cubicBezTo>
                  <a:cubicBezTo>
                    <a:pt x="558" y="1606"/>
                    <a:pt x="794" y="1642"/>
                    <a:pt x="1027" y="1642"/>
                  </a:cubicBezTo>
                  <a:cubicBezTo>
                    <a:pt x="1650" y="1642"/>
                    <a:pt x="2251" y="1385"/>
                    <a:pt x="2707" y="930"/>
                  </a:cubicBezTo>
                  <a:cubicBezTo>
                    <a:pt x="2908" y="729"/>
                    <a:pt x="2757" y="378"/>
                    <a:pt x="2482" y="378"/>
                  </a:cubicBezTo>
                  <a:cubicBezTo>
                    <a:pt x="2649" y="258"/>
                    <a:pt x="2565" y="1"/>
                    <a:pt x="23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49"/>
            <p:cNvSpPr/>
            <p:nvPr/>
          </p:nvSpPr>
          <p:spPr>
            <a:xfrm>
              <a:off x="-89650" y="507075"/>
              <a:ext cx="40125" cy="61500"/>
            </a:xfrm>
            <a:custGeom>
              <a:rect b="b" l="l" r="r" t="t"/>
              <a:pathLst>
                <a:path extrusionOk="0" h="2460" w="1605">
                  <a:moveTo>
                    <a:pt x="1149" y="1"/>
                  </a:moveTo>
                  <a:cubicBezTo>
                    <a:pt x="1117" y="1"/>
                    <a:pt x="1085" y="12"/>
                    <a:pt x="1053" y="37"/>
                  </a:cubicBezTo>
                  <a:cubicBezTo>
                    <a:pt x="376" y="513"/>
                    <a:pt x="1" y="1340"/>
                    <a:pt x="76" y="2167"/>
                  </a:cubicBezTo>
                  <a:cubicBezTo>
                    <a:pt x="91" y="2351"/>
                    <a:pt x="228" y="2460"/>
                    <a:pt x="366" y="2460"/>
                  </a:cubicBezTo>
                  <a:cubicBezTo>
                    <a:pt x="454" y="2460"/>
                    <a:pt x="543" y="2415"/>
                    <a:pt x="602" y="2317"/>
                  </a:cubicBezTo>
                  <a:cubicBezTo>
                    <a:pt x="903" y="1866"/>
                    <a:pt x="1204" y="1440"/>
                    <a:pt x="1504" y="989"/>
                  </a:cubicBezTo>
                  <a:cubicBezTo>
                    <a:pt x="1605" y="864"/>
                    <a:pt x="1529" y="663"/>
                    <a:pt x="1404" y="588"/>
                  </a:cubicBezTo>
                  <a:cubicBezTo>
                    <a:pt x="1404" y="563"/>
                    <a:pt x="1404" y="563"/>
                    <a:pt x="1404" y="563"/>
                  </a:cubicBezTo>
                  <a:cubicBezTo>
                    <a:pt x="1504" y="388"/>
                    <a:pt x="1429" y="262"/>
                    <a:pt x="1329" y="212"/>
                  </a:cubicBezTo>
                  <a:cubicBezTo>
                    <a:pt x="1329" y="99"/>
                    <a:pt x="1244" y="1"/>
                    <a:pt x="11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78" name="Google Shape;1978;p49"/>
          <p:cNvPicPr preferRelativeResize="0"/>
          <p:nvPr/>
        </p:nvPicPr>
        <p:blipFill>
          <a:blip r:embed="rId2">
            <a:alphaModFix/>
          </a:blip>
          <a:stretch>
            <a:fillRect/>
          </a:stretch>
        </p:blipFill>
        <p:spPr>
          <a:xfrm flipH="1" rot="10800000">
            <a:off x="8409163" y="1616538"/>
            <a:ext cx="955200" cy="955200"/>
          </a:xfrm>
          <a:prstGeom prst="rect">
            <a:avLst/>
          </a:prstGeom>
          <a:noFill/>
          <a:ln>
            <a:noFill/>
          </a:ln>
        </p:spPr>
      </p:pic>
      <p:sp>
        <p:nvSpPr>
          <p:cNvPr id="1979" name="Google Shape;1979;p49"/>
          <p:cNvSpPr/>
          <p:nvPr/>
        </p:nvSpPr>
        <p:spPr>
          <a:xfrm rot="10800000">
            <a:off x="8042714" y="-16838"/>
            <a:ext cx="1624985" cy="2084663"/>
          </a:xfrm>
          <a:custGeom>
            <a:rect b="b" l="l" r="r" t="t"/>
            <a:pathLst>
              <a:path extrusionOk="0" h="39854" w="31066">
                <a:moveTo>
                  <a:pt x="25245" y="39831"/>
                </a:moveTo>
                <a:cubicBezTo>
                  <a:pt x="23054" y="39831"/>
                  <a:pt x="20863" y="39831"/>
                  <a:pt x="18672" y="39831"/>
                </a:cubicBezTo>
                <a:cubicBezTo>
                  <a:pt x="17508" y="38552"/>
                  <a:pt x="16366" y="37251"/>
                  <a:pt x="15316" y="35859"/>
                </a:cubicBezTo>
                <a:cubicBezTo>
                  <a:pt x="13605" y="33599"/>
                  <a:pt x="12395" y="31066"/>
                  <a:pt x="11322" y="28418"/>
                </a:cubicBezTo>
                <a:cubicBezTo>
                  <a:pt x="10204" y="25611"/>
                  <a:pt x="9222" y="22735"/>
                  <a:pt x="8241" y="19859"/>
                </a:cubicBezTo>
                <a:cubicBezTo>
                  <a:pt x="7328" y="17165"/>
                  <a:pt x="6209" y="14586"/>
                  <a:pt x="5045" y="12007"/>
                </a:cubicBezTo>
                <a:cubicBezTo>
                  <a:pt x="3447" y="8423"/>
                  <a:pt x="1804" y="4862"/>
                  <a:pt x="275" y="1233"/>
                </a:cubicBezTo>
                <a:cubicBezTo>
                  <a:pt x="206" y="1073"/>
                  <a:pt x="138" y="936"/>
                  <a:pt x="92" y="777"/>
                </a:cubicBezTo>
                <a:cubicBezTo>
                  <a:pt x="1" y="548"/>
                  <a:pt x="23" y="343"/>
                  <a:pt x="206" y="183"/>
                </a:cubicBezTo>
                <a:cubicBezTo>
                  <a:pt x="412" y="1"/>
                  <a:pt x="640" y="23"/>
                  <a:pt x="868" y="115"/>
                </a:cubicBezTo>
                <a:cubicBezTo>
                  <a:pt x="1051" y="206"/>
                  <a:pt x="1188" y="366"/>
                  <a:pt x="1347" y="480"/>
                </a:cubicBezTo>
                <a:cubicBezTo>
                  <a:pt x="3812" y="2625"/>
                  <a:pt x="5935" y="5068"/>
                  <a:pt x="8081" y="7487"/>
                </a:cubicBezTo>
                <a:cubicBezTo>
                  <a:pt x="9679" y="9290"/>
                  <a:pt x="11345" y="11025"/>
                  <a:pt x="12988" y="12806"/>
                </a:cubicBezTo>
                <a:cubicBezTo>
                  <a:pt x="15773" y="15818"/>
                  <a:pt x="18603" y="18831"/>
                  <a:pt x="21114" y="22095"/>
                </a:cubicBezTo>
                <a:cubicBezTo>
                  <a:pt x="23990" y="25862"/>
                  <a:pt x="26546" y="29810"/>
                  <a:pt x="28669" y="34033"/>
                </a:cubicBezTo>
                <a:cubicBezTo>
                  <a:pt x="29582" y="35859"/>
                  <a:pt x="30381" y="37708"/>
                  <a:pt x="31066" y="39602"/>
                </a:cubicBezTo>
                <a:cubicBezTo>
                  <a:pt x="31043" y="39853"/>
                  <a:pt x="30860" y="39831"/>
                  <a:pt x="30701" y="39831"/>
                </a:cubicBezTo>
                <a:cubicBezTo>
                  <a:pt x="30084" y="39831"/>
                  <a:pt x="29468" y="39831"/>
                  <a:pt x="28852" y="39831"/>
                </a:cubicBezTo>
                <a:cubicBezTo>
                  <a:pt x="28121" y="39831"/>
                  <a:pt x="27391" y="39831"/>
                  <a:pt x="26661" y="39831"/>
                </a:cubicBezTo>
                <a:cubicBezTo>
                  <a:pt x="26387" y="39717"/>
                  <a:pt x="26295" y="39443"/>
                  <a:pt x="26158" y="39214"/>
                </a:cubicBezTo>
                <a:cubicBezTo>
                  <a:pt x="25291" y="37708"/>
                  <a:pt x="24424" y="36201"/>
                  <a:pt x="23488" y="34741"/>
                </a:cubicBezTo>
                <a:cubicBezTo>
                  <a:pt x="23031" y="33987"/>
                  <a:pt x="23100" y="33143"/>
                  <a:pt x="23031" y="32321"/>
                </a:cubicBezTo>
                <a:cubicBezTo>
                  <a:pt x="22894" y="31134"/>
                  <a:pt x="22872" y="29925"/>
                  <a:pt x="22575" y="28760"/>
                </a:cubicBezTo>
                <a:cubicBezTo>
                  <a:pt x="22552" y="29902"/>
                  <a:pt x="22484" y="31043"/>
                  <a:pt x="22575" y="32184"/>
                </a:cubicBezTo>
                <a:cubicBezTo>
                  <a:pt x="22575" y="32298"/>
                  <a:pt x="22621" y="32412"/>
                  <a:pt x="22621" y="32504"/>
                </a:cubicBezTo>
                <a:cubicBezTo>
                  <a:pt x="22598" y="32641"/>
                  <a:pt x="22598" y="32800"/>
                  <a:pt x="22461" y="32846"/>
                </a:cubicBezTo>
                <a:cubicBezTo>
                  <a:pt x="22324" y="32892"/>
                  <a:pt x="22233" y="32755"/>
                  <a:pt x="22164" y="32664"/>
                </a:cubicBezTo>
                <a:cubicBezTo>
                  <a:pt x="21799" y="32184"/>
                  <a:pt x="21479" y="31705"/>
                  <a:pt x="21160" y="31226"/>
                </a:cubicBezTo>
                <a:cubicBezTo>
                  <a:pt x="20406" y="30176"/>
                  <a:pt x="19676" y="29103"/>
                  <a:pt x="18923" y="28053"/>
                </a:cubicBezTo>
                <a:cubicBezTo>
                  <a:pt x="18649" y="27665"/>
                  <a:pt x="18512" y="27254"/>
                  <a:pt x="18512" y="26797"/>
                </a:cubicBezTo>
                <a:cubicBezTo>
                  <a:pt x="18535" y="25314"/>
                  <a:pt x="18444" y="23853"/>
                  <a:pt x="18192" y="22392"/>
                </a:cubicBezTo>
                <a:cubicBezTo>
                  <a:pt x="18170" y="22278"/>
                  <a:pt x="18170" y="22141"/>
                  <a:pt x="18033" y="22027"/>
                </a:cubicBezTo>
                <a:lnTo>
                  <a:pt x="18033" y="24104"/>
                </a:lnTo>
                <a:cubicBezTo>
                  <a:pt x="18033" y="24606"/>
                  <a:pt x="18055" y="25131"/>
                  <a:pt x="18033" y="25633"/>
                </a:cubicBezTo>
                <a:cubicBezTo>
                  <a:pt x="18033" y="25816"/>
                  <a:pt x="18078" y="26090"/>
                  <a:pt x="17850" y="26158"/>
                </a:cubicBezTo>
                <a:cubicBezTo>
                  <a:pt x="17645" y="26227"/>
                  <a:pt x="17530" y="25976"/>
                  <a:pt x="17416" y="25816"/>
                </a:cubicBezTo>
                <a:cubicBezTo>
                  <a:pt x="16617" y="24720"/>
                  <a:pt x="15773" y="23625"/>
                  <a:pt x="14974" y="22529"/>
                </a:cubicBezTo>
                <a:cubicBezTo>
                  <a:pt x="14221" y="21525"/>
                  <a:pt x="13719" y="20475"/>
                  <a:pt x="13696" y="19197"/>
                </a:cubicBezTo>
                <a:cubicBezTo>
                  <a:pt x="13673" y="18398"/>
                  <a:pt x="13559" y="17576"/>
                  <a:pt x="13331" y="16777"/>
                </a:cubicBezTo>
                <a:cubicBezTo>
                  <a:pt x="13194" y="17279"/>
                  <a:pt x="13194" y="17804"/>
                  <a:pt x="13262" y="18306"/>
                </a:cubicBezTo>
                <a:cubicBezTo>
                  <a:pt x="13308" y="18649"/>
                  <a:pt x="13331" y="18991"/>
                  <a:pt x="13399" y="19334"/>
                </a:cubicBezTo>
                <a:cubicBezTo>
                  <a:pt x="13422" y="19471"/>
                  <a:pt x="13422" y="19653"/>
                  <a:pt x="13262" y="19722"/>
                </a:cubicBezTo>
                <a:cubicBezTo>
                  <a:pt x="13102" y="19790"/>
                  <a:pt x="12988" y="19653"/>
                  <a:pt x="12897" y="19539"/>
                </a:cubicBezTo>
                <a:cubicBezTo>
                  <a:pt x="12418" y="18968"/>
                  <a:pt x="11984" y="18352"/>
                  <a:pt x="11550" y="17759"/>
                </a:cubicBezTo>
                <a:cubicBezTo>
                  <a:pt x="9542" y="14860"/>
                  <a:pt x="7624" y="11915"/>
                  <a:pt x="5775" y="8925"/>
                </a:cubicBezTo>
                <a:cubicBezTo>
                  <a:pt x="5456" y="8400"/>
                  <a:pt x="5022" y="7944"/>
                  <a:pt x="4771" y="7487"/>
                </a:cubicBezTo>
                <a:cubicBezTo>
                  <a:pt x="6734" y="10226"/>
                  <a:pt x="8149" y="13399"/>
                  <a:pt x="10112" y="16252"/>
                </a:cubicBezTo>
                <a:cubicBezTo>
                  <a:pt x="10820" y="17279"/>
                  <a:pt x="11390" y="18421"/>
                  <a:pt x="12098" y="19448"/>
                </a:cubicBezTo>
                <a:cubicBezTo>
                  <a:pt x="12212" y="19585"/>
                  <a:pt x="12349" y="19767"/>
                  <a:pt x="12189" y="19950"/>
                </a:cubicBezTo>
                <a:cubicBezTo>
                  <a:pt x="12052" y="20087"/>
                  <a:pt x="11893" y="19973"/>
                  <a:pt x="11733" y="19927"/>
                </a:cubicBezTo>
                <a:cubicBezTo>
                  <a:pt x="11231" y="19767"/>
                  <a:pt x="10729" y="19585"/>
                  <a:pt x="10226" y="19402"/>
                </a:cubicBezTo>
                <a:cubicBezTo>
                  <a:pt x="10911" y="19859"/>
                  <a:pt x="11687" y="20132"/>
                  <a:pt x="12418" y="20498"/>
                </a:cubicBezTo>
                <a:cubicBezTo>
                  <a:pt x="12806" y="20657"/>
                  <a:pt x="13102" y="20909"/>
                  <a:pt x="13331" y="21251"/>
                </a:cubicBezTo>
                <a:cubicBezTo>
                  <a:pt x="14221" y="22666"/>
                  <a:pt x="15088" y="24104"/>
                  <a:pt x="16070" y="25474"/>
                </a:cubicBezTo>
                <a:cubicBezTo>
                  <a:pt x="16161" y="25611"/>
                  <a:pt x="16344" y="25770"/>
                  <a:pt x="16229" y="25953"/>
                </a:cubicBezTo>
                <a:cubicBezTo>
                  <a:pt x="16115" y="26136"/>
                  <a:pt x="15864" y="26044"/>
                  <a:pt x="15682" y="25999"/>
                </a:cubicBezTo>
                <a:cubicBezTo>
                  <a:pt x="15157" y="25884"/>
                  <a:pt x="14723" y="25542"/>
                  <a:pt x="14244" y="25359"/>
                </a:cubicBezTo>
                <a:cubicBezTo>
                  <a:pt x="13513" y="25086"/>
                  <a:pt x="12783" y="24880"/>
                  <a:pt x="12052" y="24652"/>
                </a:cubicBezTo>
                <a:cubicBezTo>
                  <a:pt x="13490" y="25314"/>
                  <a:pt x="14814" y="26204"/>
                  <a:pt x="16344" y="26638"/>
                </a:cubicBezTo>
                <a:cubicBezTo>
                  <a:pt x="16709" y="26752"/>
                  <a:pt x="17051" y="26912"/>
                  <a:pt x="17279" y="27277"/>
                </a:cubicBezTo>
                <a:cubicBezTo>
                  <a:pt x="18466" y="29194"/>
                  <a:pt x="19767" y="31043"/>
                  <a:pt x="21000" y="32937"/>
                </a:cubicBezTo>
                <a:cubicBezTo>
                  <a:pt x="21137" y="33120"/>
                  <a:pt x="21434" y="33371"/>
                  <a:pt x="21274" y="33599"/>
                </a:cubicBezTo>
                <a:cubicBezTo>
                  <a:pt x="21068" y="33873"/>
                  <a:pt x="20749" y="33599"/>
                  <a:pt x="20521" y="33485"/>
                </a:cubicBezTo>
                <a:cubicBezTo>
                  <a:pt x="19402" y="32937"/>
                  <a:pt x="18192" y="32549"/>
                  <a:pt x="16914" y="32230"/>
                </a:cubicBezTo>
                <a:cubicBezTo>
                  <a:pt x="17028" y="32390"/>
                  <a:pt x="17165" y="32435"/>
                  <a:pt x="17279" y="32481"/>
                </a:cubicBezTo>
                <a:cubicBezTo>
                  <a:pt x="18900" y="33211"/>
                  <a:pt x="20452" y="34124"/>
                  <a:pt x="22073" y="34878"/>
                </a:cubicBezTo>
                <a:cubicBezTo>
                  <a:pt x="22347" y="35015"/>
                  <a:pt x="22529" y="35220"/>
                  <a:pt x="22689" y="35448"/>
                </a:cubicBezTo>
                <a:cubicBezTo>
                  <a:pt x="23511" y="36726"/>
                  <a:pt x="24310" y="38005"/>
                  <a:pt x="25131" y="39283"/>
                </a:cubicBezTo>
                <a:cubicBezTo>
                  <a:pt x="25245" y="39443"/>
                  <a:pt x="25382" y="39602"/>
                  <a:pt x="25245" y="3983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0" name="Google Shape;1980;p49"/>
          <p:cNvGrpSpPr/>
          <p:nvPr/>
        </p:nvGrpSpPr>
        <p:grpSpPr>
          <a:xfrm flipH="1" rot="-324004">
            <a:off x="8191895" y="696948"/>
            <a:ext cx="808598" cy="1077692"/>
            <a:chOff x="3234469" y="201952"/>
            <a:chExt cx="1261967" cy="1681939"/>
          </a:xfrm>
        </p:grpSpPr>
        <p:sp>
          <p:nvSpPr>
            <p:cNvPr id="1981" name="Google Shape;1981;p49"/>
            <p:cNvSpPr/>
            <p:nvPr/>
          </p:nvSpPr>
          <p:spPr>
            <a:xfrm>
              <a:off x="3234469" y="1333255"/>
              <a:ext cx="748150" cy="550636"/>
            </a:xfrm>
            <a:custGeom>
              <a:rect b="b" l="l" r="r" t="t"/>
              <a:pathLst>
                <a:path extrusionOk="0" h="24432" w="29926">
                  <a:moveTo>
                    <a:pt x="12778" y="0"/>
                  </a:moveTo>
                  <a:cubicBezTo>
                    <a:pt x="8341" y="0"/>
                    <a:pt x="4405" y="1919"/>
                    <a:pt x="2657" y="6446"/>
                  </a:cubicBezTo>
                  <a:cubicBezTo>
                    <a:pt x="1" y="13238"/>
                    <a:pt x="3384" y="20907"/>
                    <a:pt x="10201" y="23539"/>
                  </a:cubicBezTo>
                  <a:cubicBezTo>
                    <a:pt x="11770" y="24144"/>
                    <a:pt x="13383" y="24431"/>
                    <a:pt x="14968" y="24431"/>
                  </a:cubicBezTo>
                  <a:cubicBezTo>
                    <a:pt x="20271" y="24431"/>
                    <a:pt x="25268" y="21218"/>
                    <a:pt x="27294" y="15970"/>
                  </a:cubicBezTo>
                  <a:cubicBezTo>
                    <a:pt x="29926" y="9178"/>
                    <a:pt x="26492" y="4015"/>
                    <a:pt x="19675" y="1383"/>
                  </a:cubicBezTo>
                  <a:cubicBezTo>
                    <a:pt x="17394" y="491"/>
                    <a:pt x="15022" y="0"/>
                    <a:pt x="127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49"/>
            <p:cNvSpPr/>
            <p:nvPr/>
          </p:nvSpPr>
          <p:spPr>
            <a:xfrm>
              <a:off x="3770836" y="909318"/>
              <a:ext cx="725600" cy="516449"/>
            </a:xfrm>
            <a:custGeom>
              <a:rect b="b" l="l" r="r" t="t"/>
              <a:pathLst>
                <a:path extrusionOk="0" h="24514" w="29024">
                  <a:moveTo>
                    <a:pt x="17001" y="1"/>
                  </a:moveTo>
                  <a:cubicBezTo>
                    <a:pt x="15707" y="1"/>
                    <a:pt x="14335" y="167"/>
                    <a:pt x="12908" y="494"/>
                  </a:cubicBezTo>
                  <a:cubicBezTo>
                    <a:pt x="5790" y="2123"/>
                    <a:pt x="1" y="7135"/>
                    <a:pt x="1630" y="14228"/>
                  </a:cubicBezTo>
                  <a:cubicBezTo>
                    <a:pt x="3032" y="20355"/>
                    <a:pt x="8483" y="24514"/>
                    <a:pt x="14513" y="24514"/>
                  </a:cubicBezTo>
                  <a:cubicBezTo>
                    <a:pt x="15488" y="24514"/>
                    <a:pt x="16478" y="24405"/>
                    <a:pt x="17469" y="24178"/>
                  </a:cubicBezTo>
                  <a:cubicBezTo>
                    <a:pt x="24587" y="22549"/>
                    <a:pt x="29023" y="15456"/>
                    <a:pt x="27394" y="8338"/>
                  </a:cubicBezTo>
                  <a:cubicBezTo>
                    <a:pt x="26092" y="2648"/>
                    <a:pt x="22162" y="1"/>
                    <a:pt x="170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49"/>
            <p:cNvSpPr/>
            <p:nvPr/>
          </p:nvSpPr>
          <p:spPr>
            <a:xfrm>
              <a:off x="3365100" y="574098"/>
              <a:ext cx="486875" cy="303750"/>
            </a:xfrm>
            <a:custGeom>
              <a:rect b="b" l="l" r="r" t="t"/>
              <a:pathLst>
                <a:path extrusionOk="0" h="12150" w="19475">
                  <a:moveTo>
                    <a:pt x="13279" y="0"/>
                  </a:moveTo>
                  <a:cubicBezTo>
                    <a:pt x="12191" y="0"/>
                    <a:pt x="11066" y="169"/>
                    <a:pt x="10001" y="620"/>
                  </a:cubicBezTo>
                  <a:cubicBezTo>
                    <a:pt x="5740" y="2425"/>
                    <a:pt x="1" y="12149"/>
                    <a:pt x="1" y="12149"/>
                  </a:cubicBezTo>
                  <a:cubicBezTo>
                    <a:pt x="1" y="12149"/>
                    <a:pt x="9274" y="10746"/>
                    <a:pt x="13535" y="8941"/>
                  </a:cubicBezTo>
                  <a:cubicBezTo>
                    <a:pt x="17795" y="7137"/>
                    <a:pt x="19475" y="1523"/>
                    <a:pt x="19475" y="1523"/>
                  </a:cubicBezTo>
                  <a:cubicBezTo>
                    <a:pt x="19475" y="1523"/>
                    <a:pt x="16542" y="0"/>
                    <a:pt x="132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49"/>
            <p:cNvSpPr/>
            <p:nvPr/>
          </p:nvSpPr>
          <p:spPr>
            <a:xfrm>
              <a:off x="3627968" y="201952"/>
              <a:ext cx="438625" cy="1281825"/>
            </a:xfrm>
            <a:custGeom>
              <a:rect b="b" l="l" r="r" t="t"/>
              <a:pathLst>
                <a:path extrusionOk="0" h="40126" w="17545">
                  <a:moveTo>
                    <a:pt x="8171" y="0"/>
                  </a:moveTo>
                  <a:lnTo>
                    <a:pt x="9148" y="2055"/>
                  </a:lnTo>
                  <a:cubicBezTo>
                    <a:pt x="9383" y="2534"/>
                    <a:pt x="9619" y="3014"/>
                    <a:pt x="9853" y="3497"/>
                  </a:cubicBezTo>
                  <a:lnTo>
                    <a:pt x="9853" y="3497"/>
                  </a:lnTo>
                  <a:cubicBezTo>
                    <a:pt x="9906" y="3736"/>
                    <a:pt x="9944" y="3986"/>
                    <a:pt x="9975" y="4236"/>
                  </a:cubicBezTo>
                  <a:cubicBezTo>
                    <a:pt x="10050" y="5013"/>
                    <a:pt x="10025" y="5840"/>
                    <a:pt x="9950" y="6642"/>
                  </a:cubicBezTo>
                  <a:cubicBezTo>
                    <a:pt x="9825" y="8296"/>
                    <a:pt x="9524" y="9925"/>
                    <a:pt x="9173" y="11554"/>
                  </a:cubicBezTo>
                  <a:cubicBezTo>
                    <a:pt x="8471" y="14787"/>
                    <a:pt x="7544" y="17995"/>
                    <a:pt x="6567" y="21178"/>
                  </a:cubicBezTo>
                  <a:cubicBezTo>
                    <a:pt x="5564" y="24361"/>
                    <a:pt x="4512" y="27544"/>
                    <a:pt x="3409" y="30677"/>
                  </a:cubicBezTo>
                  <a:lnTo>
                    <a:pt x="1730" y="35414"/>
                  </a:lnTo>
                  <a:lnTo>
                    <a:pt x="0" y="40126"/>
                  </a:lnTo>
                  <a:cubicBezTo>
                    <a:pt x="702" y="38597"/>
                    <a:pt x="1379" y="37068"/>
                    <a:pt x="2030" y="35539"/>
                  </a:cubicBezTo>
                  <a:cubicBezTo>
                    <a:pt x="2682" y="33985"/>
                    <a:pt x="3309" y="32432"/>
                    <a:pt x="3910" y="30878"/>
                  </a:cubicBezTo>
                  <a:cubicBezTo>
                    <a:pt x="5138" y="27770"/>
                    <a:pt x="6291" y="24612"/>
                    <a:pt x="7344" y="21429"/>
                  </a:cubicBezTo>
                  <a:cubicBezTo>
                    <a:pt x="7870" y="19850"/>
                    <a:pt x="8371" y="18246"/>
                    <a:pt x="8822" y="16617"/>
                  </a:cubicBezTo>
                  <a:cubicBezTo>
                    <a:pt x="9273" y="15013"/>
                    <a:pt x="9700" y="13384"/>
                    <a:pt x="10050" y="11730"/>
                  </a:cubicBezTo>
                  <a:cubicBezTo>
                    <a:pt x="10401" y="10076"/>
                    <a:pt x="10677" y="8421"/>
                    <a:pt x="10802" y="6717"/>
                  </a:cubicBezTo>
                  <a:cubicBezTo>
                    <a:pt x="10836" y="6340"/>
                    <a:pt x="10854" y="5962"/>
                    <a:pt x="10856" y="5583"/>
                  </a:cubicBezTo>
                  <a:lnTo>
                    <a:pt x="10856" y="5583"/>
                  </a:lnTo>
                  <a:cubicBezTo>
                    <a:pt x="11031" y="5952"/>
                    <a:pt x="11206" y="6322"/>
                    <a:pt x="11379" y="6692"/>
                  </a:cubicBezTo>
                  <a:cubicBezTo>
                    <a:pt x="12106" y="8246"/>
                    <a:pt x="12857" y="9800"/>
                    <a:pt x="13559" y="11379"/>
                  </a:cubicBezTo>
                  <a:cubicBezTo>
                    <a:pt x="14261" y="12933"/>
                    <a:pt x="14988" y="14487"/>
                    <a:pt x="15639" y="16091"/>
                  </a:cubicBezTo>
                  <a:cubicBezTo>
                    <a:pt x="16316" y="17670"/>
                    <a:pt x="16968" y="19249"/>
                    <a:pt x="17544" y="20878"/>
                  </a:cubicBezTo>
                  <a:cubicBezTo>
                    <a:pt x="17093" y="19223"/>
                    <a:pt x="16517" y="17594"/>
                    <a:pt x="15915" y="15965"/>
                  </a:cubicBezTo>
                  <a:cubicBezTo>
                    <a:pt x="15314" y="14361"/>
                    <a:pt x="14687" y="12757"/>
                    <a:pt x="14010" y="11178"/>
                  </a:cubicBezTo>
                  <a:cubicBezTo>
                    <a:pt x="13359" y="9574"/>
                    <a:pt x="12682" y="7995"/>
                    <a:pt x="11980" y="6416"/>
                  </a:cubicBezTo>
                  <a:cubicBezTo>
                    <a:pt x="11550" y="5448"/>
                    <a:pt x="11120" y="4480"/>
                    <a:pt x="10684" y="3518"/>
                  </a:cubicBezTo>
                  <a:lnTo>
                    <a:pt x="10684" y="3518"/>
                  </a:lnTo>
                  <a:cubicBezTo>
                    <a:pt x="10639" y="3287"/>
                    <a:pt x="10581" y="3056"/>
                    <a:pt x="10502" y="2832"/>
                  </a:cubicBezTo>
                  <a:cubicBezTo>
                    <a:pt x="10351" y="2406"/>
                    <a:pt x="10126" y="1955"/>
                    <a:pt x="9775" y="1604"/>
                  </a:cubicBezTo>
                  <a:lnTo>
                    <a:pt x="817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5" name="Google Shape;1985;p49"/>
          <p:cNvSpPr/>
          <p:nvPr/>
        </p:nvSpPr>
        <p:spPr>
          <a:xfrm rot="5400000">
            <a:off x="6989099" y="40400"/>
            <a:ext cx="354371" cy="381484"/>
          </a:xfrm>
          <a:custGeom>
            <a:rect b="b" l="l" r="r" t="t"/>
            <a:pathLst>
              <a:path extrusionOk="0" h="27544" w="25591">
                <a:moveTo>
                  <a:pt x="14046" y="70"/>
                </a:moveTo>
                <a:cubicBezTo>
                  <a:pt x="11186" y="-321"/>
                  <a:pt x="8318" y="1001"/>
                  <a:pt x="6315" y="1873"/>
                </a:cubicBezTo>
                <a:cubicBezTo>
                  <a:pt x="4312" y="2745"/>
                  <a:pt x="3013" y="4080"/>
                  <a:pt x="2029" y="5302"/>
                </a:cubicBezTo>
                <a:cubicBezTo>
                  <a:pt x="1045" y="6524"/>
                  <a:pt x="728" y="7683"/>
                  <a:pt x="410" y="9207"/>
                </a:cubicBezTo>
                <a:cubicBezTo>
                  <a:pt x="93" y="10731"/>
                  <a:pt x="-162" y="12541"/>
                  <a:pt x="124" y="14446"/>
                </a:cubicBezTo>
                <a:cubicBezTo>
                  <a:pt x="410" y="16351"/>
                  <a:pt x="330" y="18462"/>
                  <a:pt x="2124" y="20637"/>
                </a:cubicBezTo>
                <a:cubicBezTo>
                  <a:pt x="3918" y="22812"/>
                  <a:pt x="7486" y="27058"/>
                  <a:pt x="10887" y="27495"/>
                </a:cubicBezTo>
                <a:cubicBezTo>
                  <a:pt x="14288" y="27932"/>
                  <a:pt x="20087" y="25355"/>
                  <a:pt x="22532" y="23259"/>
                </a:cubicBezTo>
                <a:cubicBezTo>
                  <a:pt x="24977" y="21164"/>
                  <a:pt x="25399" y="18096"/>
                  <a:pt x="25556" y="14922"/>
                </a:cubicBezTo>
                <a:cubicBezTo>
                  <a:pt x="25713" y="11748"/>
                  <a:pt x="25392" y="6692"/>
                  <a:pt x="23474" y="4217"/>
                </a:cubicBezTo>
                <a:cubicBezTo>
                  <a:pt x="21556" y="1742"/>
                  <a:pt x="16906" y="461"/>
                  <a:pt x="14046" y="70"/>
                </a:cubicBezTo>
                <a:close/>
              </a:path>
            </a:pathLst>
          </a:custGeom>
          <a:solidFill>
            <a:schemeClr val="dk1"/>
          </a:solidFill>
          <a:ln>
            <a:noFill/>
          </a:ln>
        </p:spPr>
      </p:sp>
      <p:sp>
        <p:nvSpPr>
          <p:cNvPr id="1986" name="Google Shape;1986;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87" name="Google Shape;1987;p49"/>
          <p:cNvSpPr txBox="1"/>
          <p:nvPr>
            <p:ph idx="2" type="title"/>
          </p:nvPr>
        </p:nvSpPr>
        <p:spPr>
          <a:xfrm>
            <a:off x="1101175" y="1682850"/>
            <a:ext cx="1986000" cy="527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500"/>
              <a:buNone/>
              <a:defRPr sz="2000">
                <a:solidFill>
                  <a:schemeClr val="dk2"/>
                </a:solidFill>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88" name="Google Shape;1988;p49"/>
          <p:cNvSpPr txBox="1"/>
          <p:nvPr>
            <p:ph idx="1" type="subTitle"/>
          </p:nvPr>
        </p:nvSpPr>
        <p:spPr>
          <a:xfrm>
            <a:off x="1101175" y="2210550"/>
            <a:ext cx="1986000" cy="527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89" name="Google Shape;1989;p49"/>
          <p:cNvSpPr txBox="1"/>
          <p:nvPr>
            <p:ph idx="3" type="title"/>
          </p:nvPr>
        </p:nvSpPr>
        <p:spPr>
          <a:xfrm>
            <a:off x="3578948" y="1682850"/>
            <a:ext cx="1986000" cy="527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500"/>
              <a:buNone/>
              <a:defRPr sz="2000">
                <a:solidFill>
                  <a:schemeClr val="dk2"/>
                </a:solidFill>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90" name="Google Shape;1990;p49"/>
          <p:cNvSpPr txBox="1"/>
          <p:nvPr>
            <p:ph idx="4" type="subTitle"/>
          </p:nvPr>
        </p:nvSpPr>
        <p:spPr>
          <a:xfrm>
            <a:off x="3579000" y="2210550"/>
            <a:ext cx="1986000" cy="527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91" name="Google Shape;1991;p49"/>
          <p:cNvSpPr txBox="1"/>
          <p:nvPr>
            <p:ph idx="5" type="title"/>
          </p:nvPr>
        </p:nvSpPr>
        <p:spPr>
          <a:xfrm>
            <a:off x="1101175" y="3268650"/>
            <a:ext cx="1986000" cy="527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500"/>
              <a:buNone/>
              <a:defRPr sz="2000">
                <a:solidFill>
                  <a:schemeClr val="dk2"/>
                </a:solidFill>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92" name="Google Shape;1992;p49"/>
          <p:cNvSpPr txBox="1"/>
          <p:nvPr>
            <p:ph idx="6" type="subTitle"/>
          </p:nvPr>
        </p:nvSpPr>
        <p:spPr>
          <a:xfrm>
            <a:off x="1101175" y="3796350"/>
            <a:ext cx="1986000" cy="48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93" name="Google Shape;1993;p49"/>
          <p:cNvSpPr txBox="1"/>
          <p:nvPr>
            <p:ph idx="7" type="title"/>
          </p:nvPr>
        </p:nvSpPr>
        <p:spPr>
          <a:xfrm>
            <a:off x="3578948" y="3268650"/>
            <a:ext cx="1986000" cy="527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500"/>
              <a:buNone/>
              <a:defRPr sz="2000">
                <a:solidFill>
                  <a:schemeClr val="dk2"/>
                </a:solidFill>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94" name="Google Shape;1994;p49"/>
          <p:cNvSpPr txBox="1"/>
          <p:nvPr>
            <p:ph idx="8" type="subTitle"/>
          </p:nvPr>
        </p:nvSpPr>
        <p:spPr>
          <a:xfrm>
            <a:off x="3578948" y="3796350"/>
            <a:ext cx="1986000" cy="48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95" name="Google Shape;1995;p49"/>
          <p:cNvSpPr txBox="1"/>
          <p:nvPr>
            <p:ph idx="9" type="title"/>
          </p:nvPr>
        </p:nvSpPr>
        <p:spPr>
          <a:xfrm>
            <a:off x="6056727" y="1682850"/>
            <a:ext cx="1986000" cy="527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500"/>
              <a:buNone/>
              <a:defRPr sz="2000">
                <a:solidFill>
                  <a:schemeClr val="dk2"/>
                </a:solidFill>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96" name="Google Shape;1996;p49"/>
          <p:cNvSpPr txBox="1"/>
          <p:nvPr>
            <p:ph idx="13" type="subTitle"/>
          </p:nvPr>
        </p:nvSpPr>
        <p:spPr>
          <a:xfrm>
            <a:off x="6056725" y="2210550"/>
            <a:ext cx="1986000" cy="527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97" name="Google Shape;1997;p49"/>
          <p:cNvSpPr txBox="1"/>
          <p:nvPr>
            <p:ph idx="14" type="title"/>
          </p:nvPr>
        </p:nvSpPr>
        <p:spPr>
          <a:xfrm>
            <a:off x="6056727" y="3268650"/>
            <a:ext cx="1986000" cy="527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500"/>
              <a:buNone/>
              <a:defRPr sz="2000">
                <a:solidFill>
                  <a:schemeClr val="dk2"/>
                </a:solidFill>
              </a:defRPr>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98" name="Google Shape;1998;p49"/>
          <p:cNvSpPr txBox="1"/>
          <p:nvPr>
            <p:ph idx="15" type="subTitle"/>
          </p:nvPr>
        </p:nvSpPr>
        <p:spPr>
          <a:xfrm>
            <a:off x="6056727" y="3796350"/>
            <a:ext cx="1986000" cy="48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1999" name="Shape 1999"/>
        <p:cNvGrpSpPr/>
        <p:nvPr/>
      </p:nvGrpSpPr>
      <p:grpSpPr>
        <a:xfrm>
          <a:off x="0" y="0"/>
          <a:ext cx="0" cy="0"/>
          <a:chOff x="0" y="0"/>
          <a:chExt cx="0" cy="0"/>
        </a:xfrm>
      </p:grpSpPr>
      <p:sp>
        <p:nvSpPr>
          <p:cNvPr id="2000" name="Google Shape;2000;p50"/>
          <p:cNvSpPr/>
          <p:nvPr/>
        </p:nvSpPr>
        <p:spPr>
          <a:xfrm flipH="1">
            <a:off x="7698633" y="-3941"/>
            <a:ext cx="856413" cy="912207"/>
          </a:xfrm>
          <a:custGeom>
            <a:rect b="b" l="l" r="r" t="t"/>
            <a:pathLst>
              <a:path extrusionOk="0" h="47021" w="44145">
                <a:moveTo>
                  <a:pt x="44145" y="0"/>
                </a:moveTo>
                <a:cubicBezTo>
                  <a:pt x="43757" y="845"/>
                  <a:pt x="43346" y="1689"/>
                  <a:pt x="43003" y="2534"/>
                </a:cubicBezTo>
                <a:cubicBezTo>
                  <a:pt x="42547" y="3767"/>
                  <a:pt x="42296" y="5022"/>
                  <a:pt x="42182" y="6323"/>
                </a:cubicBezTo>
                <a:cubicBezTo>
                  <a:pt x="41999" y="8423"/>
                  <a:pt x="41931" y="10546"/>
                  <a:pt x="41839" y="12646"/>
                </a:cubicBezTo>
                <a:cubicBezTo>
                  <a:pt x="41748" y="14586"/>
                  <a:pt x="41086" y="16298"/>
                  <a:pt x="39671" y="17690"/>
                </a:cubicBezTo>
                <a:cubicBezTo>
                  <a:pt x="39100" y="18261"/>
                  <a:pt x="38507" y="18786"/>
                  <a:pt x="37868" y="19288"/>
                </a:cubicBezTo>
                <a:cubicBezTo>
                  <a:pt x="36886" y="20064"/>
                  <a:pt x="36179" y="21068"/>
                  <a:pt x="35676" y="22232"/>
                </a:cubicBezTo>
                <a:cubicBezTo>
                  <a:pt x="35060" y="23716"/>
                  <a:pt x="34535" y="25222"/>
                  <a:pt x="34079" y="26752"/>
                </a:cubicBezTo>
                <a:cubicBezTo>
                  <a:pt x="33645" y="28258"/>
                  <a:pt x="32983" y="29628"/>
                  <a:pt x="32024" y="30883"/>
                </a:cubicBezTo>
                <a:cubicBezTo>
                  <a:pt x="30792" y="32481"/>
                  <a:pt x="29171" y="33325"/>
                  <a:pt x="27163" y="33439"/>
                </a:cubicBezTo>
                <a:cubicBezTo>
                  <a:pt x="26478" y="33485"/>
                  <a:pt x="25816" y="33531"/>
                  <a:pt x="25154" y="33713"/>
                </a:cubicBezTo>
                <a:cubicBezTo>
                  <a:pt x="24127" y="33987"/>
                  <a:pt x="23191" y="34489"/>
                  <a:pt x="22369" y="35151"/>
                </a:cubicBezTo>
                <a:cubicBezTo>
                  <a:pt x="21000" y="36293"/>
                  <a:pt x="19813" y="37594"/>
                  <a:pt x="18763" y="39032"/>
                </a:cubicBezTo>
                <a:cubicBezTo>
                  <a:pt x="17667" y="40538"/>
                  <a:pt x="16503" y="41976"/>
                  <a:pt x="15157" y="43254"/>
                </a:cubicBezTo>
                <a:cubicBezTo>
                  <a:pt x="14198" y="44213"/>
                  <a:pt x="13171" y="45103"/>
                  <a:pt x="12007" y="45788"/>
                </a:cubicBezTo>
                <a:cubicBezTo>
                  <a:pt x="10683" y="46587"/>
                  <a:pt x="9268" y="46998"/>
                  <a:pt x="7715" y="46998"/>
                </a:cubicBezTo>
                <a:cubicBezTo>
                  <a:pt x="6414" y="47020"/>
                  <a:pt x="5113" y="46929"/>
                  <a:pt x="3904" y="46450"/>
                </a:cubicBezTo>
                <a:cubicBezTo>
                  <a:pt x="2215" y="45765"/>
                  <a:pt x="959" y="44647"/>
                  <a:pt x="389" y="42866"/>
                </a:cubicBezTo>
                <a:cubicBezTo>
                  <a:pt x="160" y="42090"/>
                  <a:pt x="1" y="41314"/>
                  <a:pt x="46" y="40515"/>
                </a:cubicBezTo>
                <a:cubicBezTo>
                  <a:pt x="92" y="39374"/>
                  <a:pt x="1" y="38233"/>
                  <a:pt x="274" y="37137"/>
                </a:cubicBezTo>
                <a:cubicBezTo>
                  <a:pt x="845" y="34855"/>
                  <a:pt x="1849" y="32800"/>
                  <a:pt x="3333" y="30974"/>
                </a:cubicBezTo>
                <a:cubicBezTo>
                  <a:pt x="4657" y="29354"/>
                  <a:pt x="5867" y="27642"/>
                  <a:pt x="7168" y="25998"/>
                </a:cubicBezTo>
                <a:cubicBezTo>
                  <a:pt x="7579" y="25473"/>
                  <a:pt x="7944" y="24880"/>
                  <a:pt x="8263" y="24286"/>
                </a:cubicBezTo>
                <a:cubicBezTo>
                  <a:pt x="8834" y="23236"/>
                  <a:pt x="8971" y="22141"/>
                  <a:pt x="8674" y="20977"/>
                </a:cubicBezTo>
                <a:cubicBezTo>
                  <a:pt x="8560" y="20543"/>
                  <a:pt x="8446" y="20132"/>
                  <a:pt x="8286" y="19721"/>
                </a:cubicBezTo>
                <a:cubicBezTo>
                  <a:pt x="7875" y="18763"/>
                  <a:pt x="7989" y="17827"/>
                  <a:pt x="8355" y="16914"/>
                </a:cubicBezTo>
                <a:cubicBezTo>
                  <a:pt x="8606" y="16252"/>
                  <a:pt x="8994" y="15681"/>
                  <a:pt x="9450" y="15156"/>
                </a:cubicBezTo>
                <a:cubicBezTo>
                  <a:pt x="9907" y="14631"/>
                  <a:pt x="10386" y="14175"/>
                  <a:pt x="10888" y="13718"/>
                </a:cubicBezTo>
                <a:cubicBezTo>
                  <a:pt x="11596" y="13079"/>
                  <a:pt x="12303" y="12417"/>
                  <a:pt x="12988" y="11733"/>
                </a:cubicBezTo>
                <a:cubicBezTo>
                  <a:pt x="13787" y="10934"/>
                  <a:pt x="14472" y="10043"/>
                  <a:pt x="15088" y="9085"/>
                </a:cubicBezTo>
                <a:cubicBezTo>
                  <a:pt x="15887" y="7829"/>
                  <a:pt x="16184" y="6528"/>
                  <a:pt x="15933" y="5022"/>
                </a:cubicBezTo>
                <a:cubicBezTo>
                  <a:pt x="15682" y="3675"/>
                  <a:pt x="15841" y="2306"/>
                  <a:pt x="16389" y="1005"/>
                </a:cubicBezTo>
                <a:cubicBezTo>
                  <a:pt x="16549" y="662"/>
                  <a:pt x="16754" y="343"/>
                  <a:pt x="16937" y="0"/>
                </a:cubicBezTo>
                <a:lnTo>
                  <a:pt x="32230" y="0"/>
                </a:lnTo>
                <a:cubicBezTo>
                  <a:pt x="32367" y="160"/>
                  <a:pt x="32298" y="343"/>
                  <a:pt x="32230" y="502"/>
                </a:cubicBezTo>
                <a:cubicBezTo>
                  <a:pt x="31819" y="1484"/>
                  <a:pt x="31385" y="2443"/>
                  <a:pt x="30952" y="3401"/>
                </a:cubicBezTo>
                <a:cubicBezTo>
                  <a:pt x="30792" y="3767"/>
                  <a:pt x="30564" y="4018"/>
                  <a:pt x="30176" y="4132"/>
                </a:cubicBezTo>
                <a:cubicBezTo>
                  <a:pt x="27710" y="5022"/>
                  <a:pt x="25359" y="6186"/>
                  <a:pt x="22871" y="7031"/>
                </a:cubicBezTo>
                <a:cubicBezTo>
                  <a:pt x="22369" y="7213"/>
                  <a:pt x="21822" y="7327"/>
                  <a:pt x="21319" y="7533"/>
                </a:cubicBezTo>
                <a:cubicBezTo>
                  <a:pt x="21114" y="7601"/>
                  <a:pt x="20886" y="7624"/>
                  <a:pt x="20726" y="7875"/>
                </a:cubicBezTo>
                <a:cubicBezTo>
                  <a:pt x="21114" y="8012"/>
                  <a:pt x="21456" y="7875"/>
                  <a:pt x="21799" y="7784"/>
                </a:cubicBezTo>
                <a:cubicBezTo>
                  <a:pt x="23807" y="7236"/>
                  <a:pt x="25770" y="6460"/>
                  <a:pt x="27688" y="5615"/>
                </a:cubicBezTo>
                <a:cubicBezTo>
                  <a:pt x="28304" y="5341"/>
                  <a:pt x="28966" y="5090"/>
                  <a:pt x="29605" y="4839"/>
                </a:cubicBezTo>
                <a:cubicBezTo>
                  <a:pt x="29742" y="4794"/>
                  <a:pt x="29924" y="4702"/>
                  <a:pt x="30061" y="4862"/>
                </a:cubicBezTo>
                <a:cubicBezTo>
                  <a:pt x="30176" y="4999"/>
                  <a:pt x="30107" y="5159"/>
                  <a:pt x="30039" y="5319"/>
                </a:cubicBezTo>
                <a:cubicBezTo>
                  <a:pt x="29742" y="6003"/>
                  <a:pt x="29400" y="6665"/>
                  <a:pt x="29080" y="7327"/>
                </a:cubicBezTo>
                <a:cubicBezTo>
                  <a:pt x="27984" y="9610"/>
                  <a:pt x="26889" y="11892"/>
                  <a:pt x="25611" y="14084"/>
                </a:cubicBezTo>
                <a:cubicBezTo>
                  <a:pt x="25200" y="14768"/>
                  <a:pt x="24675" y="15179"/>
                  <a:pt x="23899" y="15385"/>
                </a:cubicBezTo>
                <a:cubicBezTo>
                  <a:pt x="20931" y="16206"/>
                  <a:pt x="17941" y="16982"/>
                  <a:pt x="15020" y="17941"/>
                </a:cubicBezTo>
                <a:cubicBezTo>
                  <a:pt x="14791" y="18009"/>
                  <a:pt x="14563" y="18032"/>
                  <a:pt x="14289" y="18283"/>
                </a:cubicBezTo>
                <a:cubicBezTo>
                  <a:pt x="15727" y="17941"/>
                  <a:pt x="17051" y="17621"/>
                  <a:pt x="18352" y="17256"/>
                </a:cubicBezTo>
                <a:cubicBezTo>
                  <a:pt x="20178" y="16731"/>
                  <a:pt x="22004" y="16298"/>
                  <a:pt x="23830" y="15750"/>
                </a:cubicBezTo>
                <a:cubicBezTo>
                  <a:pt x="23990" y="15704"/>
                  <a:pt x="24218" y="15590"/>
                  <a:pt x="24332" y="15750"/>
                </a:cubicBezTo>
                <a:cubicBezTo>
                  <a:pt x="24446" y="15932"/>
                  <a:pt x="24287" y="16092"/>
                  <a:pt x="24173" y="16252"/>
                </a:cubicBezTo>
                <a:cubicBezTo>
                  <a:pt x="21799" y="19676"/>
                  <a:pt x="19288" y="22985"/>
                  <a:pt x="16686" y="26249"/>
                </a:cubicBezTo>
                <a:cubicBezTo>
                  <a:pt x="16389" y="26615"/>
                  <a:pt x="16001" y="26706"/>
                  <a:pt x="15590" y="26774"/>
                </a:cubicBezTo>
                <a:cubicBezTo>
                  <a:pt x="13833" y="27094"/>
                  <a:pt x="12098" y="27505"/>
                  <a:pt x="10340" y="27893"/>
                </a:cubicBezTo>
                <a:cubicBezTo>
                  <a:pt x="10044" y="27961"/>
                  <a:pt x="9770" y="28030"/>
                  <a:pt x="9427" y="28258"/>
                </a:cubicBezTo>
                <a:cubicBezTo>
                  <a:pt x="10295" y="28326"/>
                  <a:pt x="11071" y="28098"/>
                  <a:pt x="11824" y="27984"/>
                </a:cubicBezTo>
                <a:cubicBezTo>
                  <a:pt x="12874" y="27802"/>
                  <a:pt x="13901" y="27550"/>
                  <a:pt x="14951" y="27391"/>
                </a:cubicBezTo>
                <a:cubicBezTo>
                  <a:pt x="15134" y="27368"/>
                  <a:pt x="15385" y="27231"/>
                  <a:pt x="15476" y="27459"/>
                </a:cubicBezTo>
                <a:cubicBezTo>
                  <a:pt x="15590" y="27665"/>
                  <a:pt x="15408" y="27847"/>
                  <a:pt x="15271" y="27984"/>
                </a:cubicBezTo>
                <a:cubicBezTo>
                  <a:pt x="14517" y="28988"/>
                  <a:pt x="13719" y="29970"/>
                  <a:pt x="12874" y="30906"/>
                </a:cubicBezTo>
                <a:cubicBezTo>
                  <a:pt x="11824" y="32070"/>
                  <a:pt x="10934" y="33394"/>
                  <a:pt x="10044" y="34695"/>
                </a:cubicBezTo>
                <a:cubicBezTo>
                  <a:pt x="9747" y="35128"/>
                  <a:pt x="9405" y="35379"/>
                  <a:pt x="8857" y="35494"/>
                </a:cubicBezTo>
                <a:cubicBezTo>
                  <a:pt x="7693" y="35722"/>
                  <a:pt x="6529" y="36041"/>
                  <a:pt x="5364" y="36315"/>
                </a:cubicBezTo>
                <a:cubicBezTo>
                  <a:pt x="5296" y="36338"/>
                  <a:pt x="5250" y="36338"/>
                  <a:pt x="5205" y="36361"/>
                </a:cubicBezTo>
                <a:cubicBezTo>
                  <a:pt x="5045" y="36429"/>
                  <a:pt x="4817" y="36452"/>
                  <a:pt x="4885" y="36658"/>
                </a:cubicBezTo>
                <a:cubicBezTo>
                  <a:pt x="4931" y="36840"/>
                  <a:pt x="5159" y="36795"/>
                  <a:pt x="5319" y="36772"/>
                </a:cubicBezTo>
                <a:cubicBezTo>
                  <a:pt x="5775" y="36703"/>
                  <a:pt x="6232" y="36589"/>
                  <a:pt x="6688" y="36475"/>
                </a:cubicBezTo>
                <a:cubicBezTo>
                  <a:pt x="7168" y="36361"/>
                  <a:pt x="7647" y="36247"/>
                  <a:pt x="8126" y="36133"/>
                </a:cubicBezTo>
                <a:cubicBezTo>
                  <a:pt x="8355" y="36064"/>
                  <a:pt x="8628" y="35950"/>
                  <a:pt x="8788" y="36178"/>
                </a:cubicBezTo>
                <a:cubicBezTo>
                  <a:pt x="8971" y="36407"/>
                  <a:pt x="8720" y="36612"/>
                  <a:pt x="8606" y="36795"/>
                </a:cubicBezTo>
                <a:cubicBezTo>
                  <a:pt x="7875" y="38004"/>
                  <a:pt x="7076" y="39146"/>
                  <a:pt x="6483" y="40424"/>
                </a:cubicBezTo>
                <a:cubicBezTo>
                  <a:pt x="6392" y="40652"/>
                  <a:pt x="6277" y="40880"/>
                  <a:pt x="6255" y="41131"/>
                </a:cubicBezTo>
                <a:cubicBezTo>
                  <a:pt x="7054" y="39716"/>
                  <a:pt x="8081" y="38438"/>
                  <a:pt x="8948" y="37069"/>
                </a:cubicBezTo>
                <a:cubicBezTo>
                  <a:pt x="9108" y="36840"/>
                  <a:pt x="9222" y="36475"/>
                  <a:pt x="9564" y="36521"/>
                </a:cubicBezTo>
                <a:cubicBezTo>
                  <a:pt x="9884" y="36566"/>
                  <a:pt x="9907" y="36954"/>
                  <a:pt x="9975" y="37228"/>
                </a:cubicBezTo>
                <a:cubicBezTo>
                  <a:pt x="10386" y="38758"/>
                  <a:pt x="11162" y="40173"/>
                  <a:pt x="11596" y="41702"/>
                </a:cubicBezTo>
                <a:cubicBezTo>
                  <a:pt x="11596" y="41748"/>
                  <a:pt x="11619" y="41793"/>
                  <a:pt x="11733" y="41816"/>
                </a:cubicBezTo>
                <a:cubicBezTo>
                  <a:pt x="11710" y="41268"/>
                  <a:pt x="11573" y="40743"/>
                  <a:pt x="11413" y="40218"/>
                </a:cubicBezTo>
                <a:cubicBezTo>
                  <a:pt x="11002" y="38986"/>
                  <a:pt x="10569" y="37730"/>
                  <a:pt x="10203" y="36498"/>
                </a:cubicBezTo>
                <a:cubicBezTo>
                  <a:pt x="10021" y="35904"/>
                  <a:pt x="10112" y="35471"/>
                  <a:pt x="10455" y="34969"/>
                </a:cubicBezTo>
                <a:cubicBezTo>
                  <a:pt x="12121" y="32481"/>
                  <a:pt x="14244" y="30358"/>
                  <a:pt x="16047" y="28007"/>
                </a:cubicBezTo>
                <a:cubicBezTo>
                  <a:pt x="16161" y="27847"/>
                  <a:pt x="16298" y="27687"/>
                  <a:pt x="16503" y="27710"/>
                </a:cubicBezTo>
                <a:cubicBezTo>
                  <a:pt x="16731" y="27756"/>
                  <a:pt x="16754" y="28007"/>
                  <a:pt x="16800" y="28190"/>
                </a:cubicBezTo>
                <a:cubicBezTo>
                  <a:pt x="17005" y="29354"/>
                  <a:pt x="17256" y="30518"/>
                  <a:pt x="17416" y="31682"/>
                </a:cubicBezTo>
                <a:cubicBezTo>
                  <a:pt x="17599" y="33028"/>
                  <a:pt x="18055" y="34330"/>
                  <a:pt x="18466" y="35631"/>
                </a:cubicBezTo>
                <a:cubicBezTo>
                  <a:pt x="18557" y="35357"/>
                  <a:pt x="18557" y="35083"/>
                  <a:pt x="18512" y="34809"/>
                </a:cubicBezTo>
                <a:cubicBezTo>
                  <a:pt x="17918" y="32344"/>
                  <a:pt x="17690" y="29833"/>
                  <a:pt x="17074" y="27368"/>
                </a:cubicBezTo>
                <a:cubicBezTo>
                  <a:pt x="16983" y="26980"/>
                  <a:pt x="17097" y="26706"/>
                  <a:pt x="17325" y="26409"/>
                </a:cubicBezTo>
                <a:cubicBezTo>
                  <a:pt x="19265" y="24013"/>
                  <a:pt x="21160" y="21593"/>
                  <a:pt x="22963" y="19082"/>
                </a:cubicBezTo>
                <a:cubicBezTo>
                  <a:pt x="23488" y="18352"/>
                  <a:pt x="24013" y="17621"/>
                  <a:pt x="24538" y="16868"/>
                </a:cubicBezTo>
                <a:cubicBezTo>
                  <a:pt x="25017" y="16183"/>
                  <a:pt x="25245" y="16183"/>
                  <a:pt x="25542" y="16960"/>
                </a:cubicBezTo>
                <a:cubicBezTo>
                  <a:pt x="26227" y="18603"/>
                  <a:pt x="27003" y="20224"/>
                  <a:pt x="27619" y="21890"/>
                </a:cubicBezTo>
                <a:cubicBezTo>
                  <a:pt x="28076" y="23145"/>
                  <a:pt x="28509" y="24401"/>
                  <a:pt x="28966" y="25633"/>
                </a:cubicBezTo>
                <a:cubicBezTo>
                  <a:pt x="29057" y="25930"/>
                  <a:pt x="29148" y="26227"/>
                  <a:pt x="29468" y="26500"/>
                </a:cubicBezTo>
                <a:cubicBezTo>
                  <a:pt x="29445" y="25861"/>
                  <a:pt x="29308" y="25336"/>
                  <a:pt x="29148" y="24834"/>
                </a:cubicBezTo>
                <a:cubicBezTo>
                  <a:pt x="28464" y="22643"/>
                  <a:pt x="27733" y="20497"/>
                  <a:pt x="26775" y="18420"/>
                </a:cubicBezTo>
                <a:cubicBezTo>
                  <a:pt x="26387" y="17599"/>
                  <a:pt x="26090" y="16708"/>
                  <a:pt x="25679" y="15864"/>
                </a:cubicBezTo>
                <a:cubicBezTo>
                  <a:pt x="25565" y="15590"/>
                  <a:pt x="25588" y="15339"/>
                  <a:pt x="25747" y="15088"/>
                </a:cubicBezTo>
                <a:cubicBezTo>
                  <a:pt x="27300" y="12623"/>
                  <a:pt x="28464" y="9975"/>
                  <a:pt x="29788" y="7396"/>
                </a:cubicBezTo>
                <a:cubicBezTo>
                  <a:pt x="30061" y="6871"/>
                  <a:pt x="30244" y="6300"/>
                  <a:pt x="30564" y="5775"/>
                </a:cubicBezTo>
                <a:cubicBezTo>
                  <a:pt x="30815" y="5296"/>
                  <a:pt x="30997" y="5296"/>
                  <a:pt x="31271" y="5752"/>
                </a:cubicBezTo>
                <a:cubicBezTo>
                  <a:pt x="32390" y="7510"/>
                  <a:pt x="33508" y="9245"/>
                  <a:pt x="34581" y="11025"/>
                </a:cubicBezTo>
                <a:cubicBezTo>
                  <a:pt x="35288" y="12212"/>
                  <a:pt x="36156" y="13285"/>
                  <a:pt x="36795" y="14540"/>
                </a:cubicBezTo>
                <a:cubicBezTo>
                  <a:pt x="36704" y="13832"/>
                  <a:pt x="36475" y="13171"/>
                  <a:pt x="36110" y="12600"/>
                </a:cubicBezTo>
                <a:cubicBezTo>
                  <a:pt x="34558" y="10135"/>
                  <a:pt x="33189" y="7601"/>
                  <a:pt x="31591" y="5159"/>
                </a:cubicBezTo>
                <a:cubicBezTo>
                  <a:pt x="31248" y="4657"/>
                  <a:pt x="31248" y="4200"/>
                  <a:pt x="31545" y="3652"/>
                </a:cubicBezTo>
                <a:cubicBezTo>
                  <a:pt x="32093" y="2648"/>
                  <a:pt x="32481" y="1575"/>
                  <a:pt x="32960" y="525"/>
                </a:cubicBezTo>
                <a:cubicBezTo>
                  <a:pt x="33052" y="320"/>
                  <a:pt x="33097" y="114"/>
                  <a:pt x="33325" y="0"/>
                </a:cubicBezTo>
                <a:lnTo>
                  <a:pt x="44145" y="0"/>
                </a:lnTo>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50"/>
          <p:cNvSpPr/>
          <p:nvPr/>
        </p:nvSpPr>
        <p:spPr>
          <a:xfrm rot="-7363076">
            <a:off x="7669336" y="-123699"/>
            <a:ext cx="2426713" cy="1932273"/>
          </a:xfrm>
          <a:custGeom>
            <a:rect b="b" l="l" r="r" t="t"/>
            <a:pathLst>
              <a:path extrusionOk="0" h="53184" w="66793">
                <a:moveTo>
                  <a:pt x="28798" y="24863"/>
                </a:moveTo>
                <a:cubicBezTo>
                  <a:pt x="29951" y="25815"/>
                  <a:pt x="31129" y="26818"/>
                  <a:pt x="32306" y="27870"/>
                </a:cubicBezTo>
                <a:lnTo>
                  <a:pt x="28823" y="27645"/>
                </a:lnTo>
                <a:cubicBezTo>
                  <a:pt x="27244" y="27469"/>
                  <a:pt x="25740" y="27269"/>
                  <a:pt x="24211" y="27043"/>
                </a:cubicBezTo>
                <a:cubicBezTo>
                  <a:pt x="22407" y="26793"/>
                  <a:pt x="20627" y="26492"/>
                  <a:pt x="18823" y="26216"/>
                </a:cubicBezTo>
                <a:cubicBezTo>
                  <a:pt x="18572" y="26191"/>
                  <a:pt x="18321" y="26141"/>
                  <a:pt x="18046" y="26116"/>
                </a:cubicBezTo>
                <a:cubicBezTo>
                  <a:pt x="18973" y="26091"/>
                  <a:pt x="19900" y="26016"/>
                  <a:pt x="20828" y="25890"/>
                </a:cubicBezTo>
                <a:cubicBezTo>
                  <a:pt x="22331" y="25715"/>
                  <a:pt x="23835" y="25414"/>
                  <a:pt x="25264" y="24863"/>
                </a:cubicBezTo>
                <a:close/>
                <a:moveTo>
                  <a:pt x="11053" y="0"/>
                </a:moveTo>
                <a:cubicBezTo>
                  <a:pt x="11755" y="1304"/>
                  <a:pt x="12507" y="2507"/>
                  <a:pt x="13259" y="3685"/>
                </a:cubicBezTo>
                <a:lnTo>
                  <a:pt x="15464" y="7193"/>
                </a:lnTo>
                <a:cubicBezTo>
                  <a:pt x="16166" y="8371"/>
                  <a:pt x="16843" y="9549"/>
                  <a:pt x="17519" y="10752"/>
                </a:cubicBezTo>
                <a:cubicBezTo>
                  <a:pt x="18071" y="11755"/>
                  <a:pt x="18547" y="12782"/>
                  <a:pt x="19073" y="13860"/>
                </a:cubicBezTo>
                <a:lnTo>
                  <a:pt x="19048" y="16793"/>
                </a:lnTo>
                <a:cubicBezTo>
                  <a:pt x="17920" y="15940"/>
                  <a:pt x="17093" y="15339"/>
                  <a:pt x="16717" y="15063"/>
                </a:cubicBezTo>
                <a:cubicBezTo>
                  <a:pt x="16542" y="14211"/>
                  <a:pt x="16116" y="13434"/>
                  <a:pt x="15615" y="12757"/>
                </a:cubicBezTo>
                <a:cubicBezTo>
                  <a:pt x="15088" y="12056"/>
                  <a:pt x="14487" y="11454"/>
                  <a:pt x="13835" y="10878"/>
                </a:cubicBezTo>
                <a:cubicBezTo>
                  <a:pt x="13184" y="10326"/>
                  <a:pt x="12457" y="9875"/>
                  <a:pt x="11705" y="9499"/>
                </a:cubicBezTo>
                <a:cubicBezTo>
                  <a:pt x="10953" y="9123"/>
                  <a:pt x="10176" y="8772"/>
                  <a:pt x="9424" y="8422"/>
                </a:cubicBezTo>
                <a:cubicBezTo>
                  <a:pt x="8672" y="8071"/>
                  <a:pt x="7895" y="7745"/>
                  <a:pt x="7143" y="7419"/>
                </a:cubicBezTo>
                <a:cubicBezTo>
                  <a:pt x="6366" y="7118"/>
                  <a:pt x="5590" y="6818"/>
                  <a:pt x="4813" y="6542"/>
                </a:cubicBezTo>
                <a:cubicBezTo>
                  <a:pt x="3259" y="5990"/>
                  <a:pt x="1680" y="5464"/>
                  <a:pt x="76" y="5063"/>
                </a:cubicBezTo>
                <a:lnTo>
                  <a:pt x="1" y="5264"/>
                </a:lnTo>
                <a:cubicBezTo>
                  <a:pt x="1479" y="5990"/>
                  <a:pt x="2933" y="6742"/>
                  <a:pt x="4361" y="7544"/>
                </a:cubicBezTo>
                <a:cubicBezTo>
                  <a:pt x="5088" y="7920"/>
                  <a:pt x="5790" y="8321"/>
                  <a:pt x="6492" y="8747"/>
                </a:cubicBezTo>
                <a:cubicBezTo>
                  <a:pt x="7194" y="9123"/>
                  <a:pt x="7895" y="9549"/>
                  <a:pt x="8597" y="9975"/>
                </a:cubicBezTo>
                <a:cubicBezTo>
                  <a:pt x="9274" y="10402"/>
                  <a:pt x="9925" y="10878"/>
                  <a:pt x="10577" y="11354"/>
                </a:cubicBezTo>
                <a:cubicBezTo>
                  <a:pt x="11204" y="11830"/>
                  <a:pt x="11880" y="12256"/>
                  <a:pt x="12532" y="12657"/>
                </a:cubicBezTo>
                <a:cubicBezTo>
                  <a:pt x="13209" y="13083"/>
                  <a:pt x="13885" y="13484"/>
                  <a:pt x="14562" y="13885"/>
                </a:cubicBezTo>
                <a:cubicBezTo>
                  <a:pt x="15214" y="14311"/>
                  <a:pt x="15865" y="14737"/>
                  <a:pt x="16542" y="15289"/>
                </a:cubicBezTo>
                <a:lnTo>
                  <a:pt x="16592" y="15264"/>
                </a:lnTo>
                <a:cubicBezTo>
                  <a:pt x="16993" y="15564"/>
                  <a:pt x="17795" y="16141"/>
                  <a:pt x="18923" y="17018"/>
                </a:cubicBezTo>
                <a:lnTo>
                  <a:pt x="17971" y="17018"/>
                </a:lnTo>
                <a:cubicBezTo>
                  <a:pt x="17971" y="16993"/>
                  <a:pt x="17996" y="16993"/>
                  <a:pt x="17996" y="16993"/>
                </a:cubicBezTo>
                <a:cubicBezTo>
                  <a:pt x="16341" y="16767"/>
                  <a:pt x="14863" y="16392"/>
                  <a:pt x="13409" y="15890"/>
                </a:cubicBezTo>
                <a:cubicBezTo>
                  <a:pt x="13033" y="15765"/>
                  <a:pt x="12682" y="15615"/>
                  <a:pt x="12306" y="15489"/>
                </a:cubicBezTo>
                <a:cubicBezTo>
                  <a:pt x="11955" y="15339"/>
                  <a:pt x="11580" y="15214"/>
                  <a:pt x="11229" y="15063"/>
                </a:cubicBezTo>
                <a:cubicBezTo>
                  <a:pt x="10527" y="14762"/>
                  <a:pt x="9825" y="14462"/>
                  <a:pt x="9098" y="14136"/>
                </a:cubicBezTo>
                <a:cubicBezTo>
                  <a:pt x="7695" y="13484"/>
                  <a:pt x="6291" y="12808"/>
                  <a:pt x="4863" y="12106"/>
                </a:cubicBezTo>
                <a:cubicBezTo>
                  <a:pt x="3434" y="11404"/>
                  <a:pt x="1980" y="10702"/>
                  <a:pt x="452" y="10051"/>
                </a:cubicBezTo>
                <a:lnTo>
                  <a:pt x="452" y="10051"/>
                </a:lnTo>
                <a:cubicBezTo>
                  <a:pt x="928" y="10752"/>
                  <a:pt x="1504" y="11354"/>
                  <a:pt x="2081" y="11930"/>
                </a:cubicBezTo>
                <a:cubicBezTo>
                  <a:pt x="2682" y="12507"/>
                  <a:pt x="3309" y="13058"/>
                  <a:pt x="3960" y="13559"/>
                </a:cubicBezTo>
                <a:cubicBezTo>
                  <a:pt x="5264" y="14562"/>
                  <a:pt x="6667" y="15439"/>
                  <a:pt x="8196" y="16141"/>
                </a:cubicBezTo>
                <a:cubicBezTo>
                  <a:pt x="8572" y="16316"/>
                  <a:pt x="8973" y="16467"/>
                  <a:pt x="9349" y="16617"/>
                </a:cubicBezTo>
                <a:cubicBezTo>
                  <a:pt x="9750" y="16767"/>
                  <a:pt x="10126" y="16918"/>
                  <a:pt x="10552" y="17018"/>
                </a:cubicBezTo>
                <a:cubicBezTo>
                  <a:pt x="11354" y="17269"/>
                  <a:pt x="12181" y="17469"/>
                  <a:pt x="13008" y="17569"/>
                </a:cubicBezTo>
                <a:cubicBezTo>
                  <a:pt x="13535" y="17631"/>
                  <a:pt x="14061" y="17674"/>
                  <a:pt x="14588" y="17674"/>
                </a:cubicBezTo>
                <a:cubicBezTo>
                  <a:pt x="14914" y="17674"/>
                  <a:pt x="15239" y="17658"/>
                  <a:pt x="15565" y="17620"/>
                </a:cubicBezTo>
                <a:cubicBezTo>
                  <a:pt x="16166" y="17569"/>
                  <a:pt x="16768" y="17444"/>
                  <a:pt x="17344" y="17244"/>
                </a:cubicBezTo>
                <a:lnTo>
                  <a:pt x="19249" y="17244"/>
                </a:lnTo>
                <a:cubicBezTo>
                  <a:pt x="20126" y="17920"/>
                  <a:pt x="21154" y="18697"/>
                  <a:pt x="22306" y="19625"/>
                </a:cubicBezTo>
                <a:lnTo>
                  <a:pt x="21053" y="19700"/>
                </a:lnTo>
                <a:cubicBezTo>
                  <a:pt x="19424" y="19499"/>
                  <a:pt x="17895" y="19224"/>
                  <a:pt x="16367" y="18898"/>
                </a:cubicBezTo>
                <a:cubicBezTo>
                  <a:pt x="14838" y="18547"/>
                  <a:pt x="13309" y="18171"/>
                  <a:pt x="11780" y="17770"/>
                </a:cubicBezTo>
                <a:lnTo>
                  <a:pt x="7143" y="16567"/>
                </a:lnTo>
                <a:cubicBezTo>
                  <a:pt x="5590" y="16166"/>
                  <a:pt x="4011" y="15765"/>
                  <a:pt x="2356" y="15489"/>
                </a:cubicBezTo>
                <a:lnTo>
                  <a:pt x="2356" y="15489"/>
                </a:lnTo>
                <a:cubicBezTo>
                  <a:pt x="2983" y="16066"/>
                  <a:pt x="3685" y="16542"/>
                  <a:pt x="4387" y="16968"/>
                </a:cubicBezTo>
                <a:cubicBezTo>
                  <a:pt x="5088" y="17419"/>
                  <a:pt x="5815" y="17820"/>
                  <a:pt x="6567" y="18171"/>
                </a:cubicBezTo>
                <a:cubicBezTo>
                  <a:pt x="8046" y="18898"/>
                  <a:pt x="9600" y="19474"/>
                  <a:pt x="11229" y="19900"/>
                </a:cubicBezTo>
                <a:cubicBezTo>
                  <a:pt x="12833" y="20301"/>
                  <a:pt x="14487" y="20577"/>
                  <a:pt x="16191" y="20602"/>
                </a:cubicBezTo>
                <a:cubicBezTo>
                  <a:pt x="16288" y="20604"/>
                  <a:pt x="16386" y="20605"/>
                  <a:pt x="16484" y="20605"/>
                </a:cubicBezTo>
                <a:cubicBezTo>
                  <a:pt x="17799" y="20605"/>
                  <a:pt x="19167" y="20444"/>
                  <a:pt x="20427" y="20001"/>
                </a:cubicBezTo>
                <a:lnTo>
                  <a:pt x="22607" y="19850"/>
                </a:lnTo>
                <a:cubicBezTo>
                  <a:pt x="23509" y="20552"/>
                  <a:pt x="24487" y="21329"/>
                  <a:pt x="25540" y="22181"/>
                </a:cubicBezTo>
                <a:lnTo>
                  <a:pt x="22858" y="22181"/>
                </a:lnTo>
                <a:cubicBezTo>
                  <a:pt x="22883" y="22181"/>
                  <a:pt x="22883" y="22181"/>
                  <a:pt x="22908" y="22156"/>
                </a:cubicBezTo>
                <a:cubicBezTo>
                  <a:pt x="21279" y="21930"/>
                  <a:pt x="19750" y="21755"/>
                  <a:pt x="18221" y="21529"/>
                </a:cubicBezTo>
                <a:lnTo>
                  <a:pt x="13635" y="20803"/>
                </a:lnTo>
                <a:cubicBezTo>
                  <a:pt x="12106" y="20577"/>
                  <a:pt x="10577" y="20351"/>
                  <a:pt x="9023" y="20151"/>
                </a:cubicBezTo>
                <a:cubicBezTo>
                  <a:pt x="7469" y="19950"/>
                  <a:pt x="5890" y="19775"/>
                  <a:pt x="4261" y="19725"/>
                </a:cubicBezTo>
                <a:lnTo>
                  <a:pt x="4261" y="19725"/>
                </a:lnTo>
                <a:cubicBezTo>
                  <a:pt x="4938" y="20176"/>
                  <a:pt x="5665" y="20552"/>
                  <a:pt x="6392" y="20903"/>
                </a:cubicBezTo>
                <a:cubicBezTo>
                  <a:pt x="7118" y="21254"/>
                  <a:pt x="7870" y="21554"/>
                  <a:pt x="8622" y="21805"/>
                </a:cubicBezTo>
                <a:cubicBezTo>
                  <a:pt x="10151" y="22331"/>
                  <a:pt x="11705" y="22732"/>
                  <a:pt x="13309" y="22983"/>
                </a:cubicBezTo>
                <a:cubicBezTo>
                  <a:pt x="14480" y="23169"/>
                  <a:pt x="15679" y="23272"/>
                  <a:pt x="16884" y="23272"/>
                </a:cubicBezTo>
                <a:cubicBezTo>
                  <a:pt x="17304" y="23272"/>
                  <a:pt x="17725" y="23260"/>
                  <a:pt x="18146" y="23234"/>
                </a:cubicBezTo>
                <a:cubicBezTo>
                  <a:pt x="19550" y="23158"/>
                  <a:pt x="20953" y="22933"/>
                  <a:pt x="22281" y="22432"/>
                </a:cubicBezTo>
                <a:lnTo>
                  <a:pt x="25840" y="22432"/>
                </a:lnTo>
                <a:cubicBezTo>
                  <a:pt x="26692" y="23133"/>
                  <a:pt x="27595" y="23860"/>
                  <a:pt x="28522" y="24637"/>
                </a:cubicBezTo>
                <a:lnTo>
                  <a:pt x="25865" y="24637"/>
                </a:lnTo>
                <a:cubicBezTo>
                  <a:pt x="25865" y="24612"/>
                  <a:pt x="25890" y="24612"/>
                  <a:pt x="25890" y="24612"/>
                </a:cubicBezTo>
                <a:cubicBezTo>
                  <a:pt x="24136" y="24412"/>
                  <a:pt x="22457" y="24286"/>
                  <a:pt x="20778" y="24186"/>
                </a:cubicBezTo>
                <a:cubicBezTo>
                  <a:pt x="19098" y="24061"/>
                  <a:pt x="17419" y="23961"/>
                  <a:pt x="15715" y="23910"/>
                </a:cubicBezTo>
                <a:cubicBezTo>
                  <a:pt x="14528" y="23875"/>
                  <a:pt x="13340" y="23839"/>
                  <a:pt x="12144" y="23839"/>
                </a:cubicBezTo>
                <a:cubicBezTo>
                  <a:pt x="11648" y="23839"/>
                  <a:pt x="11151" y="23846"/>
                  <a:pt x="10652" y="23860"/>
                </a:cubicBezTo>
                <a:cubicBezTo>
                  <a:pt x="8948" y="23885"/>
                  <a:pt x="7244" y="23961"/>
                  <a:pt x="5489" y="24211"/>
                </a:cubicBezTo>
                <a:cubicBezTo>
                  <a:pt x="6316" y="24537"/>
                  <a:pt x="7168" y="24813"/>
                  <a:pt x="8021" y="25038"/>
                </a:cubicBezTo>
                <a:cubicBezTo>
                  <a:pt x="7945" y="25038"/>
                  <a:pt x="7870" y="25013"/>
                  <a:pt x="7795" y="25013"/>
                </a:cubicBezTo>
                <a:cubicBezTo>
                  <a:pt x="8622" y="25489"/>
                  <a:pt x="9499" y="25865"/>
                  <a:pt x="10377" y="26216"/>
                </a:cubicBezTo>
                <a:cubicBezTo>
                  <a:pt x="11229" y="26567"/>
                  <a:pt x="12131" y="26868"/>
                  <a:pt x="13008" y="27143"/>
                </a:cubicBezTo>
                <a:cubicBezTo>
                  <a:pt x="14813" y="27695"/>
                  <a:pt x="16642" y="28121"/>
                  <a:pt x="18497" y="28397"/>
                </a:cubicBezTo>
                <a:cubicBezTo>
                  <a:pt x="20114" y="28637"/>
                  <a:pt x="21750" y="28782"/>
                  <a:pt x="23389" y="28782"/>
                </a:cubicBezTo>
                <a:cubicBezTo>
                  <a:pt x="23629" y="28782"/>
                  <a:pt x="23870" y="28779"/>
                  <a:pt x="24111" y="28773"/>
                </a:cubicBezTo>
                <a:cubicBezTo>
                  <a:pt x="24362" y="28773"/>
                  <a:pt x="24587" y="28747"/>
                  <a:pt x="24838" y="28747"/>
                </a:cubicBezTo>
                <a:cubicBezTo>
                  <a:pt x="25063" y="28722"/>
                  <a:pt x="25289" y="28697"/>
                  <a:pt x="25540" y="28672"/>
                </a:cubicBezTo>
                <a:cubicBezTo>
                  <a:pt x="26016" y="28622"/>
                  <a:pt x="26492" y="28597"/>
                  <a:pt x="26943" y="28497"/>
                </a:cubicBezTo>
                <a:cubicBezTo>
                  <a:pt x="27419" y="28422"/>
                  <a:pt x="27895" y="28321"/>
                  <a:pt x="28347" y="28196"/>
                </a:cubicBezTo>
                <a:cubicBezTo>
                  <a:pt x="28647" y="28121"/>
                  <a:pt x="28923" y="28021"/>
                  <a:pt x="29224" y="27920"/>
                </a:cubicBezTo>
                <a:lnTo>
                  <a:pt x="32607" y="28121"/>
                </a:lnTo>
                <a:cubicBezTo>
                  <a:pt x="33585" y="28973"/>
                  <a:pt x="34562" y="29825"/>
                  <a:pt x="35540" y="30727"/>
                </a:cubicBezTo>
                <a:lnTo>
                  <a:pt x="35565" y="30878"/>
                </a:lnTo>
                <a:lnTo>
                  <a:pt x="35565" y="30878"/>
                </a:lnTo>
                <a:lnTo>
                  <a:pt x="31454" y="30627"/>
                </a:lnTo>
                <a:cubicBezTo>
                  <a:pt x="29951" y="30477"/>
                  <a:pt x="28472" y="30301"/>
                  <a:pt x="26968" y="30126"/>
                </a:cubicBezTo>
                <a:cubicBezTo>
                  <a:pt x="25139" y="29925"/>
                  <a:pt x="23309" y="29700"/>
                  <a:pt x="21454" y="29499"/>
                </a:cubicBezTo>
                <a:cubicBezTo>
                  <a:pt x="19625" y="29299"/>
                  <a:pt x="17770" y="29123"/>
                  <a:pt x="15915" y="28973"/>
                </a:cubicBezTo>
                <a:cubicBezTo>
                  <a:pt x="14437" y="28875"/>
                  <a:pt x="12975" y="28807"/>
                  <a:pt x="11479" y="28807"/>
                </a:cubicBezTo>
                <a:cubicBezTo>
                  <a:pt x="11073" y="28807"/>
                  <a:pt x="10664" y="28812"/>
                  <a:pt x="10251" y="28823"/>
                </a:cubicBezTo>
                <a:cubicBezTo>
                  <a:pt x="11981" y="29650"/>
                  <a:pt x="13810" y="30226"/>
                  <a:pt x="15640" y="30677"/>
                </a:cubicBezTo>
                <a:cubicBezTo>
                  <a:pt x="17469" y="31128"/>
                  <a:pt x="19349" y="31479"/>
                  <a:pt x="21229" y="31680"/>
                </a:cubicBezTo>
                <a:cubicBezTo>
                  <a:pt x="22547" y="31821"/>
                  <a:pt x="23879" y="31899"/>
                  <a:pt x="25213" y="31899"/>
                </a:cubicBezTo>
                <a:cubicBezTo>
                  <a:pt x="25781" y="31899"/>
                  <a:pt x="26350" y="31885"/>
                  <a:pt x="26918" y="31855"/>
                </a:cubicBezTo>
                <a:cubicBezTo>
                  <a:pt x="27169" y="31855"/>
                  <a:pt x="27394" y="31830"/>
                  <a:pt x="27645" y="31805"/>
                </a:cubicBezTo>
                <a:cubicBezTo>
                  <a:pt x="27870" y="31780"/>
                  <a:pt x="28121" y="31755"/>
                  <a:pt x="28347" y="31730"/>
                </a:cubicBezTo>
                <a:cubicBezTo>
                  <a:pt x="28848" y="31680"/>
                  <a:pt x="29299" y="31630"/>
                  <a:pt x="29775" y="31529"/>
                </a:cubicBezTo>
                <a:cubicBezTo>
                  <a:pt x="30251" y="31429"/>
                  <a:pt x="30728" y="31329"/>
                  <a:pt x="31204" y="31204"/>
                </a:cubicBezTo>
                <a:cubicBezTo>
                  <a:pt x="31504" y="31128"/>
                  <a:pt x="31780" y="31028"/>
                  <a:pt x="32081" y="30903"/>
                </a:cubicBezTo>
                <a:lnTo>
                  <a:pt x="35815" y="31128"/>
                </a:lnTo>
                <a:lnTo>
                  <a:pt x="35815" y="30978"/>
                </a:lnTo>
                <a:cubicBezTo>
                  <a:pt x="36768" y="31830"/>
                  <a:pt x="37695" y="32707"/>
                  <a:pt x="38647" y="33610"/>
                </a:cubicBezTo>
                <a:lnTo>
                  <a:pt x="34387" y="33534"/>
                </a:lnTo>
                <a:cubicBezTo>
                  <a:pt x="34462" y="33509"/>
                  <a:pt x="34537" y="33484"/>
                  <a:pt x="34612" y="33459"/>
                </a:cubicBezTo>
                <a:cubicBezTo>
                  <a:pt x="32808" y="33259"/>
                  <a:pt x="31103" y="33159"/>
                  <a:pt x="29374" y="33058"/>
                </a:cubicBezTo>
                <a:cubicBezTo>
                  <a:pt x="27645" y="32983"/>
                  <a:pt x="25941" y="32908"/>
                  <a:pt x="24211" y="32883"/>
                </a:cubicBezTo>
                <a:cubicBezTo>
                  <a:pt x="22482" y="32883"/>
                  <a:pt x="20778" y="32883"/>
                  <a:pt x="19023" y="32958"/>
                </a:cubicBezTo>
                <a:cubicBezTo>
                  <a:pt x="17294" y="33033"/>
                  <a:pt x="15565" y="33159"/>
                  <a:pt x="13785" y="33459"/>
                </a:cubicBezTo>
                <a:cubicBezTo>
                  <a:pt x="15489" y="34061"/>
                  <a:pt x="17219" y="34412"/>
                  <a:pt x="18948" y="34662"/>
                </a:cubicBezTo>
                <a:cubicBezTo>
                  <a:pt x="20677" y="34913"/>
                  <a:pt x="22432" y="35063"/>
                  <a:pt x="24186" y="35088"/>
                </a:cubicBezTo>
                <a:cubicBezTo>
                  <a:pt x="24396" y="35091"/>
                  <a:pt x="24606" y="35093"/>
                  <a:pt x="24816" y="35093"/>
                </a:cubicBezTo>
                <a:cubicBezTo>
                  <a:pt x="26360" y="35093"/>
                  <a:pt x="27905" y="35008"/>
                  <a:pt x="29449" y="34788"/>
                </a:cubicBezTo>
                <a:cubicBezTo>
                  <a:pt x="29875" y="34738"/>
                  <a:pt x="30327" y="34662"/>
                  <a:pt x="30753" y="34587"/>
                </a:cubicBezTo>
                <a:cubicBezTo>
                  <a:pt x="31204" y="34512"/>
                  <a:pt x="31630" y="34412"/>
                  <a:pt x="32056" y="34311"/>
                </a:cubicBezTo>
                <a:cubicBezTo>
                  <a:pt x="32482" y="34186"/>
                  <a:pt x="32933" y="34086"/>
                  <a:pt x="33334" y="33935"/>
                </a:cubicBezTo>
                <a:cubicBezTo>
                  <a:pt x="33484" y="33885"/>
                  <a:pt x="33635" y="33835"/>
                  <a:pt x="33785" y="33785"/>
                </a:cubicBezTo>
                <a:lnTo>
                  <a:pt x="38898" y="33860"/>
                </a:lnTo>
                <a:cubicBezTo>
                  <a:pt x="39800" y="34712"/>
                  <a:pt x="40702" y="35590"/>
                  <a:pt x="41580" y="36467"/>
                </a:cubicBezTo>
                <a:lnTo>
                  <a:pt x="37520" y="36392"/>
                </a:lnTo>
                <a:cubicBezTo>
                  <a:pt x="37595" y="36367"/>
                  <a:pt x="37670" y="36342"/>
                  <a:pt x="37720" y="36316"/>
                </a:cubicBezTo>
                <a:cubicBezTo>
                  <a:pt x="36222" y="36169"/>
                  <a:pt x="34760" y="36110"/>
                  <a:pt x="33288" y="36110"/>
                </a:cubicBezTo>
                <a:cubicBezTo>
                  <a:pt x="33012" y="36110"/>
                  <a:pt x="32735" y="36112"/>
                  <a:pt x="32457" y="36116"/>
                </a:cubicBezTo>
                <a:cubicBezTo>
                  <a:pt x="30728" y="36116"/>
                  <a:pt x="28998" y="36191"/>
                  <a:pt x="27269" y="36316"/>
                </a:cubicBezTo>
                <a:cubicBezTo>
                  <a:pt x="25540" y="36442"/>
                  <a:pt x="23810" y="36617"/>
                  <a:pt x="22081" y="36868"/>
                </a:cubicBezTo>
                <a:cubicBezTo>
                  <a:pt x="20352" y="37118"/>
                  <a:pt x="18647" y="37444"/>
                  <a:pt x="16918" y="37946"/>
                </a:cubicBezTo>
                <a:cubicBezTo>
                  <a:pt x="18672" y="38347"/>
                  <a:pt x="20427" y="38497"/>
                  <a:pt x="22181" y="38572"/>
                </a:cubicBezTo>
                <a:cubicBezTo>
                  <a:pt x="22839" y="38600"/>
                  <a:pt x="23497" y="38614"/>
                  <a:pt x="24153" y="38614"/>
                </a:cubicBezTo>
                <a:cubicBezTo>
                  <a:pt x="25248" y="38614"/>
                  <a:pt x="26338" y="38575"/>
                  <a:pt x="27419" y="38497"/>
                </a:cubicBezTo>
                <a:cubicBezTo>
                  <a:pt x="29174" y="38372"/>
                  <a:pt x="30903" y="38171"/>
                  <a:pt x="32632" y="37820"/>
                </a:cubicBezTo>
                <a:cubicBezTo>
                  <a:pt x="34086" y="37519"/>
                  <a:pt x="35540" y="37169"/>
                  <a:pt x="36943" y="36642"/>
                </a:cubicBezTo>
                <a:lnTo>
                  <a:pt x="41805" y="36692"/>
                </a:lnTo>
                <a:cubicBezTo>
                  <a:pt x="42783" y="37670"/>
                  <a:pt x="43710" y="38647"/>
                  <a:pt x="44612" y="39625"/>
                </a:cubicBezTo>
                <a:lnTo>
                  <a:pt x="40552" y="39875"/>
                </a:lnTo>
                <a:cubicBezTo>
                  <a:pt x="40677" y="39825"/>
                  <a:pt x="40803" y="39750"/>
                  <a:pt x="40928" y="39675"/>
                </a:cubicBezTo>
                <a:lnTo>
                  <a:pt x="40928" y="39675"/>
                </a:lnTo>
                <a:cubicBezTo>
                  <a:pt x="39299" y="39779"/>
                  <a:pt x="37740" y="39832"/>
                  <a:pt x="36192" y="39832"/>
                </a:cubicBezTo>
                <a:cubicBezTo>
                  <a:pt x="35882" y="39832"/>
                  <a:pt x="35573" y="39829"/>
                  <a:pt x="35264" y="39825"/>
                </a:cubicBezTo>
                <a:cubicBezTo>
                  <a:pt x="33409" y="39800"/>
                  <a:pt x="31555" y="39725"/>
                  <a:pt x="29675" y="39700"/>
                </a:cubicBezTo>
                <a:cubicBezTo>
                  <a:pt x="29048" y="39683"/>
                  <a:pt x="28416" y="39672"/>
                  <a:pt x="27780" y="39672"/>
                </a:cubicBezTo>
                <a:cubicBezTo>
                  <a:pt x="26509" y="39672"/>
                  <a:pt x="25222" y="39717"/>
                  <a:pt x="23935" y="39850"/>
                </a:cubicBezTo>
                <a:cubicBezTo>
                  <a:pt x="22983" y="39951"/>
                  <a:pt x="22006" y="40101"/>
                  <a:pt x="21053" y="40352"/>
                </a:cubicBezTo>
                <a:cubicBezTo>
                  <a:pt x="20828" y="40402"/>
                  <a:pt x="20577" y="40477"/>
                  <a:pt x="20352" y="40552"/>
                </a:cubicBezTo>
                <a:cubicBezTo>
                  <a:pt x="20126" y="40627"/>
                  <a:pt x="19875" y="40702"/>
                  <a:pt x="19650" y="40778"/>
                </a:cubicBezTo>
                <a:cubicBezTo>
                  <a:pt x="19199" y="40953"/>
                  <a:pt x="18747" y="41179"/>
                  <a:pt x="18321" y="41404"/>
                </a:cubicBezTo>
                <a:cubicBezTo>
                  <a:pt x="18729" y="41394"/>
                  <a:pt x="19132" y="41389"/>
                  <a:pt x="19531" y="41389"/>
                </a:cubicBezTo>
                <a:cubicBezTo>
                  <a:pt x="21042" y="41389"/>
                  <a:pt x="22498" y="41461"/>
                  <a:pt x="23986" y="41580"/>
                </a:cubicBezTo>
                <a:cubicBezTo>
                  <a:pt x="25840" y="41705"/>
                  <a:pt x="27720" y="41830"/>
                  <a:pt x="29625" y="41880"/>
                </a:cubicBezTo>
                <a:cubicBezTo>
                  <a:pt x="29979" y="41890"/>
                  <a:pt x="30336" y="41895"/>
                  <a:pt x="30693" y="41895"/>
                </a:cubicBezTo>
                <a:cubicBezTo>
                  <a:pt x="32256" y="41895"/>
                  <a:pt x="33844" y="41799"/>
                  <a:pt x="35414" y="41555"/>
                </a:cubicBezTo>
                <a:cubicBezTo>
                  <a:pt x="36993" y="41279"/>
                  <a:pt x="38572" y="40853"/>
                  <a:pt x="40001" y="40176"/>
                </a:cubicBezTo>
                <a:lnTo>
                  <a:pt x="44838" y="39850"/>
                </a:lnTo>
                <a:cubicBezTo>
                  <a:pt x="45715" y="40803"/>
                  <a:pt x="46567" y="41755"/>
                  <a:pt x="47369" y="42707"/>
                </a:cubicBezTo>
                <a:lnTo>
                  <a:pt x="44261" y="42682"/>
                </a:lnTo>
                <a:cubicBezTo>
                  <a:pt x="44312" y="42657"/>
                  <a:pt x="44362" y="42657"/>
                  <a:pt x="44412" y="42632"/>
                </a:cubicBezTo>
                <a:cubicBezTo>
                  <a:pt x="43089" y="42302"/>
                  <a:pt x="41732" y="42192"/>
                  <a:pt x="40384" y="42192"/>
                </a:cubicBezTo>
                <a:cubicBezTo>
                  <a:pt x="40097" y="42192"/>
                  <a:pt x="39810" y="42197"/>
                  <a:pt x="39525" y="42206"/>
                </a:cubicBezTo>
                <a:cubicBezTo>
                  <a:pt x="37921" y="42281"/>
                  <a:pt x="36291" y="42482"/>
                  <a:pt x="34712" y="42833"/>
                </a:cubicBezTo>
                <a:cubicBezTo>
                  <a:pt x="33134" y="43159"/>
                  <a:pt x="31580" y="43635"/>
                  <a:pt x="30051" y="44236"/>
                </a:cubicBezTo>
                <a:cubicBezTo>
                  <a:pt x="29299" y="44562"/>
                  <a:pt x="28572" y="44913"/>
                  <a:pt x="27845" y="45314"/>
                </a:cubicBezTo>
                <a:cubicBezTo>
                  <a:pt x="27494" y="45515"/>
                  <a:pt x="27144" y="45740"/>
                  <a:pt x="26793" y="45966"/>
                </a:cubicBezTo>
                <a:cubicBezTo>
                  <a:pt x="26617" y="46091"/>
                  <a:pt x="26467" y="46241"/>
                  <a:pt x="26291" y="46367"/>
                </a:cubicBezTo>
                <a:cubicBezTo>
                  <a:pt x="26216" y="46467"/>
                  <a:pt x="26141" y="46542"/>
                  <a:pt x="26091" y="46617"/>
                </a:cubicBezTo>
                <a:cubicBezTo>
                  <a:pt x="26041" y="46667"/>
                  <a:pt x="26016" y="46718"/>
                  <a:pt x="25991" y="46768"/>
                </a:cubicBezTo>
                <a:cubicBezTo>
                  <a:pt x="25966" y="46818"/>
                  <a:pt x="25966" y="46918"/>
                  <a:pt x="26041" y="46918"/>
                </a:cubicBezTo>
                <a:cubicBezTo>
                  <a:pt x="25991" y="46868"/>
                  <a:pt x="26041" y="46843"/>
                  <a:pt x="26066" y="46818"/>
                </a:cubicBezTo>
                <a:cubicBezTo>
                  <a:pt x="26091" y="46793"/>
                  <a:pt x="26141" y="46768"/>
                  <a:pt x="26191" y="46743"/>
                </a:cubicBezTo>
                <a:cubicBezTo>
                  <a:pt x="26266" y="46718"/>
                  <a:pt x="26367" y="46692"/>
                  <a:pt x="26467" y="46667"/>
                </a:cubicBezTo>
                <a:cubicBezTo>
                  <a:pt x="26667" y="46617"/>
                  <a:pt x="26843" y="46567"/>
                  <a:pt x="27043" y="46542"/>
                </a:cubicBezTo>
                <a:cubicBezTo>
                  <a:pt x="27444" y="46467"/>
                  <a:pt x="27820" y="46392"/>
                  <a:pt x="28221" y="46317"/>
                </a:cubicBezTo>
                <a:lnTo>
                  <a:pt x="30552" y="45890"/>
                </a:lnTo>
                <a:cubicBezTo>
                  <a:pt x="32106" y="45615"/>
                  <a:pt x="33635" y="45289"/>
                  <a:pt x="35164" y="44963"/>
                </a:cubicBezTo>
                <a:cubicBezTo>
                  <a:pt x="36718" y="44637"/>
                  <a:pt x="38246" y="44286"/>
                  <a:pt x="39775" y="43910"/>
                </a:cubicBezTo>
                <a:cubicBezTo>
                  <a:pt x="41003" y="43610"/>
                  <a:pt x="42256" y="43284"/>
                  <a:pt x="43510" y="42908"/>
                </a:cubicBezTo>
                <a:lnTo>
                  <a:pt x="47595" y="42958"/>
                </a:lnTo>
                <a:cubicBezTo>
                  <a:pt x="48422" y="43961"/>
                  <a:pt x="49199" y="44938"/>
                  <a:pt x="49951" y="45916"/>
                </a:cubicBezTo>
                <a:lnTo>
                  <a:pt x="49901" y="45991"/>
                </a:lnTo>
                <a:lnTo>
                  <a:pt x="45740" y="46116"/>
                </a:lnTo>
                <a:cubicBezTo>
                  <a:pt x="44918" y="45910"/>
                  <a:pt x="44087" y="45825"/>
                  <a:pt x="43253" y="45825"/>
                </a:cubicBezTo>
                <a:cubicBezTo>
                  <a:pt x="42663" y="45825"/>
                  <a:pt x="42071" y="45868"/>
                  <a:pt x="41479" y="45941"/>
                </a:cubicBezTo>
                <a:cubicBezTo>
                  <a:pt x="40001" y="46141"/>
                  <a:pt x="38547" y="46567"/>
                  <a:pt x="37169" y="47194"/>
                </a:cubicBezTo>
                <a:cubicBezTo>
                  <a:pt x="35790" y="47795"/>
                  <a:pt x="34512" y="48572"/>
                  <a:pt x="33359" y="49525"/>
                </a:cubicBezTo>
                <a:cubicBezTo>
                  <a:pt x="32783" y="50026"/>
                  <a:pt x="32231" y="50552"/>
                  <a:pt x="31755" y="51129"/>
                </a:cubicBezTo>
                <a:cubicBezTo>
                  <a:pt x="31504" y="51429"/>
                  <a:pt x="31279" y="51730"/>
                  <a:pt x="31078" y="52081"/>
                </a:cubicBezTo>
                <a:cubicBezTo>
                  <a:pt x="30978" y="52231"/>
                  <a:pt x="30903" y="52407"/>
                  <a:pt x="30828" y="52607"/>
                </a:cubicBezTo>
                <a:cubicBezTo>
                  <a:pt x="30803" y="52708"/>
                  <a:pt x="30778" y="52808"/>
                  <a:pt x="30753" y="52908"/>
                </a:cubicBezTo>
                <a:cubicBezTo>
                  <a:pt x="30753" y="52958"/>
                  <a:pt x="30753" y="53008"/>
                  <a:pt x="30753" y="53058"/>
                </a:cubicBezTo>
                <a:cubicBezTo>
                  <a:pt x="30753" y="53109"/>
                  <a:pt x="30803" y="53159"/>
                  <a:pt x="30828" y="53184"/>
                </a:cubicBezTo>
                <a:cubicBezTo>
                  <a:pt x="30803" y="53083"/>
                  <a:pt x="30853" y="53033"/>
                  <a:pt x="30903" y="52958"/>
                </a:cubicBezTo>
                <a:cubicBezTo>
                  <a:pt x="30978" y="52908"/>
                  <a:pt x="31028" y="52833"/>
                  <a:pt x="31103" y="52783"/>
                </a:cubicBezTo>
                <a:cubicBezTo>
                  <a:pt x="31229" y="52682"/>
                  <a:pt x="31379" y="52582"/>
                  <a:pt x="31530" y="52482"/>
                </a:cubicBezTo>
                <a:cubicBezTo>
                  <a:pt x="31830" y="52307"/>
                  <a:pt x="32131" y="52131"/>
                  <a:pt x="32432" y="51956"/>
                </a:cubicBezTo>
                <a:cubicBezTo>
                  <a:pt x="33058" y="51605"/>
                  <a:pt x="33685" y="51279"/>
                  <a:pt x="34311" y="50978"/>
                </a:cubicBezTo>
                <a:cubicBezTo>
                  <a:pt x="35540" y="50327"/>
                  <a:pt x="36793" y="49750"/>
                  <a:pt x="38046" y="49199"/>
                </a:cubicBezTo>
                <a:cubicBezTo>
                  <a:pt x="39324" y="48622"/>
                  <a:pt x="40602" y="48096"/>
                  <a:pt x="41906" y="47620"/>
                </a:cubicBezTo>
                <a:cubicBezTo>
                  <a:pt x="43033" y="47194"/>
                  <a:pt x="44186" y="46793"/>
                  <a:pt x="45414" y="46367"/>
                </a:cubicBezTo>
                <a:lnTo>
                  <a:pt x="50051" y="46241"/>
                </a:lnTo>
                <a:lnTo>
                  <a:pt x="50101" y="46141"/>
                </a:lnTo>
                <a:cubicBezTo>
                  <a:pt x="50978" y="47294"/>
                  <a:pt x="51755" y="48447"/>
                  <a:pt x="52432" y="49575"/>
                </a:cubicBezTo>
                <a:lnTo>
                  <a:pt x="52632" y="49449"/>
                </a:lnTo>
                <a:cubicBezTo>
                  <a:pt x="51931" y="48271"/>
                  <a:pt x="51129" y="47093"/>
                  <a:pt x="50226" y="45916"/>
                </a:cubicBezTo>
                <a:lnTo>
                  <a:pt x="51053" y="44462"/>
                </a:lnTo>
                <a:cubicBezTo>
                  <a:pt x="52106" y="43484"/>
                  <a:pt x="53109" y="42507"/>
                  <a:pt x="54136" y="41605"/>
                </a:cubicBezTo>
                <a:cubicBezTo>
                  <a:pt x="55314" y="40552"/>
                  <a:pt x="56567" y="39600"/>
                  <a:pt x="57871" y="38873"/>
                </a:cubicBezTo>
                <a:cubicBezTo>
                  <a:pt x="59174" y="38146"/>
                  <a:pt x="60577" y="37670"/>
                  <a:pt x="62081" y="37469"/>
                </a:cubicBezTo>
                <a:cubicBezTo>
                  <a:pt x="62495" y="37428"/>
                  <a:pt x="62909" y="37409"/>
                  <a:pt x="63331" y="37409"/>
                </a:cubicBezTo>
                <a:cubicBezTo>
                  <a:pt x="63676" y="37409"/>
                  <a:pt x="64026" y="37422"/>
                  <a:pt x="64387" y="37444"/>
                </a:cubicBezTo>
                <a:cubicBezTo>
                  <a:pt x="65164" y="37519"/>
                  <a:pt x="65966" y="37670"/>
                  <a:pt x="66793" y="37895"/>
                </a:cubicBezTo>
                <a:cubicBezTo>
                  <a:pt x="66216" y="37244"/>
                  <a:pt x="65465" y="36768"/>
                  <a:pt x="64663" y="36417"/>
                </a:cubicBezTo>
                <a:cubicBezTo>
                  <a:pt x="63861" y="36041"/>
                  <a:pt x="62958" y="35815"/>
                  <a:pt x="62056" y="35765"/>
                </a:cubicBezTo>
                <a:cubicBezTo>
                  <a:pt x="61827" y="35746"/>
                  <a:pt x="61596" y="35737"/>
                  <a:pt x="61366" y="35737"/>
                </a:cubicBezTo>
                <a:cubicBezTo>
                  <a:pt x="59779" y="35737"/>
                  <a:pt x="58174" y="36180"/>
                  <a:pt x="56818" y="36968"/>
                </a:cubicBezTo>
                <a:cubicBezTo>
                  <a:pt x="56041" y="37394"/>
                  <a:pt x="55289" y="37920"/>
                  <a:pt x="54637" y="38522"/>
                </a:cubicBezTo>
                <a:cubicBezTo>
                  <a:pt x="54312" y="38798"/>
                  <a:pt x="54011" y="39123"/>
                  <a:pt x="53710" y="39424"/>
                </a:cubicBezTo>
                <a:cubicBezTo>
                  <a:pt x="53409" y="39750"/>
                  <a:pt x="53134" y="40101"/>
                  <a:pt x="52858" y="40427"/>
                </a:cubicBezTo>
                <a:cubicBezTo>
                  <a:pt x="51855" y="41780"/>
                  <a:pt x="51053" y="43259"/>
                  <a:pt x="50552" y="44838"/>
                </a:cubicBezTo>
                <a:lnTo>
                  <a:pt x="50076" y="45690"/>
                </a:lnTo>
                <a:cubicBezTo>
                  <a:pt x="49399" y="44788"/>
                  <a:pt x="48672" y="43860"/>
                  <a:pt x="47896" y="42958"/>
                </a:cubicBezTo>
                <a:lnTo>
                  <a:pt x="49274" y="39499"/>
                </a:lnTo>
                <a:cubicBezTo>
                  <a:pt x="49600" y="38948"/>
                  <a:pt x="49901" y="38397"/>
                  <a:pt x="50176" y="37845"/>
                </a:cubicBezTo>
                <a:cubicBezTo>
                  <a:pt x="50652" y="37068"/>
                  <a:pt x="51053" y="36266"/>
                  <a:pt x="51479" y="35489"/>
                </a:cubicBezTo>
                <a:cubicBezTo>
                  <a:pt x="51705" y="35113"/>
                  <a:pt x="51931" y="34712"/>
                  <a:pt x="52131" y="34336"/>
                </a:cubicBezTo>
                <a:cubicBezTo>
                  <a:pt x="52256" y="34136"/>
                  <a:pt x="52357" y="33935"/>
                  <a:pt x="52457" y="33760"/>
                </a:cubicBezTo>
                <a:lnTo>
                  <a:pt x="52808" y="33184"/>
                </a:lnTo>
                <a:cubicBezTo>
                  <a:pt x="53033" y="32808"/>
                  <a:pt x="53259" y="32432"/>
                  <a:pt x="53459" y="32056"/>
                </a:cubicBezTo>
                <a:lnTo>
                  <a:pt x="54186" y="30953"/>
                </a:lnTo>
                <a:cubicBezTo>
                  <a:pt x="55139" y="29499"/>
                  <a:pt x="56141" y="28096"/>
                  <a:pt x="57269" y="26768"/>
                </a:cubicBezTo>
                <a:cubicBezTo>
                  <a:pt x="57570" y="26442"/>
                  <a:pt x="57845" y="26116"/>
                  <a:pt x="58146" y="25790"/>
                </a:cubicBezTo>
                <a:cubicBezTo>
                  <a:pt x="58447" y="25489"/>
                  <a:pt x="58748" y="25138"/>
                  <a:pt x="59074" y="24838"/>
                </a:cubicBezTo>
                <a:cubicBezTo>
                  <a:pt x="59700" y="24211"/>
                  <a:pt x="60377" y="23635"/>
                  <a:pt x="61129" y="23083"/>
                </a:cubicBezTo>
                <a:lnTo>
                  <a:pt x="61129" y="23083"/>
                </a:lnTo>
                <a:cubicBezTo>
                  <a:pt x="60176" y="23184"/>
                  <a:pt x="59274" y="23534"/>
                  <a:pt x="58447" y="23961"/>
                </a:cubicBezTo>
                <a:cubicBezTo>
                  <a:pt x="58021" y="24186"/>
                  <a:pt x="57620" y="24437"/>
                  <a:pt x="57219" y="24687"/>
                </a:cubicBezTo>
                <a:cubicBezTo>
                  <a:pt x="57018" y="24813"/>
                  <a:pt x="56843" y="24963"/>
                  <a:pt x="56642" y="25088"/>
                </a:cubicBezTo>
                <a:cubicBezTo>
                  <a:pt x="56442" y="25239"/>
                  <a:pt x="56266" y="25389"/>
                  <a:pt x="56066" y="25539"/>
                </a:cubicBezTo>
                <a:cubicBezTo>
                  <a:pt x="54612" y="26717"/>
                  <a:pt x="53359" y="28196"/>
                  <a:pt x="52357" y="29750"/>
                </a:cubicBezTo>
                <a:cubicBezTo>
                  <a:pt x="52106" y="30151"/>
                  <a:pt x="51830" y="30552"/>
                  <a:pt x="51605" y="30953"/>
                </a:cubicBezTo>
                <a:cubicBezTo>
                  <a:pt x="51404" y="31379"/>
                  <a:pt x="51179" y="31780"/>
                  <a:pt x="50978" y="32206"/>
                </a:cubicBezTo>
                <a:lnTo>
                  <a:pt x="50652" y="32833"/>
                </a:lnTo>
                <a:cubicBezTo>
                  <a:pt x="50577" y="33058"/>
                  <a:pt x="50477" y="33284"/>
                  <a:pt x="50402" y="33484"/>
                </a:cubicBezTo>
                <a:cubicBezTo>
                  <a:pt x="50226" y="33910"/>
                  <a:pt x="50076" y="34362"/>
                  <a:pt x="49901" y="34788"/>
                </a:cubicBezTo>
                <a:cubicBezTo>
                  <a:pt x="49625" y="35665"/>
                  <a:pt x="49399" y="36567"/>
                  <a:pt x="49174" y="37469"/>
                </a:cubicBezTo>
                <a:cubicBezTo>
                  <a:pt x="49023" y="38271"/>
                  <a:pt x="48923" y="39098"/>
                  <a:pt x="48848" y="39900"/>
                </a:cubicBezTo>
                <a:lnTo>
                  <a:pt x="47720" y="42733"/>
                </a:lnTo>
                <a:lnTo>
                  <a:pt x="47695" y="42733"/>
                </a:lnTo>
                <a:cubicBezTo>
                  <a:pt x="46868" y="41730"/>
                  <a:pt x="45966" y="40728"/>
                  <a:pt x="45063" y="39750"/>
                </a:cubicBezTo>
                <a:lnTo>
                  <a:pt x="45464" y="36793"/>
                </a:lnTo>
                <a:cubicBezTo>
                  <a:pt x="45690" y="35991"/>
                  <a:pt x="45865" y="35214"/>
                  <a:pt x="46041" y="34437"/>
                </a:cubicBezTo>
                <a:cubicBezTo>
                  <a:pt x="46166" y="33986"/>
                  <a:pt x="46292" y="33509"/>
                  <a:pt x="46417" y="33058"/>
                </a:cubicBezTo>
                <a:cubicBezTo>
                  <a:pt x="46517" y="32582"/>
                  <a:pt x="46617" y="32131"/>
                  <a:pt x="46743" y="31680"/>
                </a:cubicBezTo>
                <a:cubicBezTo>
                  <a:pt x="46868" y="31229"/>
                  <a:pt x="46993" y="30753"/>
                  <a:pt x="47119" y="30301"/>
                </a:cubicBezTo>
                <a:cubicBezTo>
                  <a:pt x="47219" y="29850"/>
                  <a:pt x="47369" y="29399"/>
                  <a:pt x="47495" y="28948"/>
                </a:cubicBezTo>
                <a:cubicBezTo>
                  <a:pt x="47645" y="28522"/>
                  <a:pt x="47745" y="28046"/>
                  <a:pt x="47896" y="27620"/>
                </a:cubicBezTo>
                <a:lnTo>
                  <a:pt x="48347" y="26291"/>
                </a:lnTo>
                <a:cubicBezTo>
                  <a:pt x="48948" y="24537"/>
                  <a:pt x="49625" y="22808"/>
                  <a:pt x="50427" y="21128"/>
                </a:cubicBezTo>
                <a:cubicBezTo>
                  <a:pt x="50627" y="20727"/>
                  <a:pt x="50828" y="20276"/>
                  <a:pt x="51053" y="19875"/>
                </a:cubicBezTo>
                <a:lnTo>
                  <a:pt x="51379" y="19249"/>
                </a:lnTo>
                <a:lnTo>
                  <a:pt x="51730" y="18622"/>
                </a:lnTo>
                <a:cubicBezTo>
                  <a:pt x="52181" y="17795"/>
                  <a:pt x="52683" y="16993"/>
                  <a:pt x="53234" y="16191"/>
                </a:cubicBezTo>
                <a:lnTo>
                  <a:pt x="53234" y="16191"/>
                </a:lnTo>
                <a:cubicBezTo>
                  <a:pt x="52357" y="16642"/>
                  <a:pt x="51580" y="17269"/>
                  <a:pt x="50878" y="17970"/>
                </a:cubicBezTo>
                <a:lnTo>
                  <a:pt x="50352" y="18497"/>
                </a:lnTo>
                <a:lnTo>
                  <a:pt x="49850" y="19073"/>
                </a:lnTo>
                <a:cubicBezTo>
                  <a:pt x="49525" y="19449"/>
                  <a:pt x="49224" y="19850"/>
                  <a:pt x="48948" y="20251"/>
                </a:cubicBezTo>
                <a:cubicBezTo>
                  <a:pt x="47795" y="21880"/>
                  <a:pt x="46918" y="23710"/>
                  <a:pt x="46266" y="25590"/>
                </a:cubicBezTo>
                <a:lnTo>
                  <a:pt x="45815" y="27018"/>
                </a:lnTo>
                <a:cubicBezTo>
                  <a:pt x="45740" y="27244"/>
                  <a:pt x="45690" y="27494"/>
                  <a:pt x="45640" y="27720"/>
                </a:cubicBezTo>
                <a:cubicBezTo>
                  <a:pt x="45590" y="27971"/>
                  <a:pt x="45540" y="28221"/>
                  <a:pt x="45489" y="28447"/>
                </a:cubicBezTo>
                <a:cubicBezTo>
                  <a:pt x="45264" y="29424"/>
                  <a:pt x="45164" y="30402"/>
                  <a:pt x="45063" y="31379"/>
                </a:cubicBezTo>
                <a:cubicBezTo>
                  <a:pt x="44988" y="31880"/>
                  <a:pt x="44988" y="32382"/>
                  <a:pt x="44988" y="32858"/>
                </a:cubicBezTo>
                <a:cubicBezTo>
                  <a:pt x="44963" y="33359"/>
                  <a:pt x="44963" y="33860"/>
                  <a:pt x="44988" y="34336"/>
                </a:cubicBezTo>
                <a:cubicBezTo>
                  <a:pt x="45013" y="34838"/>
                  <a:pt x="45063" y="35314"/>
                  <a:pt x="45114" y="35815"/>
                </a:cubicBezTo>
                <a:cubicBezTo>
                  <a:pt x="45139" y="36116"/>
                  <a:pt x="45189" y="36417"/>
                  <a:pt x="45239" y="36692"/>
                </a:cubicBezTo>
                <a:lnTo>
                  <a:pt x="44838" y="39499"/>
                </a:lnTo>
                <a:cubicBezTo>
                  <a:pt x="43986" y="38572"/>
                  <a:pt x="43083" y="37645"/>
                  <a:pt x="42156" y="36717"/>
                </a:cubicBezTo>
                <a:lnTo>
                  <a:pt x="42332" y="36717"/>
                </a:lnTo>
                <a:lnTo>
                  <a:pt x="42432" y="34186"/>
                </a:lnTo>
                <a:cubicBezTo>
                  <a:pt x="42733" y="32357"/>
                  <a:pt x="42883" y="30577"/>
                  <a:pt x="43184" y="28823"/>
                </a:cubicBezTo>
                <a:lnTo>
                  <a:pt x="43284" y="28146"/>
                </a:lnTo>
                <a:lnTo>
                  <a:pt x="43384" y="27469"/>
                </a:lnTo>
                <a:cubicBezTo>
                  <a:pt x="43459" y="27018"/>
                  <a:pt x="43535" y="26542"/>
                  <a:pt x="43585" y="26091"/>
                </a:cubicBezTo>
                <a:cubicBezTo>
                  <a:pt x="43760" y="25189"/>
                  <a:pt x="43885" y="24286"/>
                  <a:pt x="44061" y="23384"/>
                </a:cubicBezTo>
                <a:cubicBezTo>
                  <a:pt x="44387" y="21554"/>
                  <a:pt x="44738" y="19750"/>
                  <a:pt x="45114" y="17920"/>
                </a:cubicBezTo>
                <a:cubicBezTo>
                  <a:pt x="45464" y="16091"/>
                  <a:pt x="45840" y="14286"/>
                  <a:pt x="46166" y="12381"/>
                </a:cubicBezTo>
                <a:lnTo>
                  <a:pt x="46166" y="12381"/>
                </a:lnTo>
                <a:cubicBezTo>
                  <a:pt x="45565" y="13133"/>
                  <a:pt x="45088" y="13960"/>
                  <a:pt x="44637" y="14813"/>
                </a:cubicBezTo>
                <a:cubicBezTo>
                  <a:pt x="44412" y="15239"/>
                  <a:pt x="44211" y="15690"/>
                  <a:pt x="44011" y="16116"/>
                </a:cubicBezTo>
                <a:cubicBezTo>
                  <a:pt x="43810" y="16567"/>
                  <a:pt x="43610" y="16993"/>
                  <a:pt x="43459" y="17444"/>
                </a:cubicBezTo>
                <a:cubicBezTo>
                  <a:pt x="42758" y="19224"/>
                  <a:pt x="42256" y="21103"/>
                  <a:pt x="41906" y="22983"/>
                </a:cubicBezTo>
                <a:cubicBezTo>
                  <a:pt x="41830" y="23459"/>
                  <a:pt x="41730" y="23935"/>
                  <a:pt x="41680" y="24412"/>
                </a:cubicBezTo>
                <a:cubicBezTo>
                  <a:pt x="41630" y="24888"/>
                  <a:pt x="41580" y="25364"/>
                  <a:pt x="41530" y="25840"/>
                </a:cubicBezTo>
                <a:cubicBezTo>
                  <a:pt x="41505" y="26341"/>
                  <a:pt x="41479" y="26818"/>
                  <a:pt x="41479" y="27294"/>
                </a:cubicBezTo>
                <a:lnTo>
                  <a:pt x="41454" y="28021"/>
                </a:lnTo>
                <a:lnTo>
                  <a:pt x="41479" y="28747"/>
                </a:lnTo>
                <a:cubicBezTo>
                  <a:pt x="41479" y="29224"/>
                  <a:pt x="41505" y="29700"/>
                  <a:pt x="41555" y="30176"/>
                </a:cubicBezTo>
                <a:cubicBezTo>
                  <a:pt x="41605" y="30652"/>
                  <a:pt x="41655" y="31128"/>
                  <a:pt x="41730" y="31605"/>
                </a:cubicBezTo>
                <a:cubicBezTo>
                  <a:pt x="41755" y="31855"/>
                  <a:pt x="41805" y="32081"/>
                  <a:pt x="41830" y="32331"/>
                </a:cubicBezTo>
                <a:cubicBezTo>
                  <a:pt x="41906" y="32557"/>
                  <a:pt x="41956" y="32808"/>
                  <a:pt x="42006" y="33033"/>
                </a:cubicBezTo>
                <a:cubicBezTo>
                  <a:pt x="42056" y="33284"/>
                  <a:pt x="42131" y="33534"/>
                  <a:pt x="42206" y="33785"/>
                </a:cubicBezTo>
                <a:lnTo>
                  <a:pt x="42106" y="36467"/>
                </a:lnTo>
                <a:lnTo>
                  <a:pt x="41931" y="36467"/>
                </a:lnTo>
                <a:cubicBezTo>
                  <a:pt x="41028" y="35565"/>
                  <a:pt x="40126" y="34687"/>
                  <a:pt x="39199" y="33810"/>
                </a:cubicBezTo>
                <a:lnTo>
                  <a:pt x="39299" y="31354"/>
                </a:lnTo>
                <a:cubicBezTo>
                  <a:pt x="39449" y="30527"/>
                  <a:pt x="39525" y="29700"/>
                  <a:pt x="39650" y="28898"/>
                </a:cubicBezTo>
                <a:cubicBezTo>
                  <a:pt x="39700" y="28472"/>
                  <a:pt x="39750" y="28021"/>
                  <a:pt x="39800" y="27595"/>
                </a:cubicBezTo>
                <a:cubicBezTo>
                  <a:pt x="39825" y="27143"/>
                  <a:pt x="39900" y="26717"/>
                  <a:pt x="39951" y="26291"/>
                </a:cubicBezTo>
                <a:cubicBezTo>
                  <a:pt x="40126" y="24537"/>
                  <a:pt x="40301" y="22833"/>
                  <a:pt x="40502" y="21103"/>
                </a:cubicBezTo>
                <a:lnTo>
                  <a:pt x="41053" y="15915"/>
                </a:lnTo>
                <a:cubicBezTo>
                  <a:pt x="41229" y="14161"/>
                  <a:pt x="41429" y="12432"/>
                  <a:pt x="41530" y="10602"/>
                </a:cubicBezTo>
                <a:lnTo>
                  <a:pt x="41530" y="10602"/>
                </a:lnTo>
                <a:cubicBezTo>
                  <a:pt x="40552" y="12131"/>
                  <a:pt x="39900" y="13835"/>
                  <a:pt x="39374" y="15564"/>
                </a:cubicBezTo>
                <a:cubicBezTo>
                  <a:pt x="38848" y="17294"/>
                  <a:pt x="38497" y="19073"/>
                  <a:pt x="38322" y="20853"/>
                </a:cubicBezTo>
                <a:cubicBezTo>
                  <a:pt x="38121" y="22657"/>
                  <a:pt x="38071" y="24462"/>
                  <a:pt x="38221" y="26266"/>
                </a:cubicBezTo>
                <a:cubicBezTo>
                  <a:pt x="38347" y="27845"/>
                  <a:pt x="38597" y="29424"/>
                  <a:pt x="39073" y="30978"/>
                </a:cubicBezTo>
                <a:lnTo>
                  <a:pt x="38973" y="33585"/>
                </a:lnTo>
                <a:cubicBezTo>
                  <a:pt x="37921" y="32582"/>
                  <a:pt x="36843" y="31580"/>
                  <a:pt x="35765" y="30602"/>
                </a:cubicBezTo>
                <a:lnTo>
                  <a:pt x="35339" y="26567"/>
                </a:lnTo>
                <a:cubicBezTo>
                  <a:pt x="35640" y="25138"/>
                  <a:pt x="35840" y="23710"/>
                  <a:pt x="35991" y="22281"/>
                </a:cubicBezTo>
                <a:cubicBezTo>
                  <a:pt x="36141" y="20677"/>
                  <a:pt x="36241" y="19073"/>
                  <a:pt x="36266" y="17444"/>
                </a:cubicBezTo>
                <a:cubicBezTo>
                  <a:pt x="36291" y="15840"/>
                  <a:pt x="36266" y="14236"/>
                  <a:pt x="36141" y="12607"/>
                </a:cubicBezTo>
                <a:cubicBezTo>
                  <a:pt x="36016" y="11003"/>
                  <a:pt x="35815" y="9374"/>
                  <a:pt x="35414" y="7745"/>
                </a:cubicBezTo>
                <a:cubicBezTo>
                  <a:pt x="34913" y="9349"/>
                  <a:pt x="34612" y="10953"/>
                  <a:pt x="34412" y="12557"/>
                </a:cubicBezTo>
                <a:cubicBezTo>
                  <a:pt x="34211" y="14186"/>
                  <a:pt x="34111" y="15790"/>
                  <a:pt x="34086" y="17419"/>
                </a:cubicBezTo>
                <a:cubicBezTo>
                  <a:pt x="34061" y="19048"/>
                  <a:pt x="34111" y="20652"/>
                  <a:pt x="34261" y="22281"/>
                </a:cubicBezTo>
                <a:cubicBezTo>
                  <a:pt x="34437" y="23810"/>
                  <a:pt x="34662" y="25314"/>
                  <a:pt x="35113" y="26818"/>
                </a:cubicBezTo>
                <a:lnTo>
                  <a:pt x="35489" y="30352"/>
                </a:lnTo>
                <a:cubicBezTo>
                  <a:pt x="34662" y="29600"/>
                  <a:pt x="33810" y="28848"/>
                  <a:pt x="32958" y="28121"/>
                </a:cubicBezTo>
                <a:lnTo>
                  <a:pt x="32532" y="23961"/>
                </a:lnTo>
                <a:cubicBezTo>
                  <a:pt x="32858" y="22557"/>
                  <a:pt x="33008" y="21204"/>
                  <a:pt x="33134" y="19825"/>
                </a:cubicBezTo>
                <a:cubicBezTo>
                  <a:pt x="33259" y="18321"/>
                  <a:pt x="33284" y="16843"/>
                  <a:pt x="33259" y="15339"/>
                </a:cubicBezTo>
                <a:cubicBezTo>
                  <a:pt x="33234" y="13835"/>
                  <a:pt x="33134" y="12356"/>
                  <a:pt x="32933" y="10853"/>
                </a:cubicBezTo>
                <a:cubicBezTo>
                  <a:pt x="32758" y="9374"/>
                  <a:pt x="32507" y="7870"/>
                  <a:pt x="32006" y="6391"/>
                </a:cubicBezTo>
                <a:cubicBezTo>
                  <a:pt x="31580" y="7895"/>
                  <a:pt x="31354" y="9399"/>
                  <a:pt x="31229" y="10878"/>
                </a:cubicBezTo>
                <a:cubicBezTo>
                  <a:pt x="31078" y="12381"/>
                  <a:pt x="31028" y="13885"/>
                  <a:pt x="31078" y="15389"/>
                </a:cubicBezTo>
                <a:cubicBezTo>
                  <a:pt x="31103" y="16893"/>
                  <a:pt x="31204" y="18372"/>
                  <a:pt x="31404" y="19875"/>
                </a:cubicBezTo>
                <a:cubicBezTo>
                  <a:pt x="31605" y="21204"/>
                  <a:pt x="31855" y="22557"/>
                  <a:pt x="32256" y="23860"/>
                </a:cubicBezTo>
                <a:lnTo>
                  <a:pt x="32682" y="27870"/>
                </a:lnTo>
                <a:cubicBezTo>
                  <a:pt x="31504" y="26843"/>
                  <a:pt x="30327" y="25840"/>
                  <a:pt x="29174" y="24863"/>
                </a:cubicBezTo>
                <a:lnTo>
                  <a:pt x="29299" y="24863"/>
                </a:lnTo>
                <a:lnTo>
                  <a:pt x="28722" y="20452"/>
                </a:lnTo>
                <a:cubicBezTo>
                  <a:pt x="29023" y="19349"/>
                  <a:pt x="29249" y="18246"/>
                  <a:pt x="29474" y="17168"/>
                </a:cubicBezTo>
                <a:cubicBezTo>
                  <a:pt x="29700" y="15865"/>
                  <a:pt x="29900" y="14562"/>
                  <a:pt x="30051" y="13284"/>
                </a:cubicBezTo>
                <a:cubicBezTo>
                  <a:pt x="30176" y="11980"/>
                  <a:pt x="30276" y="10652"/>
                  <a:pt x="30327" y="9349"/>
                </a:cubicBezTo>
                <a:cubicBezTo>
                  <a:pt x="30352" y="8021"/>
                  <a:pt x="30327" y="6667"/>
                  <a:pt x="30101" y="5289"/>
                </a:cubicBezTo>
                <a:cubicBezTo>
                  <a:pt x="29424" y="6517"/>
                  <a:pt x="28973" y="7795"/>
                  <a:pt x="28622" y="9098"/>
                </a:cubicBezTo>
                <a:cubicBezTo>
                  <a:pt x="28271" y="10376"/>
                  <a:pt x="27996" y="11705"/>
                  <a:pt x="27870" y="13033"/>
                </a:cubicBezTo>
                <a:cubicBezTo>
                  <a:pt x="27720" y="14361"/>
                  <a:pt x="27670" y="15715"/>
                  <a:pt x="27745" y="17068"/>
                </a:cubicBezTo>
                <a:cubicBezTo>
                  <a:pt x="27845" y="18397"/>
                  <a:pt x="28046" y="19775"/>
                  <a:pt x="28547" y="21078"/>
                </a:cubicBezTo>
                <a:cubicBezTo>
                  <a:pt x="28547" y="21078"/>
                  <a:pt x="28547" y="21053"/>
                  <a:pt x="28547" y="21053"/>
                </a:cubicBezTo>
                <a:lnTo>
                  <a:pt x="29023" y="24637"/>
                </a:lnTo>
                <a:lnTo>
                  <a:pt x="28898" y="24637"/>
                </a:lnTo>
                <a:cubicBezTo>
                  <a:pt x="27971" y="23860"/>
                  <a:pt x="27068" y="23133"/>
                  <a:pt x="26216" y="22432"/>
                </a:cubicBezTo>
                <a:lnTo>
                  <a:pt x="26316" y="22432"/>
                </a:lnTo>
                <a:lnTo>
                  <a:pt x="25740" y="18021"/>
                </a:lnTo>
                <a:cubicBezTo>
                  <a:pt x="26041" y="16818"/>
                  <a:pt x="26091" y="15590"/>
                  <a:pt x="26116" y="14387"/>
                </a:cubicBezTo>
                <a:cubicBezTo>
                  <a:pt x="26091" y="13033"/>
                  <a:pt x="25941" y="11705"/>
                  <a:pt x="25715" y="10402"/>
                </a:cubicBezTo>
                <a:cubicBezTo>
                  <a:pt x="25489" y="9073"/>
                  <a:pt x="25164" y="7795"/>
                  <a:pt x="24738" y="6517"/>
                </a:cubicBezTo>
                <a:cubicBezTo>
                  <a:pt x="24311" y="5264"/>
                  <a:pt x="23785" y="4011"/>
                  <a:pt x="23033" y="2858"/>
                </a:cubicBezTo>
                <a:lnTo>
                  <a:pt x="23033" y="2858"/>
                </a:lnTo>
                <a:cubicBezTo>
                  <a:pt x="22908" y="4236"/>
                  <a:pt x="22958" y="5564"/>
                  <a:pt x="23058" y="6868"/>
                </a:cubicBezTo>
                <a:cubicBezTo>
                  <a:pt x="23159" y="8196"/>
                  <a:pt x="23334" y="9499"/>
                  <a:pt x="23560" y="10777"/>
                </a:cubicBezTo>
                <a:cubicBezTo>
                  <a:pt x="23785" y="12056"/>
                  <a:pt x="24061" y="13334"/>
                  <a:pt x="24387" y="14612"/>
                </a:cubicBezTo>
                <a:cubicBezTo>
                  <a:pt x="24712" y="15765"/>
                  <a:pt x="25038" y="16918"/>
                  <a:pt x="25489" y="18071"/>
                </a:cubicBezTo>
                <a:lnTo>
                  <a:pt x="26016" y="22181"/>
                </a:lnTo>
                <a:lnTo>
                  <a:pt x="25915" y="22181"/>
                </a:lnTo>
                <a:cubicBezTo>
                  <a:pt x="24788" y="21279"/>
                  <a:pt x="23735" y="20427"/>
                  <a:pt x="22758" y="19650"/>
                </a:cubicBezTo>
                <a:lnTo>
                  <a:pt x="22607" y="16793"/>
                </a:lnTo>
                <a:cubicBezTo>
                  <a:pt x="22808" y="15464"/>
                  <a:pt x="22783" y="14161"/>
                  <a:pt x="22682" y="12858"/>
                </a:cubicBezTo>
                <a:cubicBezTo>
                  <a:pt x="22557" y="11404"/>
                  <a:pt x="22331" y="9950"/>
                  <a:pt x="21981" y="8547"/>
                </a:cubicBezTo>
                <a:cubicBezTo>
                  <a:pt x="21630" y="7143"/>
                  <a:pt x="21179" y="5765"/>
                  <a:pt x="20627" y="4412"/>
                </a:cubicBezTo>
                <a:cubicBezTo>
                  <a:pt x="20076" y="3083"/>
                  <a:pt x="19424" y="1755"/>
                  <a:pt x="18547" y="527"/>
                </a:cubicBezTo>
                <a:lnTo>
                  <a:pt x="18547" y="527"/>
                </a:lnTo>
                <a:cubicBezTo>
                  <a:pt x="18572" y="2031"/>
                  <a:pt x="18747" y="3459"/>
                  <a:pt x="18973" y="4888"/>
                </a:cubicBezTo>
                <a:cubicBezTo>
                  <a:pt x="19224" y="6291"/>
                  <a:pt x="19499" y="7695"/>
                  <a:pt x="19850" y="9073"/>
                </a:cubicBezTo>
                <a:cubicBezTo>
                  <a:pt x="20201" y="10452"/>
                  <a:pt x="20577" y="11830"/>
                  <a:pt x="21003" y="13184"/>
                </a:cubicBezTo>
                <a:cubicBezTo>
                  <a:pt x="21404" y="14437"/>
                  <a:pt x="21830" y="15665"/>
                  <a:pt x="22382" y="16918"/>
                </a:cubicBezTo>
                <a:lnTo>
                  <a:pt x="22482" y="19449"/>
                </a:lnTo>
                <a:cubicBezTo>
                  <a:pt x="21279" y="18497"/>
                  <a:pt x="20176" y="17670"/>
                  <a:pt x="19274" y="16968"/>
                </a:cubicBezTo>
                <a:lnTo>
                  <a:pt x="19324" y="14361"/>
                </a:lnTo>
                <a:cubicBezTo>
                  <a:pt x="19349" y="14412"/>
                  <a:pt x="19374" y="14487"/>
                  <a:pt x="19399" y="14537"/>
                </a:cubicBezTo>
                <a:cubicBezTo>
                  <a:pt x="19650" y="13083"/>
                  <a:pt x="19499" y="11554"/>
                  <a:pt x="19123" y="10126"/>
                </a:cubicBezTo>
                <a:cubicBezTo>
                  <a:pt x="18697" y="8697"/>
                  <a:pt x="18096" y="7319"/>
                  <a:pt x="17319" y="6066"/>
                </a:cubicBezTo>
                <a:cubicBezTo>
                  <a:pt x="16542" y="4813"/>
                  <a:pt x="15640" y="3635"/>
                  <a:pt x="14587" y="2607"/>
                </a:cubicBezTo>
                <a:cubicBezTo>
                  <a:pt x="14086" y="2106"/>
                  <a:pt x="13534" y="1604"/>
                  <a:pt x="12933" y="1153"/>
                </a:cubicBezTo>
                <a:cubicBezTo>
                  <a:pt x="12356" y="727"/>
                  <a:pt x="11755" y="301"/>
                  <a:pt x="110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50"/>
          <p:cNvSpPr/>
          <p:nvPr/>
        </p:nvSpPr>
        <p:spPr>
          <a:xfrm rot="3966542">
            <a:off x="-694321" y="2792344"/>
            <a:ext cx="1847127" cy="1470777"/>
          </a:xfrm>
          <a:custGeom>
            <a:rect b="b" l="l" r="r" t="t"/>
            <a:pathLst>
              <a:path extrusionOk="0" h="53184" w="66793">
                <a:moveTo>
                  <a:pt x="28798" y="24863"/>
                </a:moveTo>
                <a:cubicBezTo>
                  <a:pt x="29951" y="25815"/>
                  <a:pt x="31129" y="26818"/>
                  <a:pt x="32306" y="27870"/>
                </a:cubicBezTo>
                <a:lnTo>
                  <a:pt x="28823" y="27645"/>
                </a:lnTo>
                <a:cubicBezTo>
                  <a:pt x="27244" y="27469"/>
                  <a:pt x="25740" y="27269"/>
                  <a:pt x="24211" y="27043"/>
                </a:cubicBezTo>
                <a:cubicBezTo>
                  <a:pt x="22407" y="26793"/>
                  <a:pt x="20627" y="26492"/>
                  <a:pt x="18823" y="26216"/>
                </a:cubicBezTo>
                <a:cubicBezTo>
                  <a:pt x="18572" y="26191"/>
                  <a:pt x="18321" y="26141"/>
                  <a:pt x="18046" y="26116"/>
                </a:cubicBezTo>
                <a:cubicBezTo>
                  <a:pt x="18973" y="26091"/>
                  <a:pt x="19900" y="26016"/>
                  <a:pt x="20828" y="25890"/>
                </a:cubicBezTo>
                <a:cubicBezTo>
                  <a:pt x="22331" y="25715"/>
                  <a:pt x="23835" y="25414"/>
                  <a:pt x="25264" y="24863"/>
                </a:cubicBezTo>
                <a:close/>
                <a:moveTo>
                  <a:pt x="11053" y="0"/>
                </a:moveTo>
                <a:cubicBezTo>
                  <a:pt x="11755" y="1304"/>
                  <a:pt x="12507" y="2507"/>
                  <a:pt x="13259" y="3685"/>
                </a:cubicBezTo>
                <a:lnTo>
                  <a:pt x="15464" y="7193"/>
                </a:lnTo>
                <a:cubicBezTo>
                  <a:pt x="16166" y="8371"/>
                  <a:pt x="16843" y="9549"/>
                  <a:pt x="17519" y="10752"/>
                </a:cubicBezTo>
                <a:cubicBezTo>
                  <a:pt x="18071" y="11755"/>
                  <a:pt x="18547" y="12782"/>
                  <a:pt x="19073" y="13860"/>
                </a:cubicBezTo>
                <a:lnTo>
                  <a:pt x="19048" y="16793"/>
                </a:lnTo>
                <a:cubicBezTo>
                  <a:pt x="17920" y="15940"/>
                  <a:pt x="17093" y="15339"/>
                  <a:pt x="16717" y="15063"/>
                </a:cubicBezTo>
                <a:cubicBezTo>
                  <a:pt x="16542" y="14211"/>
                  <a:pt x="16116" y="13434"/>
                  <a:pt x="15615" y="12757"/>
                </a:cubicBezTo>
                <a:cubicBezTo>
                  <a:pt x="15088" y="12056"/>
                  <a:pt x="14487" y="11454"/>
                  <a:pt x="13835" y="10878"/>
                </a:cubicBezTo>
                <a:cubicBezTo>
                  <a:pt x="13184" y="10326"/>
                  <a:pt x="12457" y="9875"/>
                  <a:pt x="11705" y="9499"/>
                </a:cubicBezTo>
                <a:cubicBezTo>
                  <a:pt x="10953" y="9123"/>
                  <a:pt x="10176" y="8772"/>
                  <a:pt x="9424" y="8422"/>
                </a:cubicBezTo>
                <a:cubicBezTo>
                  <a:pt x="8672" y="8071"/>
                  <a:pt x="7895" y="7745"/>
                  <a:pt x="7143" y="7419"/>
                </a:cubicBezTo>
                <a:cubicBezTo>
                  <a:pt x="6366" y="7118"/>
                  <a:pt x="5590" y="6818"/>
                  <a:pt x="4813" y="6542"/>
                </a:cubicBezTo>
                <a:cubicBezTo>
                  <a:pt x="3259" y="5990"/>
                  <a:pt x="1680" y="5464"/>
                  <a:pt x="76" y="5063"/>
                </a:cubicBezTo>
                <a:lnTo>
                  <a:pt x="1" y="5264"/>
                </a:lnTo>
                <a:cubicBezTo>
                  <a:pt x="1479" y="5990"/>
                  <a:pt x="2933" y="6742"/>
                  <a:pt x="4361" y="7544"/>
                </a:cubicBezTo>
                <a:cubicBezTo>
                  <a:pt x="5088" y="7920"/>
                  <a:pt x="5790" y="8321"/>
                  <a:pt x="6492" y="8747"/>
                </a:cubicBezTo>
                <a:cubicBezTo>
                  <a:pt x="7194" y="9123"/>
                  <a:pt x="7895" y="9549"/>
                  <a:pt x="8597" y="9975"/>
                </a:cubicBezTo>
                <a:cubicBezTo>
                  <a:pt x="9274" y="10402"/>
                  <a:pt x="9925" y="10878"/>
                  <a:pt x="10577" y="11354"/>
                </a:cubicBezTo>
                <a:cubicBezTo>
                  <a:pt x="11204" y="11830"/>
                  <a:pt x="11880" y="12256"/>
                  <a:pt x="12532" y="12657"/>
                </a:cubicBezTo>
                <a:cubicBezTo>
                  <a:pt x="13209" y="13083"/>
                  <a:pt x="13885" y="13484"/>
                  <a:pt x="14562" y="13885"/>
                </a:cubicBezTo>
                <a:cubicBezTo>
                  <a:pt x="15214" y="14311"/>
                  <a:pt x="15865" y="14737"/>
                  <a:pt x="16542" y="15289"/>
                </a:cubicBezTo>
                <a:lnTo>
                  <a:pt x="16592" y="15264"/>
                </a:lnTo>
                <a:cubicBezTo>
                  <a:pt x="16993" y="15564"/>
                  <a:pt x="17795" y="16141"/>
                  <a:pt x="18923" y="17018"/>
                </a:cubicBezTo>
                <a:lnTo>
                  <a:pt x="17971" y="17018"/>
                </a:lnTo>
                <a:cubicBezTo>
                  <a:pt x="17971" y="16993"/>
                  <a:pt x="17996" y="16993"/>
                  <a:pt x="17996" y="16993"/>
                </a:cubicBezTo>
                <a:cubicBezTo>
                  <a:pt x="16341" y="16767"/>
                  <a:pt x="14863" y="16392"/>
                  <a:pt x="13409" y="15890"/>
                </a:cubicBezTo>
                <a:cubicBezTo>
                  <a:pt x="13033" y="15765"/>
                  <a:pt x="12682" y="15615"/>
                  <a:pt x="12306" y="15489"/>
                </a:cubicBezTo>
                <a:cubicBezTo>
                  <a:pt x="11955" y="15339"/>
                  <a:pt x="11580" y="15214"/>
                  <a:pt x="11229" y="15063"/>
                </a:cubicBezTo>
                <a:cubicBezTo>
                  <a:pt x="10527" y="14762"/>
                  <a:pt x="9825" y="14462"/>
                  <a:pt x="9098" y="14136"/>
                </a:cubicBezTo>
                <a:cubicBezTo>
                  <a:pt x="7695" y="13484"/>
                  <a:pt x="6291" y="12808"/>
                  <a:pt x="4863" y="12106"/>
                </a:cubicBezTo>
                <a:cubicBezTo>
                  <a:pt x="3434" y="11404"/>
                  <a:pt x="1980" y="10702"/>
                  <a:pt x="452" y="10051"/>
                </a:cubicBezTo>
                <a:lnTo>
                  <a:pt x="452" y="10051"/>
                </a:lnTo>
                <a:cubicBezTo>
                  <a:pt x="928" y="10752"/>
                  <a:pt x="1504" y="11354"/>
                  <a:pt x="2081" y="11930"/>
                </a:cubicBezTo>
                <a:cubicBezTo>
                  <a:pt x="2682" y="12507"/>
                  <a:pt x="3309" y="13058"/>
                  <a:pt x="3960" y="13559"/>
                </a:cubicBezTo>
                <a:cubicBezTo>
                  <a:pt x="5264" y="14562"/>
                  <a:pt x="6667" y="15439"/>
                  <a:pt x="8196" y="16141"/>
                </a:cubicBezTo>
                <a:cubicBezTo>
                  <a:pt x="8572" y="16316"/>
                  <a:pt x="8973" y="16467"/>
                  <a:pt x="9349" y="16617"/>
                </a:cubicBezTo>
                <a:cubicBezTo>
                  <a:pt x="9750" y="16767"/>
                  <a:pt x="10126" y="16918"/>
                  <a:pt x="10552" y="17018"/>
                </a:cubicBezTo>
                <a:cubicBezTo>
                  <a:pt x="11354" y="17269"/>
                  <a:pt x="12181" y="17469"/>
                  <a:pt x="13008" y="17569"/>
                </a:cubicBezTo>
                <a:cubicBezTo>
                  <a:pt x="13535" y="17631"/>
                  <a:pt x="14061" y="17674"/>
                  <a:pt x="14588" y="17674"/>
                </a:cubicBezTo>
                <a:cubicBezTo>
                  <a:pt x="14914" y="17674"/>
                  <a:pt x="15239" y="17658"/>
                  <a:pt x="15565" y="17620"/>
                </a:cubicBezTo>
                <a:cubicBezTo>
                  <a:pt x="16166" y="17569"/>
                  <a:pt x="16768" y="17444"/>
                  <a:pt x="17344" y="17244"/>
                </a:cubicBezTo>
                <a:lnTo>
                  <a:pt x="19249" y="17244"/>
                </a:lnTo>
                <a:cubicBezTo>
                  <a:pt x="20126" y="17920"/>
                  <a:pt x="21154" y="18697"/>
                  <a:pt x="22306" y="19625"/>
                </a:cubicBezTo>
                <a:lnTo>
                  <a:pt x="21053" y="19700"/>
                </a:lnTo>
                <a:cubicBezTo>
                  <a:pt x="19424" y="19499"/>
                  <a:pt x="17895" y="19224"/>
                  <a:pt x="16367" y="18898"/>
                </a:cubicBezTo>
                <a:cubicBezTo>
                  <a:pt x="14838" y="18547"/>
                  <a:pt x="13309" y="18171"/>
                  <a:pt x="11780" y="17770"/>
                </a:cubicBezTo>
                <a:lnTo>
                  <a:pt x="7143" y="16567"/>
                </a:lnTo>
                <a:cubicBezTo>
                  <a:pt x="5590" y="16166"/>
                  <a:pt x="4011" y="15765"/>
                  <a:pt x="2356" y="15489"/>
                </a:cubicBezTo>
                <a:lnTo>
                  <a:pt x="2356" y="15489"/>
                </a:lnTo>
                <a:cubicBezTo>
                  <a:pt x="2983" y="16066"/>
                  <a:pt x="3685" y="16542"/>
                  <a:pt x="4387" y="16968"/>
                </a:cubicBezTo>
                <a:cubicBezTo>
                  <a:pt x="5088" y="17419"/>
                  <a:pt x="5815" y="17820"/>
                  <a:pt x="6567" y="18171"/>
                </a:cubicBezTo>
                <a:cubicBezTo>
                  <a:pt x="8046" y="18898"/>
                  <a:pt x="9600" y="19474"/>
                  <a:pt x="11229" y="19900"/>
                </a:cubicBezTo>
                <a:cubicBezTo>
                  <a:pt x="12833" y="20301"/>
                  <a:pt x="14487" y="20577"/>
                  <a:pt x="16191" y="20602"/>
                </a:cubicBezTo>
                <a:cubicBezTo>
                  <a:pt x="16288" y="20604"/>
                  <a:pt x="16386" y="20605"/>
                  <a:pt x="16484" y="20605"/>
                </a:cubicBezTo>
                <a:cubicBezTo>
                  <a:pt x="17799" y="20605"/>
                  <a:pt x="19167" y="20444"/>
                  <a:pt x="20427" y="20001"/>
                </a:cubicBezTo>
                <a:lnTo>
                  <a:pt x="22607" y="19850"/>
                </a:lnTo>
                <a:cubicBezTo>
                  <a:pt x="23509" y="20552"/>
                  <a:pt x="24487" y="21329"/>
                  <a:pt x="25540" y="22181"/>
                </a:cubicBezTo>
                <a:lnTo>
                  <a:pt x="22858" y="22181"/>
                </a:lnTo>
                <a:cubicBezTo>
                  <a:pt x="22883" y="22181"/>
                  <a:pt x="22883" y="22181"/>
                  <a:pt x="22908" y="22156"/>
                </a:cubicBezTo>
                <a:cubicBezTo>
                  <a:pt x="21279" y="21930"/>
                  <a:pt x="19750" y="21755"/>
                  <a:pt x="18221" y="21529"/>
                </a:cubicBezTo>
                <a:lnTo>
                  <a:pt x="13635" y="20803"/>
                </a:lnTo>
                <a:cubicBezTo>
                  <a:pt x="12106" y="20577"/>
                  <a:pt x="10577" y="20351"/>
                  <a:pt x="9023" y="20151"/>
                </a:cubicBezTo>
                <a:cubicBezTo>
                  <a:pt x="7469" y="19950"/>
                  <a:pt x="5890" y="19775"/>
                  <a:pt x="4261" y="19725"/>
                </a:cubicBezTo>
                <a:lnTo>
                  <a:pt x="4261" y="19725"/>
                </a:lnTo>
                <a:cubicBezTo>
                  <a:pt x="4938" y="20176"/>
                  <a:pt x="5665" y="20552"/>
                  <a:pt x="6392" y="20903"/>
                </a:cubicBezTo>
                <a:cubicBezTo>
                  <a:pt x="7118" y="21254"/>
                  <a:pt x="7870" y="21554"/>
                  <a:pt x="8622" y="21805"/>
                </a:cubicBezTo>
                <a:cubicBezTo>
                  <a:pt x="10151" y="22331"/>
                  <a:pt x="11705" y="22732"/>
                  <a:pt x="13309" y="22983"/>
                </a:cubicBezTo>
                <a:cubicBezTo>
                  <a:pt x="14480" y="23169"/>
                  <a:pt x="15679" y="23272"/>
                  <a:pt x="16884" y="23272"/>
                </a:cubicBezTo>
                <a:cubicBezTo>
                  <a:pt x="17304" y="23272"/>
                  <a:pt x="17725" y="23260"/>
                  <a:pt x="18146" y="23234"/>
                </a:cubicBezTo>
                <a:cubicBezTo>
                  <a:pt x="19550" y="23158"/>
                  <a:pt x="20953" y="22933"/>
                  <a:pt x="22281" y="22432"/>
                </a:cubicBezTo>
                <a:lnTo>
                  <a:pt x="25840" y="22432"/>
                </a:lnTo>
                <a:cubicBezTo>
                  <a:pt x="26692" y="23133"/>
                  <a:pt x="27595" y="23860"/>
                  <a:pt x="28522" y="24637"/>
                </a:cubicBezTo>
                <a:lnTo>
                  <a:pt x="25865" y="24637"/>
                </a:lnTo>
                <a:cubicBezTo>
                  <a:pt x="25865" y="24612"/>
                  <a:pt x="25890" y="24612"/>
                  <a:pt x="25890" y="24612"/>
                </a:cubicBezTo>
                <a:cubicBezTo>
                  <a:pt x="24136" y="24412"/>
                  <a:pt x="22457" y="24286"/>
                  <a:pt x="20778" y="24186"/>
                </a:cubicBezTo>
                <a:cubicBezTo>
                  <a:pt x="19098" y="24061"/>
                  <a:pt x="17419" y="23961"/>
                  <a:pt x="15715" y="23910"/>
                </a:cubicBezTo>
                <a:cubicBezTo>
                  <a:pt x="14528" y="23875"/>
                  <a:pt x="13340" y="23839"/>
                  <a:pt x="12144" y="23839"/>
                </a:cubicBezTo>
                <a:cubicBezTo>
                  <a:pt x="11648" y="23839"/>
                  <a:pt x="11151" y="23846"/>
                  <a:pt x="10652" y="23860"/>
                </a:cubicBezTo>
                <a:cubicBezTo>
                  <a:pt x="8948" y="23885"/>
                  <a:pt x="7244" y="23961"/>
                  <a:pt x="5489" y="24211"/>
                </a:cubicBezTo>
                <a:cubicBezTo>
                  <a:pt x="6316" y="24537"/>
                  <a:pt x="7168" y="24813"/>
                  <a:pt x="8021" y="25038"/>
                </a:cubicBezTo>
                <a:cubicBezTo>
                  <a:pt x="7945" y="25038"/>
                  <a:pt x="7870" y="25013"/>
                  <a:pt x="7795" y="25013"/>
                </a:cubicBezTo>
                <a:cubicBezTo>
                  <a:pt x="8622" y="25489"/>
                  <a:pt x="9499" y="25865"/>
                  <a:pt x="10377" y="26216"/>
                </a:cubicBezTo>
                <a:cubicBezTo>
                  <a:pt x="11229" y="26567"/>
                  <a:pt x="12131" y="26868"/>
                  <a:pt x="13008" y="27143"/>
                </a:cubicBezTo>
                <a:cubicBezTo>
                  <a:pt x="14813" y="27695"/>
                  <a:pt x="16642" y="28121"/>
                  <a:pt x="18497" y="28397"/>
                </a:cubicBezTo>
                <a:cubicBezTo>
                  <a:pt x="20114" y="28637"/>
                  <a:pt x="21750" y="28782"/>
                  <a:pt x="23389" y="28782"/>
                </a:cubicBezTo>
                <a:cubicBezTo>
                  <a:pt x="23629" y="28782"/>
                  <a:pt x="23870" y="28779"/>
                  <a:pt x="24111" y="28773"/>
                </a:cubicBezTo>
                <a:cubicBezTo>
                  <a:pt x="24362" y="28773"/>
                  <a:pt x="24587" y="28747"/>
                  <a:pt x="24838" y="28747"/>
                </a:cubicBezTo>
                <a:cubicBezTo>
                  <a:pt x="25063" y="28722"/>
                  <a:pt x="25289" y="28697"/>
                  <a:pt x="25540" y="28672"/>
                </a:cubicBezTo>
                <a:cubicBezTo>
                  <a:pt x="26016" y="28622"/>
                  <a:pt x="26492" y="28597"/>
                  <a:pt x="26943" y="28497"/>
                </a:cubicBezTo>
                <a:cubicBezTo>
                  <a:pt x="27419" y="28422"/>
                  <a:pt x="27895" y="28321"/>
                  <a:pt x="28347" y="28196"/>
                </a:cubicBezTo>
                <a:cubicBezTo>
                  <a:pt x="28647" y="28121"/>
                  <a:pt x="28923" y="28021"/>
                  <a:pt x="29224" y="27920"/>
                </a:cubicBezTo>
                <a:lnTo>
                  <a:pt x="32607" y="28121"/>
                </a:lnTo>
                <a:cubicBezTo>
                  <a:pt x="33585" y="28973"/>
                  <a:pt x="34562" y="29825"/>
                  <a:pt x="35540" y="30727"/>
                </a:cubicBezTo>
                <a:lnTo>
                  <a:pt x="35565" y="30878"/>
                </a:lnTo>
                <a:lnTo>
                  <a:pt x="35565" y="30878"/>
                </a:lnTo>
                <a:lnTo>
                  <a:pt x="31454" y="30627"/>
                </a:lnTo>
                <a:cubicBezTo>
                  <a:pt x="29951" y="30477"/>
                  <a:pt x="28472" y="30301"/>
                  <a:pt x="26968" y="30126"/>
                </a:cubicBezTo>
                <a:cubicBezTo>
                  <a:pt x="25139" y="29925"/>
                  <a:pt x="23309" y="29700"/>
                  <a:pt x="21454" y="29499"/>
                </a:cubicBezTo>
                <a:cubicBezTo>
                  <a:pt x="19625" y="29299"/>
                  <a:pt x="17770" y="29123"/>
                  <a:pt x="15915" y="28973"/>
                </a:cubicBezTo>
                <a:cubicBezTo>
                  <a:pt x="14437" y="28875"/>
                  <a:pt x="12975" y="28807"/>
                  <a:pt x="11479" y="28807"/>
                </a:cubicBezTo>
                <a:cubicBezTo>
                  <a:pt x="11073" y="28807"/>
                  <a:pt x="10664" y="28812"/>
                  <a:pt x="10251" y="28823"/>
                </a:cubicBezTo>
                <a:cubicBezTo>
                  <a:pt x="11981" y="29650"/>
                  <a:pt x="13810" y="30226"/>
                  <a:pt x="15640" y="30677"/>
                </a:cubicBezTo>
                <a:cubicBezTo>
                  <a:pt x="17469" y="31128"/>
                  <a:pt x="19349" y="31479"/>
                  <a:pt x="21229" y="31680"/>
                </a:cubicBezTo>
                <a:cubicBezTo>
                  <a:pt x="22547" y="31821"/>
                  <a:pt x="23879" y="31899"/>
                  <a:pt x="25213" y="31899"/>
                </a:cubicBezTo>
                <a:cubicBezTo>
                  <a:pt x="25781" y="31899"/>
                  <a:pt x="26350" y="31885"/>
                  <a:pt x="26918" y="31855"/>
                </a:cubicBezTo>
                <a:cubicBezTo>
                  <a:pt x="27169" y="31855"/>
                  <a:pt x="27394" y="31830"/>
                  <a:pt x="27645" y="31805"/>
                </a:cubicBezTo>
                <a:cubicBezTo>
                  <a:pt x="27870" y="31780"/>
                  <a:pt x="28121" y="31755"/>
                  <a:pt x="28347" y="31730"/>
                </a:cubicBezTo>
                <a:cubicBezTo>
                  <a:pt x="28848" y="31680"/>
                  <a:pt x="29299" y="31630"/>
                  <a:pt x="29775" y="31529"/>
                </a:cubicBezTo>
                <a:cubicBezTo>
                  <a:pt x="30251" y="31429"/>
                  <a:pt x="30728" y="31329"/>
                  <a:pt x="31204" y="31204"/>
                </a:cubicBezTo>
                <a:cubicBezTo>
                  <a:pt x="31504" y="31128"/>
                  <a:pt x="31780" y="31028"/>
                  <a:pt x="32081" y="30903"/>
                </a:cubicBezTo>
                <a:lnTo>
                  <a:pt x="35815" y="31128"/>
                </a:lnTo>
                <a:lnTo>
                  <a:pt x="35815" y="30978"/>
                </a:lnTo>
                <a:cubicBezTo>
                  <a:pt x="36768" y="31830"/>
                  <a:pt x="37695" y="32707"/>
                  <a:pt x="38647" y="33610"/>
                </a:cubicBezTo>
                <a:lnTo>
                  <a:pt x="34387" y="33534"/>
                </a:lnTo>
                <a:cubicBezTo>
                  <a:pt x="34462" y="33509"/>
                  <a:pt x="34537" y="33484"/>
                  <a:pt x="34612" y="33459"/>
                </a:cubicBezTo>
                <a:cubicBezTo>
                  <a:pt x="32808" y="33259"/>
                  <a:pt x="31103" y="33159"/>
                  <a:pt x="29374" y="33058"/>
                </a:cubicBezTo>
                <a:cubicBezTo>
                  <a:pt x="27645" y="32983"/>
                  <a:pt x="25941" y="32908"/>
                  <a:pt x="24211" y="32883"/>
                </a:cubicBezTo>
                <a:cubicBezTo>
                  <a:pt x="22482" y="32883"/>
                  <a:pt x="20778" y="32883"/>
                  <a:pt x="19023" y="32958"/>
                </a:cubicBezTo>
                <a:cubicBezTo>
                  <a:pt x="17294" y="33033"/>
                  <a:pt x="15565" y="33159"/>
                  <a:pt x="13785" y="33459"/>
                </a:cubicBezTo>
                <a:cubicBezTo>
                  <a:pt x="15489" y="34061"/>
                  <a:pt x="17219" y="34412"/>
                  <a:pt x="18948" y="34662"/>
                </a:cubicBezTo>
                <a:cubicBezTo>
                  <a:pt x="20677" y="34913"/>
                  <a:pt x="22432" y="35063"/>
                  <a:pt x="24186" y="35088"/>
                </a:cubicBezTo>
                <a:cubicBezTo>
                  <a:pt x="24396" y="35091"/>
                  <a:pt x="24606" y="35093"/>
                  <a:pt x="24816" y="35093"/>
                </a:cubicBezTo>
                <a:cubicBezTo>
                  <a:pt x="26360" y="35093"/>
                  <a:pt x="27905" y="35008"/>
                  <a:pt x="29449" y="34788"/>
                </a:cubicBezTo>
                <a:cubicBezTo>
                  <a:pt x="29875" y="34738"/>
                  <a:pt x="30327" y="34662"/>
                  <a:pt x="30753" y="34587"/>
                </a:cubicBezTo>
                <a:cubicBezTo>
                  <a:pt x="31204" y="34512"/>
                  <a:pt x="31630" y="34412"/>
                  <a:pt x="32056" y="34311"/>
                </a:cubicBezTo>
                <a:cubicBezTo>
                  <a:pt x="32482" y="34186"/>
                  <a:pt x="32933" y="34086"/>
                  <a:pt x="33334" y="33935"/>
                </a:cubicBezTo>
                <a:cubicBezTo>
                  <a:pt x="33484" y="33885"/>
                  <a:pt x="33635" y="33835"/>
                  <a:pt x="33785" y="33785"/>
                </a:cubicBezTo>
                <a:lnTo>
                  <a:pt x="38898" y="33860"/>
                </a:lnTo>
                <a:cubicBezTo>
                  <a:pt x="39800" y="34712"/>
                  <a:pt x="40702" y="35590"/>
                  <a:pt x="41580" y="36467"/>
                </a:cubicBezTo>
                <a:lnTo>
                  <a:pt x="37520" y="36392"/>
                </a:lnTo>
                <a:cubicBezTo>
                  <a:pt x="37595" y="36367"/>
                  <a:pt x="37670" y="36342"/>
                  <a:pt x="37720" y="36316"/>
                </a:cubicBezTo>
                <a:cubicBezTo>
                  <a:pt x="36222" y="36169"/>
                  <a:pt x="34760" y="36110"/>
                  <a:pt x="33288" y="36110"/>
                </a:cubicBezTo>
                <a:cubicBezTo>
                  <a:pt x="33012" y="36110"/>
                  <a:pt x="32735" y="36112"/>
                  <a:pt x="32457" y="36116"/>
                </a:cubicBezTo>
                <a:cubicBezTo>
                  <a:pt x="30728" y="36116"/>
                  <a:pt x="28998" y="36191"/>
                  <a:pt x="27269" y="36316"/>
                </a:cubicBezTo>
                <a:cubicBezTo>
                  <a:pt x="25540" y="36442"/>
                  <a:pt x="23810" y="36617"/>
                  <a:pt x="22081" y="36868"/>
                </a:cubicBezTo>
                <a:cubicBezTo>
                  <a:pt x="20352" y="37118"/>
                  <a:pt x="18647" y="37444"/>
                  <a:pt x="16918" y="37946"/>
                </a:cubicBezTo>
                <a:cubicBezTo>
                  <a:pt x="18672" y="38347"/>
                  <a:pt x="20427" y="38497"/>
                  <a:pt x="22181" y="38572"/>
                </a:cubicBezTo>
                <a:cubicBezTo>
                  <a:pt x="22839" y="38600"/>
                  <a:pt x="23497" y="38614"/>
                  <a:pt x="24153" y="38614"/>
                </a:cubicBezTo>
                <a:cubicBezTo>
                  <a:pt x="25248" y="38614"/>
                  <a:pt x="26338" y="38575"/>
                  <a:pt x="27419" y="38497"/>
                </a:cubicBezTo>
                <a:cubicBezTo>
                  <a:pt x="29174" y="38372"/>
                  <a:pt x="30903" y="38171"/>
                  <a:pt x="32632" y="37820"/>
                </a:cubicBezTo>
                <a:cubicBezTo>
                  <a:pt x="34086" y="37519"/>
                  <a:pt x="35540" y="37169"/>
                  <a:pt x="36943" y="36642"/>
                </a:cubicBezTo>
                <a:lnTo>
                  <a:pt x="41805" y="36692"/>
                </a:lnTo>
                <a:cubicBezTo>
                  <a:pt x="42783" y="37670"/>
                  <a:pt x="43710" y="38647"/>
                  <a:pt x="44612" y="39625"/>
                </a:cubicBezTo>
                <a:lnTo>
                  <a:pt x="40552" y="39875"/>
                </a:lnTo>
                <a:cubicBezTo>
                  <a:pt x="40677" y="39825"/>
                  <a:pt x="40803" y="39750"/>
                  <a:pt x="40928" y="39675"/>
                </a:cubicBezTo>
                <a:lnTo>
                  <a:pt x="40928" y="39675"/>
                </a:lnTo>
                <a:cubicBezTo>
                  <a:pt x="39299" y="39779"/>
                  <a:pt x="37740" y="39832"/>
                  <a:pt x="36192" y="39832"/>
                </a:cubicBezTo>
                <a:cubicBezTo>
                  <a:pt x="35882" y="39832"/>
                  <a:pt x="35573" y="39829"/>
                  <a:pt x="35264" y="39825"/>
                </a:cubicBezTo>
                <a:cubicBezTo>
                  <a:pt x="33409" y="39800"/>
                  <a:pt x="31555" y="39725"/>
                  <a:pt x="29675" y="39700"/>
                </a:cubicBezTo>
                <a:cubicBezTo>
                  <a:pt x="29048" y="39683"/>
                  <a:pt x="28416" y="39672"/>
                  <a:pt x="27780" y="39672"/>
                </a:cubicBezTo>
                <a:cubicBezTo>
                  <a:pt x="26509" y="39672"/>
                  <a:pt x="25222" y="39717"/>
                  <a:pt x="23935" y="39850"/>
                </a:cubicBezTo>
                <a:cubicBezTo>
                  <a:pt x="22983" y="39951"/>
                  <a:pt x="22006" y="40101"/>
                  <a:pt x="21053" y="40352"/>
                </a:cubicBezTo>
                <a:cubicBezTo>
                  <a:pt x="20828" y="40402"/>
                  <a:pt x="20577" y="40477"/>
                  <a:pt x="20352" y="40552"/>
                </a:cubicBezTo>
                <a:cubicBezTo>
                  <a:pt x="20126" y="40627"/>
                  <a:pt x="19875" y="40702"/>
                  <a:pt x="19650" y="40778"/>
                </a:cubicBezTo>
                <a:cubicBezTo>
                  <a:pt x="19199" y="40953"/>
                  <a:pt x="18747" y="41179"/>
                  <a:pt x="18321" y="41404"/>
                </a:cubicBezTo>
                <a:cubicBezTo>
                  <a:pt x="18729" y="41394"/>
                  <a:pt x="19132" y="41389"/>
                  <a:pt x="19531" y="41389"/>
                </a:cubicBezTo>
                <a:cubicBezTo>
                  <a:pt x="21042" y="41389"/>
                  <a:pt x="22498" y="41461"/>
                  <a:pt x="23986" y="41580"/>
                </a:cubicBezTo>
                <a:cubicBezTo>
                  <a:pt x="25840" y="41705"/>
                  <a:pt x="27720" y="41830"/>
                  <a:pt x="29625" y="41880"/>
                </a:cubicBezTo>
                <a:cubicBezTo>
                  <a:pt x="29979" y="41890"/>
                  <a:pt x="30336" y="41895"/>
                  <a:pt x="30693" y="41895"/>
                </a:cubicBezTo>
                <a:cubicBezTo>
                  <a:pt x="32256" y="41895"/>
                  <a:pt x="33844" y="41799"/>
                  <a:pt x="35414" y="41555"/>
                </a:cubicBezTo>
                <a:cubicBezTo>
                  <a:pt x="36993" y="41279"/>
                  <a:pt x="38572" y="40853"/>
                  <a:pt x="40001" y="40176"/>
                </a:cubicBezTo>
                <a:lnTo>
                  <a:pt x="44838" y="39850"/>
                </a:lnTo>
                <a:cubicBezTo>
                  <a:pt x="45715" y="40803"/>
                  <a:pt x="46567" y="41755"/>
                  <a:pt x="47369" y="42707"/>
                </a:cubicBezTo>
                <a:lnTo>
                  <a:pt x="44261" y="42682"/>
                </a:lnTo>
                <a:cubicBezTo>
                  <a:pt x="44312" y="42657"/>
                  <a:pt x="44362" y="42657"/>
                  <a:pt x="44412" y="42632"/>
                </a:cubicBezTo>
                <a:cubicBezTo>
                  <a:pt x="43089" y="42302"/>
                  <a:pt x="41732" y="42192"/>
                  <a:pt x="40384" y="42192"/>
                </a:cubicBezTo>
                <a:cubicBezTo>
                  <a:pt x="40097" y="42192"/>
                  <a:pt x="39810" y="42197"/>
                  <a:pt x="39525" y="42206"/>
                </a:cubicBezTo>
                <a:cubicBezTo>
                  <a:pt x="37921" y="42281"/>
                  <a:pt x="36291" y="42482"/>
                  <a:pt x="34712" y="42833"/>
                </a:cubicBezTo>
                <a:cubicBezTo>
                  <a:pt x="33134" y="43159"/>
                  <a:pt x="31580" y="43635"/>
                  <a:pt x="30051" y="44236"/>
                </a:cubicBezTo>
                <a:cubicBezTo>
                  <a:pt x="29299" y="44562"/>
                  <a:pt x="28572" y="44913"/>
                  <a:pt x="27845" y="45314"/>
                </a:cubicBezTo>
                <a:cubicBezTo>
                  <a:pt x="27494" y="45515"/>
                  <a:pt x="27144" y="45740"/>
                  <a:pt x="26793" y="45966"/>
                </a:cubicBezTo>
                <a:cubicBezTo>
                  <a:pt x="26617" y="46091"/>
                  <a:pt x="26467" y="46241"/>
                  <a:pt x="26291" y="46367"/>
                </a:cubicBezTo>
                <a:cubicBezTo>
                  <a:pt x="26216" y="46467"/>
                  <a:pt x="26141" y="46542"/>
                  <a:pt x="26091" y="46617"/>
                </a:cubicBezTo>
                <a:cubicBezTo>
                  <a:pt x="26041" y="46667"/>
                  <a:pt x="26016" y="46718"/>
                  <a:pt x="25991" y="46768"/>
                </a:cubicBezTo>
                <a:cubicBezTo>
                  <a:pt x="25966" y="46818"/>
                  <a:pt x="25966" y="46918"/>
                  <a:pt x="26041" y="46918"/>
                </a:cubicBezTo>
                <a:cubicBezTo>
                  <a:pt x="25991" y="46868"/>
                  <a:pt x="26041" y="46843"/>
                  <a:pt x="26066" y="46818"/>
                </a:cubicBezTo>
                <a:cubicBezTo>
                  <a:pt x="26091" y="46793"/>
                  <a:pt x="26141" y="46768"/>
                  <a:pt x="26191" y="46743"/>
                </a:cubicBezTo>
                <a:cubicBezTo>
                  <a:pt x="26266" y="46718"/>
                  <a:pt x="26367" y="46692"/>
                  <a:pt x="26467" y="46667"/>
                </a:cubicBezTo>
                <a:cubicBezTo>
                  <a:pt x="26667" y="46617"/>
                  <a:pt x="26843" y="46567"/>
                  <a:pt x="27043" y="46542"/>
                </a:cubicBezTo>
                <a:cubicBezTo>
                  <a:pt x="27444" y="46467"/>
                  <a:pt x="27820" y="46392"/>
                  <a:pt x="28221" y="46317"/>
                </a:cubicBezTo>
                <a:lnTo>
                  <a:pt x="30552" y="45890"/>
                </a:lnTo>
                <a:cubicBezTo>
                  <a:pt x="32106" y="45615"/>
                  <a:pt x="33635" y="45289"/>
                  <a:pt x="35164" y="44963"/>
                </a:cubicBezTo>
                <a:cubicBezTo>
                  <a:pt x="36718" y="44637"/>
                  <a:pt x="38246" y="44286"/>
                  <a:pt x="39775" y="43910"/>
                </a:cubicBezTo>
                <a:cubicBezTo>
                  <a:pt x="41003" y="43610"/>
                  <a:pt x="42256" y="43284"/>
                  <a:pt x="43510" y="42908"/>
                </a:cubicBezTo>
                <a:lnTo>
                  <a:pt x="47595" y="42958"/>
                </a:lnTo>
                <a:cubicBezTo>
                  <a:pt x="48422" y="43961"/>
                  <a:pt x="49199" y="44938"/>
                  <a:pt x="49951" y="45916"/>
                </a:cubicBezTo>
                <a:lnTo>
                  <a:pt x="49901" y="45991"/>
                </a:lnTo>
                <a:lnTo>
                  <a:pt x="45740" y="46116"/>
                </a:lnTo>
                <a:cubicBezTo>
                  <a:pt x="44918" y="45910"/>
                  <a:pt x="44087" y="45825"/>
                  <a:pt x="43253" y="45825"/>
                </a:cubicBezTo>
                <a:cubicBezTo>
                  <a:pt x="42663" y="45825"/>
                  <a:pt x="42071" y="45868"/>
                  <a:pt x="41479" y="45941"/>
                </a:cubicBezTo>
                <a:cubicBezTo>
                  <a:pt x="40001" y="46141"/>
                  <a:pt x="38547" y="46567"/>
                  <a:pt x="37169" y="47194"/>
                </a:cubicBezTo>
                <a:cubicBezTo>
                  <a:pt x="35790" y="47795"/>
                  <a:pt x="34512" y="48572"/>
                  <a:pt x="33359" y="49525"/>
                </a:cubicBezTo>
                <a:cubicBezTo>
                  <a:pt x="32783" y="50026"/>
                  <a:pt x="32231" y="50552"/>
                  <a:pt x="31755" y="51129"/>
                </a:cubicBezTo>
                <a:cubicBezTo>
                  <a:pt x="31504" y="51429"/>
                  <a:pt x="31279" y="51730"/>
                  <a:pt x="31078" y="52081"/>
                </a:cubicBezTo>
                <a:cubicBezTo>
                  <a:pt x="30978" y="52231"/>
                  <a:pt x="30903" y="52407"/>
                  <a:pt x="30828" y="52607"/>
                </a:cubicBezTo>
                <a:cubicBezTo>
                  <a:pt x="30803" y="52708"/>
                  <a:pt x="30778" y="52808"/>
                  <a:pt x="30753" y="52908"/>
                </a:cubicBezTo>
                <a:cubicBezTo>
                  <a:pt x="30753" y="52958"/>
                  <a:pt x="30753" y="53008"/>
                  <a:pt x="30753" y="53058"/>
                </a:cubicBezTo>
                <a:cubicBezTo>
                  <a:pt x="30753" y="53109"/>
                  <a:pt x="30803" y="53159"/>
                  <a:pt x="30828" y="53184"/>
                </a:cubicBezTo>
                <a:cubicBezTo>
                  <a:pt x="30803" y="53083"/>
                  <a:pt x="30853" y="53033"/>
                  <a:pt x="30903" y="52958"/>
                </a:cubicBezTo>
                <a:cubicBezTo>
                  <a:pt x="30978" y="52908"/>
                  <a:pt x="31028" y="52833"/>
                  <a:pt x="31103" y="52783"/>
                </a:cubicBezTo>
                <a:cubicBezTo>
                  <a:pt x="31229" y="52682"/>
                  <a:pt x="31379" y="52582"/>
                  <a:pt x="31530" y="52482"/>
                </a:cubicBezTo>
                <a:cubicBezTo>
                  <a:pt x="31830" y="52307"/>
                  <a:pt x="32131" y="52131"/>
                  <a:pt x="32432" y="51956"/>
                </a:cubicBezTo>
                <a:cubicBezTo>
                  <a:pt x="33058" y="51605"/>
                  <a:pt x="33685" y="51279"/>
                  <a:pt x="34311" y="50978"/>
                </a:cubicBezTo>
                <a:cubicBezTo>
                  <a:pt x="35540" y="50327"/>
                  <a:pt x="36793" y="49750"/>
                  <a:pt x="38046" y="49199"/>
                </a:cubicBezTo>
                <a:cubicBezTo>
                  <a:pt x="39324" y="48622"/>
                  <a:pt x="40602" y="48096"/>
                  <a:pt x="41906" y="47620"/>
                </a:cubicBezTo>
                <a:cubicBezTo>
                  <a:pt x="43033" y="47194"/>
                  <a:pt x="44186" y="46793"/>
                  <a:pt x="45414" y="46367"/>
                </a:cubicBezTo>
                <a:lnTo>
                  <a:pt x="50051" y="46241"/>
                </a:lnTo>
                <a:lnTo>
                  <a:pt x="50101" y="46141"/>
                </a:lnTo>
                <a:cubicBezTo>
                  <a:pt x="50978" y="47294"/>
                  <a:pt x="51755" y="48447"/>
                  <a:pt x="52432" y="49575"/>
                </a:cubicBezTo>
                <a:lnTo>
                  <a:pt x="52632" y="49449"/>
                </a:lnTo>
                <a:cubicBezTo>
                  <a:pt x="51931" y="48271"/>
                  <a:pt x="51129" y="47093"/>
                  <a:pt x="50226" y="45916"/>
                </a:cubicBezTo>
                <a:lnTo>
                  <a:pt x="51053" y="44462"/>
                </a:lnTo>
                <a:cubicBezTo>
                  <a:pt x="52106" y="43484"/>
                  <a:pt x="53109" y="42507"/>
                  <a:pt x="54136" y="41605"/>
                </a:cubicBezTo>
                <a:cubicBezTo>
                  <a:pt x="55314" y="40552"/>
                  <a:pt x="56567" y="39600"/>
                  <a:pt x="57871" y="38873"/>
                </a:cubicBezTo>
                <a:cubicBezTo>
                  <a:pt x="59174" y="38146"/>
                  <a:pt x="60577" y="37670"/>
                  <a:pt x="62081" y="37469"/>
                </a:cubicBezTo>
                <a:cubicBezTo>
                  <a:pt x="62495" y="37428"/>
                  <a:pt x="62909" y="37409"/>
                  <a:pt x="63331" y="37409"/>
                </a:cubicBezTo>
                <a:cubicBezTo>
                  <a:pt x="63676" y="37409"/>
                  <a:pt x="64026" y="37422"/>
                  <a:pt x="64387" y="37444"/>
                </a:cubicBezTo>
                <a:cubicBezTo>
                  <a:pt x="65164" y="37519"/>
                  <a:pt x="65966" y="37670"/>
                  <a:pt x="66793" y="37895"/>
                </a:cubicBezTo>
                <a:cubicBezTo>
                  <a:pt x="66216" y="37244"/>
                  <a:pt x="65465" y="36768"/>
                  <a:pt x="64663" y="36417"/>
                </a:cubicBezTo>
                <a:cubicBezTo>
                  <a:pt x="63861" y="36041"/>
                  <a:pt x="62958" y="35815"/>
                  <a:pt x="62056" y="35765"/>
                </a:cubicBezTo>
                <a:cubicBezTo>
                  <a:pt x="61827" y="35746"/>
                  <a:pt x="61596" y="35737"/>
                  <a:pt x="61366" y="35737"/>
                </a:cubicBezTo>
                <a:cubicBezTo>
                  <a:pt x="59779" y="35737"/>
                  <a:pt x="58174" y="36180"/>
                  <a:pt x="56818" y="36968"/>
                </a:cubicBezTo>
                <a:cubicBezTo>
                  <a:pt x="56041" y="37394"/>
                  <a:pt x="55289" y="37920"/>
                  <a:pt x="54637" y="38522"/>
                </a:cubicBezTo>
                <a:cubicBezTo>
                  <a:pt x="54312" y="38798"/>
                  <a:pt x="54011" y="39123"/>
                  <a:pt x="53710" y="39424"/>
                </a:cubicBezTo>
                <a:cubicBezTo>
                  <a:pt x="53409" y="39750"/>
                  <a:pt x="53134" y="40101"/>
                  <a:pt x="52858" y="40427"/>
                </a:cubicBezTo>
                <a:cubicBezTo>
                  <a:pt x="51855" y="41780"/>
                  <a:pt x="51053" y="43259"/>
                  <a:pt x="50552" y="44838"/>
                </a:cubicBezTo>
                <a:lnTo>
                  <a:pt x="50076" y="45690"/>
                </a:lnTo>
                <a:cubicBezTo>
                  <a:pt x="49399" y="44788"/>
                  <a:pt x="48672" y="43860"/>
                  <a:pt x="47896" y="42958"/>
                </a:cubicBezTo>
                <a:lnTo>
                  <a:pt x="49274" y="39499"/>
                </a:lnTo>
                <a:cubicBezTo>
                  <a:pt x="49600" y="38948"/>
                  <a:pt x="49901" y="38397"/>
                  <a:pt x="50176" y="37845"/>
                </a:cubicBezTo>
                <a:cubicBezTo>
                  <a:pt x="50652" y="37068"/>
                  <a:pt x="51053" y="36266"/>
                  <a:pt x="51479" y="35489"/>
                </a:cubicBezTo>
                <a:cubicBezTo>
                  <a:pt x="51705" y="35113"/>
                  <a:pt x="51931" y="34712"/>
                  <a:pt x="52131" y="34336"/>
                </a:cubicBezTo>
                <a:cubicBezTo>
                  <a:pt x="52256" y="34136"/>
                  <a:pt x="52357" y="33935"/>
                  <a:pt x="52457" y="33760"/>
                </a:cubicBezTo>
                <a:lnTo>
                  <a:pt x="52808" y="33184"/>
                </a:lnTo>
                <a:cubicBezTo>
                  <a:pt x="53033" y="32808"/>
                  <a:pt x="53259" y="32432"/>
                  <a:pt x="53459" y="32056"/>
                </a:cubicBezTo>
                <a:lnTo>
                  <a:pt x="54186" y="30953"/>
                </a:lnTo>
                <a:cubicBezTo>
                  <a:pt x="55139" y="29499"/>
                  <a:pt x="56141" y="28096"/>
                  <a:pt x="57269" y="26768"/>
                </a:cubicBezTo>
                <a:cubicBezTo>
                  <a:pt x="57570" y="26442"/>
                  <a:pt x="57845" y="26116"/>
                  <a:pt x="58146" y="25790"/>
                </a:cubicBezTo>
                <a:cubicBezTo>
                  <a:pt x="58447" y="25489"/>
                  <a:pt x="58748" y="25138"/>
                  <a:pt x="59074" y="24838"/>
                </a:cubicBezTo>
                <a:cubicBezTo>
                  <a:pt x="59700" y="24211"/>
                  <a:pt x="60377" y="23635"/>
                  <a:pt x="61129" y="23083"/>
                </a:cubicBezTo>
                <a:lnTo>
                  <a:pt x="61129" y="23083"/>
                </a:lnTo>
                <a:cubicBezTo>
                  <a:pt x="60176" y="23184"/>
                  <a:pt x="59274" y="23534"/>
                  <a:pt x="58447" y="23961"/>
                </a:cubicBezTo>
                <a:cubicBezTo>
                  <a:pt x="58021" y="24186"/>
                  <a:pt x="57620" y="24437"/>
                  <a:pt x="57219" y="24687"/>
                </a:cubicBezTo>
                <a:cubicBezTo>
                  <a:pt x="57018" y="24813"/>
                  <a:pt x="56843" y="24963"/>
                  <a:pt x="56642" y="25088"/>
                </a:cubicBezTo>
                <a:cubicBezTo>
                  <a:pt x="56442" y="25239"/>
                  <a:pt x="56266" y="25389"/>
                  <a:pt x="56066" y="25539"/>
                </a:cubicBezTo>
                <a:cubicBezTo>
                  <a:pt x="54612" y="26717"/>
                  <a:pt x="53359" y="28196"/>
                  <a:pt x="52357" y="29750"/>
                </a:cubicBezTo>
                <a:cubicBezTo>
                  <a:pt x="52106" y="30151"/>
                  <a:pt x="51830" y="30552"/>
                  <a:pt x="51605" y="30953"/>
                </a:cubicBezTo>
                <a:cubicBezTo>
                  <a:pt x="51404" y="31379"/>
                  <a:pt x="51179" y="31780"/>
                  <a:pt x="50978" y="32206"/>
                </a:cubicBezTo>
                <a:lnTo>
                  <a:pt x="50652" y="32833"/>
                </a:lnTo>
                <a:cubicBezTo>
                  <a:pt x="50577" y="33058"/>
                  <a:pt x="50477" y="33284"/>
                  <a:pt x="50402" y="33484"/>
                </a:cubicBezTo>
                <a:cubicBezTo>
                  <a:pt x="50226" y="33910"/>
                  <a:pt x="50076" y="34362"/>
                  <a:pt x="49901" y="34788"/>
                </a:cubicBezTo>
                <a:cubicBezTo>
                  <a:pt x="49625" y="35665"/>
                  <a:pt x="49399" y="36567"/>
                  <a:pt x="49174" y="37469"/>
                </a:cubicBezTo>
                <a:cubicBezTo>
                  <a:pt x="49023" y="38271"/>
                  <a:pt x="48923" y="39098"/>
                  <a:pt x="48848" y="39900"/>
                </a:cubicBezTo>
                <a:lnTo>
                  <a:pt x="47720" y="42733"/>
                </a:lnTo>
                <a:lnTo>
                  <a:pt x="47695" y="42733"/>
                </a:lnTo>
                <a:cubicBezTo>
                  <a:pt x="46868" y="41730"/>
                  <a:pt x="45966" y="40728"/>
                  <a:pt x="45063" y="39750"/>
                </a:cubicBezTo>
                <a:lnTo>
                  <a:pt x="45464" y="36793"/>
                </a:lnTo>
                <a:cubicBezTo>
                  <a:pt x="45690" y="35991"/>
                  <a:pt x="45865" y="35214"/>
                  <a:pt x="46041" y="34437"/>
                </a:cubicBezTo>
                <a:cubicBezTo>
                  <a:pt x="46166" y="33986"/>
                  <a:pt x="46292" y="33509"/>
                  <a:pt x="46417" y="33058"/>
                </a:cubicBezTo>
                <a:cubicBezTo>
                  <a:pt x="46517" y="32582"/>
                  <a:pt x="46617" y="32131"/>
                  <a:pt x="46743" y="31680"/>
                </a:cubicBezTo>
                <a:cubicBezTo>
                  <a:pt x="46868" y="31229"/>
                  <a:pt x="46993" y="30753"/>
                  <a:pt x="47119" y="30301"/>
                </a:cubicBezTo>
                <a:cubicBezTo>
                  <a:pt x="47219" y="29850"/>
                  <a:pt x="47369" y="29399"/>
                  <a:pt x="47495" y="28948"/>
                </a:cubicBezTo>
                <a:cubicBezTo>
                  <a:pt x="47645" y="28522"/>
                  <a:pt x="47745" y="28046"/>
                  <a:pt x="47896" y="27620"/>
                </a:cubicBezTo>
                <a:lnTo>
                  <a:pt x="48347" y="26291"/>
                </a:lnTo>
                <a:cubicBezTo>
                  <a:pt x="48948" y="24537"/>
                  <a:pt x="49625" y="22808"/>
                  <a:pt x="50427" y="21128"/>
                </a:cubicBezTo>
                <a:cubicBezTo>
                  <a:pt x="50627" y="20727"/>
                  <a:pt x="50828" y="20276"/>
                  <a:pt x="51053" y="19875"/>
                </a:cubicBezTo>
                <a:lnTo>
                  <a:pt x="51379" y="19249"/>
                </a:lnTo>
                <a:lnTo>
                  <a:pt x="51730" y="18622"/>
                </a:lnTo>
                <a:cubicBezTo>
                  <a:pt x="52181" y="17795"/>
                  <a:pt x="52683" y="16993"/>
                  <a:pt x="53234" y="16191"/>
                </a:cubicBezTo>
                <a:lnTo>
                  <a:pt x="53234" y="16191"/>
                </a:lnTo>
                <a:cubicBezTo>
                  <a:pt x="52357" y="16642"/>
                  <a:pt x="51580" y="17269"/>
                  <a:pt x="50878" y="17970"/>
                </a:cubicBezTo>
                <a:lnTo>
                  <a:pt x="50352" y="18497"/>
                </a:lnTo>
                <a:lnTo>
                  <a:pt x="49850" y="19073"/>
                </a:lnTo>
                <a:cubicBezTo>
                  <a:pt x="49525" y="19449"/>
                  <a:pt x="49224" y="19850"/>
                  <a:pt x="48948" y="20251"/>
                </a:cubicBezTo>
                <a:cubicBezTo>
                  <a:pt x="47795" y="21880"/>
                  <a:pt x="46918" y="23710"/>
                  <a:pt x="46266" y="25590"/>
                </a:cubicBezTo>
                <a:lnTo>
                  <a:pt x="45815" y="27018"/>
                </a:lnTo>
                <a:cubicBezTo>
                  <a:pt x="45740" y="27244"/>
                  <a:pt x="45690" y="27494"/>
                  <a:pt x="45640" y="27720"/>
                </a:cubicBezTo>
                <a:cubicBezTo>
                  <a:pt x="45590" y="27971"/>
                  <a:pt x="45540" y="28221"/>
                  <a:pt x="45489" y="28447"/>
                </a:cubicBezTo>
                <a:cubicBezTo>
                  <a:pt x="45264" y="29424"/>
                  <a:pt x="45164" y="30402"/>
                  <a:pt x="45063" y="31379"/>
                </a:cubicBezTo>
                <a:cubicBezTo>
                  <a:pt x="44988" y="31880"/>
                  <a:pt x="44988" y="32382"/>
                  <a:pt x="44988" y="32858"/>
                </a:cubicBezTo>
                <a:cubicBezTo>
                  <a:pt x="44963" y="33359"/>
                  <a:pt x="44963" y="33860"/>
                  <a:pt x="44988" y="34336"/>
                </a:cubicBezTo>
                <a:cubicBezTo>
                  <a:pt x="45013" y="34838"/>
                  <a:pt x="45063" y="35314"/>
                  <a:pt x="45114" y="35815"/>
                </a:cubicBezTo>
                <a:cubicBezTo>
                  <a:pt x="45139" y="36116"/>
                  <a:pt x="45189" y="36417"/>
                  <a:pt x="45239" y="36692"/>
                </a:cubicBezTo>
                <a:lnTo>
                  <a:pt x="44838" y="39499"/>
                </a:lnTo>
                <a:cubicBezTo>
                  <a:pt x="43986" y="38572"/>
                  <a:pt x="43083" y="37645"/>
                  <a:pt x="42156" y="36717"/>
                </a:cubicBezTo>
                <a:lnTo>
                  <a:pt x="42332" y="36717"/>
                </a:lnTo>
                <a:lnTo>
                  <a:pt x="42432" y="34186"/>
                </a:lnTo>
                <a:cubicBezTo>
                  <a:pt x="42733" y="32357"/>
                  <a:pt x="42883" y="30577"/>
                  <a:pt x="43184" y="28823"/>
                </a:cubicBezTo>
                <a:lnTo>
                  <a:pt x="43284" y="28146"/>
                </a:lnTo>
                <a:lnTo>
                  <a:pt x="43384" y="27469"/>
                </a:lnTo>
                <a:cubicBezTo>
                  <a:pt x="43459" y="27018"/>
                  <a:pt x="43535" y="26542"/>
                  <a:pt x="43585" y="26091"/>
                </a:cubicBezTo>
                <a:cubicBezTo>
                  <a:pt x="43760" y="25189"/>
                  <a:pt x="43885" y="24286"/>
                  <a:pt x="44061" y="23384"/>
                </a:cubicBezTo>
                <a:cubicBezTo>
                  <a:pt x="44387" y="21554"/>
                  <a:pt x="44738" y="19750"/>
                  <a:pt x="45114" y="17920"/>
                </a:cubicBezTo>
                <a:cubicBezTo>
                  <a:pt x="45464" y="16091"/>
                  <a:pt x="45840" y="14286"/>
                  <a:pt x="46166" y="12381"/>
                </a:cubicBezTo>
                <a:lnTo>
                  <a:pt x="46166" y="12381"/>
                </a:lnTo>
                <a:cubicBezTo>
                  <a:pt x="45565" y="13133"/>
                  <a:pt x="45088" y="13960"/>
                  <a:pt x="44637" y="14813"/>
                </a:cubicBezTo>
                <a:cubicBezTo>
                  <a:pt x="44412" y="15239"/>
                  <a:pt x="44211" y="15690"/>
                  <a:pt x="44011" y="16116"/>
                </a:cubicBezTo>
                <a:cubicBezTo>
                  <a:pt x="43810" y="16567"/>
                  <a:pt x="43610" y="16993"/>
                  <a:pt x="43459" y="17444"/>
                </a:cubicBezTo>
                <a:cubicBezTo>
                  <a:pt x="42758" y="19224"/>
                  <a:pt x="42256" y="21103"/>
                  <a:pt x="41906" y="22983"/>
                </a:cubicBezTo>
                <a:cubicBezTo>
                  <a:pt x="41830" y="23459"/>
                  <a:pt x="41730" y="23935"/>
                  <a:pt x="41680" y="24412"/>
                </a:cubicBezTo>
                <a:cubicBezTo>
                  <a:pt x="41630" y="24888"/>
                  <a:pt x="41580" y="25364"/>
                  <a:pt x="41530" y="25840"/>
                </a:cubicBezTo>
                <a:cubicBezTo>
                  <a:pt x="41505" y="26341"/>
                  <a:pt x="41479" y="26818"/>
                  <a:pt x="41479" y="27294"/>
                </a:cubicBezTo>
                <a:lnTo>
                  <a:pt x="41454" y="28021"/>
                </a:lnTo>
                <a:lnTo>
                  <a:pt x="41479" y="28747"/>
                </a:lnTo>
                <a:cubicBezTo>
                  <a:pt x="41479" y="29224"/>
                  <a:pt x="41505" y="29700"/>
                  <a:pt x="41555" y="30176"/>
                </a:cubicBezTo>
                <a:cubicBezTo>
                  <a:pt x="41605" y="30652"/>
                  <a:pt x="41655" y="31128"/>
                  <a:pt x="41730" y="31605"/>
                </a:cubicBezTo>
                <a:cubicBezTo>
                  <a:pt x="41755" y="31855"/>
                  <a:pt x="41805" y="32081"/>
                  <a:pt x="41830" y="32331"/>
                </a:cubicBezTo>
                <a:cubicBezTo>
                  <a:pt x="41906" y="32557"/>
                  <a:pt x="41956" y="32808"/>
                  <a:pt x="42006" y="33033"/>
                </a:cubicBezTo>
                <a:cubicBezTo>
                  <a:pt x="42056" y="33284"/>
                  <a:pt x="42131" y="33534"/>
                  <a:pt x="42206" y="33785"/>
                </a:cubicBezTo>
                <a:lnTo>
                  <a:pt x="42106" y="36467"/>
                </a:lnTo>
                <a:lnTo>
                  <a:pt x="41931" y="36467"/>
                </a:lnTo>
                <a:cubicBezTo>
                  <a:pt x="41028" y="35565"/>
                  <a:pt x="40126" y="34687"/>
                  <a:pt x="39199" y="33810"/>
                </a:cubicBezTo>
                <a:lnTo>
                  <a:pt x="39299" y="31354"/>
                </a:lnTo>
                <a:cubicBezTo>
                  <a:pt x="39449" y="30527"/>
                  <a:pt x="39525" y="29700"/>
                  <a:pt x="39650" y="28898"/>
                </a:cubicBezTo>
                <a:cubicBezTo>
                  <a:pt x="39700" y="28472"/>
                  <a:pt x="39750" y="28021"/>
                  <a:pt x="39800" y="27595"/>
                </a:cubicBezTo>
                <a:cubicBezTo>
                  <a:pt x="39825" y="27143"/>
                  <a:pt x="39900" y="26717"/>
                  <a:pt x="39951" y="26291"/>
                </a:cubicBezTo>
                <a:cubicBezTo>
                  <a:pt x="40126" y="24537"/>
                  <a:pt x="40301" y="22833"/>
                  <a:pt x="40502" y="21103"/>
                </a:cubicBezTo>
                <a:lnTo>
                  <a:pt x="41053" y="15915"/>
                </a:lnTo>
                <a:cubicBezTo>
                  <a:pt x="41229" y="14161"/>
                  <a:pt x="41429" y="12432"/>
                  <a:pt x="41530" y="10602"/>
                </a:cubicBezTo>
                <a:lnTo>
                  <a:pt x="41530" y="10602"/>
                </a:lnTo>
                <a:cubicBezTo>
                  <a:pt x="40552" y="12131"/>
                  <a:pt x="39900" y="13835"/>
                  <a:pt x="39374" y="15564"/>
                </a:cubicBezTo>
                <a:cubicBezTo>
                  <a:pt x="38848" y="17294"/>
                  <a:pt x="38497" y="19073"/>
                  <a:pt x="38322" y="20853"/>
                </a:cubicBezTo>
                <a:cubicBezTo>
                  <a:pt x="38121" y="22657"/>
                  <a:pt x="38071" y="24462"/>
                  <a:pt x="38221" y="26266"/>
                </a:cubicBezTo>
                <a:cubicBezTo>
                  <a:pt x="38347" y="27845"/>
                  <a:pt x="38597" y="29424"/>
                  <a:pt x="39073" y="30978"/>
                </a:cubicBezTo>
                <a:lnTo>
                  <a:pt x="38973" y="33585"/>
                </a:lnTo>
                <a:cubicBezTo>
                  <a:pt x="37921" y="32582"/>
                  <a:pt x="36843" y="31580"/>
                  <a:pt x="35765" y="30602"/>
                </a:cubicBezTo>
                <a:lnTo>
                  <a:pt x="35339" y="26567"/>
                </a:lnTo>
                <a:cubicBezTo>
                  <a:pt x="35640" y="25138"/>
                  <a:pt x="35840" y="23710"/>
                  <a:pt x="35991" y="22281"/>
                </a:cubicBezTo>
                <a:cubicBezTo>
                  <a:pt x="36141" y="20677"/>
                  <a:pt x="36241" y="19073"/>
                  <a:pt x="36266" y="17444"/>
                </a:cubicBezTo>
                <a:cubicBezTo>
                  <a:pt x="36291" y="15840"/>
                  <a:pt x="36266" y="14236"/>
                  <a:pt x="36141" y="12607"/>
                </a:cubicBezTo>
                <a:cubicBezTo>
                  <a:pt x="36016" y="11003"/>
                  <a:pt x="35815" y="9374"/>
                  <a:pt x="35414" y="7745"/>
                </a:cubicBezTo>
                <a:cubicBezTo>
                  <a:pt x="34913" y="9349"/>
                  <a:pt x="34612" y="10953"/>
                  <a:pt x="34412" y="12557"/>
                </a:cubicBezTo>
                <a:cubicBezTo>
                  <a:pt x="34211" y="14186"/>
                  <a:pt x="34111" y="15790"/>
                  <a:pt x="34086" y="17419"/>
                </a:cubicBezTo>
                <a:cubicBezTo>
                  <a:pt x="34061" y="19048"/>
                  <a:pt x="34111" y="20652"/>
                  <a:pt x="34261" y="22281"/>
                </a:cubicBezTo>
                <a:cubicBezTo>
                  <a:pt x="34437" y="23810"/>
                  <a:pt x="34662" y="25314"/>
                  <a:pt x="35113" y="26818"/>
                </a:cubicBezTo>
                <a:lnTo>
                  <a:pt x="35489" y="30352"/>
                </a:lnTo>
                <a:cubicBezTo>
                  <a:pt x="34662" y="29600"/>
                  <a:pt x="33810" y="28848"/>
                  <a:pt x="32958" y="28121"/>
                </a:cubicBezTo>
                <a:lnTo>
                  <a:pt x="32532" y="23961"/>
                </a:lnTo>
                <a:cubicBezTo>
                  <a:pt x="32858" y="22557"/>
                  <a:pt x="33008" y="21204"/>
                  <a:pt x="33134" y="19825"/>
                </a:cubicBezTo>
                <a:cubicBezTo>
                  <a:pt x="33259" y="18321"/>
                  <a:pt x="33284" y="16843"/>
                  <a:pt x="33259" y="15339"/>
                </a:cubicBezTo>
                <a:cubicBezTo>
                  <a:pt x="33234" y="13835"/>
                  <a:pt x="33134" y="12356"/>
                  <a:pt x="32933" y="10853"/>
                </a:cubicBezTo>
                <a:cubicBezTo>
                  <a:pt x="32758" y="9374"/>
                  <a:pt x="32507" y="7870"/>
                  <a:pt x="32006" y="6391"/>
                </a:cubicBezTo>
                <a:cubicBezTo>
                  <a:pt x="31580" y="7895"/>
                  <a:pt x="31354" y="9399"/>
                  <a:pt x="31229" y="10878"/>
                </a:cubicBezTo>
                <a:cubicBezTo>
                  <a:pt x="31078" y="12381"/>
                  <a:pt x="31028" y="13885"/>
                  <a:pt x="31078" y="15389"/>
                </a:cubicBezTo>
                <a:cubicBezTo>
                  <a:pt x="31103" y="16893"/>
                  <a:pt x="31204" y="18372"/>
                  <a:pt x="31404" y="19875"/>
                </a:cubicBezTo>
                <a:cubicBezTo>
                  <a:pt x="31605" y="21204"/>
                  <a:pt x="31855" y="22557"/>
                  <a:pt x="32256" y="23860"/>
                </a:cubicBezTo>
                <a:lnTo>
                  <a:pt x="32682" y="27870"/>
                </a:lnTo>
                <a:cubicBezTo>
                  <a:pt x="31504" y="26843"/>
                  <a:pt x="30327" y="25840"/>
                  <a:pt x="29174" y="24863"/>
                </a:cubicBezTo>
                <a:lnTo>
                  <a:pt x="29299" y="24863"/>
                </a:lnTo>
                <a:lnTo>
                  <a:pt x="28722" y="20452"/>
                </a:lnTo>
                <a:cubicBezTo>
                  <a:pt x="29023" y="19349"/>
                  <a:pt x="29249" y="18246"/>
                  <a:pt x="29474" y="17168"/>
                </a:cubicBezTo>
                <a:cubicBezTo>
                  <a:pt x="29700" y="15865"/>
                  <a:pt x="29900" y="14562"/>
                  <a:pt x="30051" y="13284"/>
                </a:cubicBezTo>
                <a:cubicBezTo>
                  <a:pt x="30176" y="11980"/>
                  <a:pt x="30276" y="10652"/>
                  <a:pt x="30327" y="9349"/>
                </a:cubicBezTo>
                <a:cubicBezTo>
                  <a:pt x="30352" y="8021"/>
                  <a:pt x="30327" y="6667"/>
                  <a:pt x="30101" y="5289"/>
                </a:cubicBezTo>
                <a:cubicBezTo>
                  <a:pt x="29424" y="6517"/>
                  <a:pt x="28973" y="7795"/>
                  <a:pt x="28622" y="9098"/>
                </a:cubicBezTo>
                <a:cubicBezTo>
                  <a:pt x="28271" y="10376"/>
                  <a:pt x="27996" y="11705"/>
                  <a:pt x="27870" y="13033"/>
                </a:cubicBezTo>
                <a:cubicBezTo>
                  <a:pt x="27720" y="14361"/>
                  <a:pt x="27670" y="15715"/>
                  <a:pt x="27745" y="17068"/>
                </a:cubicBezTo>
                <a:cubicBezTo>
                  <a:pt x="27845" y="18397"/>
                  <a:pt x="28046" y="19775"/>
                  <a:pt x="28547" y="21078"/>
                </a:cubicBezTo>
                <a:cubicBezTo>
                  <a:pt x="28547" y="21078"/>
                  <a:pt x="28547" y="21053"/>
                  <a:pt x="28547" y="21053"/>
                </a:cubicBezTo>
                <a:lnTo>
                  <a:pt x="29023" y="24637"/>
                </a:lnTo>
                <a:lnTo>
                  <a:pt x="28898" y="24637"/>
                </a:lnTo>
                <a:cubicBezTo>
                  <a:pt x="27971" y="23860"/>
                  <a:pt x="27068" y="23133"/>
                  <a:pt x="26216" y="22432"/>
                </a:cubicBezTo>
                <a:lnTo>
                  <a:pt x="26316" y="22432"/>
                </a:lnTo>
                <a:lnTo>
                  <a:pt x="25740" y="18021"/>
                </a:lnTo>
                <a:cubicBezTo>
                  <a:pt x="26041" y="16818"/>
                  <a:pt x="26091" y="15590"/>
                  <a:pt x="26116" y="14387"/>
                </a:cubicBezTo>
                <a:cubicBezTo>
                  <a:pt x="26091" y="13033"/>
                  <a:pt x="25941" y="11705"/>
                  <a:pt x="25715" y="10402"/>
                </a:cubicBezTo>
                <a:cubicBezTo>
                  <a:pt x="25489" y="9073"/>
                  <a:pt x="25164" y="7795"/>
                  <a:pt x="24738" y="6517"/>
                </a:cubicBezTo>
                <a:cubicBezTo>
                  <a:pt x="24311" y="5264"/>
                  <a:pt x="23785" y="4011"/>
                  <a:pt x="23033" y="2858"/>
                </a:cubicBezTo>
                <a:lnTo>
                  <a:pt x="23033" y="2858"/>
                </a:lnTo>
                <a:cubicBezTo>
                  <a:pt x="22908" y="4236"/>
                  <a:pt x="22958" y="5564"/>
                  <a:pt x="23058" y="6868"/>
                </a:cubicBezTo>
                <a:cubicBezTo>
                  <a:pt x="23159" y="8196"/>
                  <a:pt x="23334" y="9499"/>
                  <a:pt x="23560" y="10777"/>
                </a:cubicBezTo>
                <a:cubicBezTo>
                  <a:pt x="23785" y="12056"/>
                  <a:pt x="24061" y="13334"/>
                  <a:pt x="24387" y="14612"/>
                </a:cubicBezTo>
                <a:cubicBezTo>
                  <a:pt x="24712" y="15765"/>
                  <a:pt x="25038" y="16918"/>
                  <a:pt x="25489" y="18071"/>
                </a:cubicBezTo>
                <a:lnTo>
                  <a:pt x="26016" y="22181"/>
                </a:lnTo>
                <a:lnTo>
                  <a:pt x="25915" y="22181"/>
                </a:lnTo>
                <a:cubicBezTo>
                  <a:pt x="24788" y="21279"/>
                  <a:pt x="23735" y="20427"/>
                  <a:pt x="22758" y="19650"/>
                </a:cubicBezTo>
                <a:lnTo>
                  <a:pt x="22607" y="16793"/>
                </a:lnTo>
                <a:cubicBezTo>
                  <a:pt x="22808" y="15464"/>
                  <a:pt x="22783" y="14161"/>
                  <a:pt x="22682" y="12858"/>
                </a:cubicBezTo>
                <a:cubicBezTo>
                  <a:pt x="22557" y="11404"/>
                  <a:pt x="22331" y="9950"/>
                  <a:pt x="21981" y="8547"/>
                </a:cubicBezTo>
                <a:cubicBezTo>
                  <a:pt x="21630" y="7143"/>
                  <a:pt x="21179" y="5765"/>
                  <a:pt x="20627" y="4412"/>
                </a:cubicBezTo>
                <a:cubicBezTo>
                  <a:pt x="20076" y="3083"/>
                  <a:pt x="19424" y="1755"/>
                  <a:pt x="18547" y="527"/>
                </a:cubicBezTo>
                <a:lnTo>
                  <a:pt x="18547" y="527"/>
                </a:lnTo>
                <a:cubicBezTo>
                  <a:pt x="18572" y="2031"/>
                  <a:pt x="18747" y="3459"/>
                  <a:pt x="18973" y="4888"/>
                </a:cubicBezTo>
                <a:cubicBezTo>
                  <a:pt x="19224" y="6291"/>
                  <a:pt x="19499" y="7695"/>
                  <a:pt x="19850" y="9073"/>
                </a:cubicBezTo>
                <a:cubicBezTo>
                  <a:pt x="20201" y="10452"/>
                  <a:pt x="20577" y="11830"/>
                  <a:pt x="21003" y="13184"/>
                </a:cubicBezTo>
                <a:cubicBezTo>
                  <a:pt x="21404" y="14437"/>
                  <a:pt x="21830" y="15665"/>
                  <a:pt x="22382" y="16918"/>
                </a:cubicBezTo>
                <a:lnTo>
                  <a:pt x="22482" y="19449"/>
                </a:lnTo>
                <a:cubicBezTo>
                  <a:pt x="21279" y="18497"/>
                  <a:pt x="20176" y="17670"/>
                  <a:pt x="19274" y="16968"/>
                </a:cubicBezTo>
                <a:lnTo>
                  <a:pt x="19324" y="14361"/>
                </a:lnTo>
                <a:cubicBezTo>
                  <a:pt x="19349" y="14412"/>
                  <a:pt x="19374" y="14487"/>
                  <a:pt x="19399" y="14537"/>
                </a:cubicBezTo>
                <a:cubicBezTo>
                  <a:pt x="19650" y="13083"/>
                  <a:pt x="19499" y="11554"/>
                  <a:pt x="19123" y="10126"/>
                </a:cubicBezTo>
                <a:cubicBezTo>
                  <a:pt x="18697" y="8697"/>
                  <a:pt x="18096" y="7319"/>
                  <a:pt x="17319" y="6066"/>
                </a:cubicBezTo>
                <a:cubicBezTo>
                  <a:pt x="16542" y="4813"/>
                  <a:pt x="15640" y="3635"/>
                  <a:pt x="14587" y="2607"/>
                </a:cubicBezTo>
                <a:cubicBezTo>
                  <a:pt x="14086" y="2106"/>
                  <a:pt x="13534" y="1604"/>
                  <a:pt x="12933" y="1153"/>
                </a:cubicBezTo>
                <a:cubicBezTo>
                  <a:pt x="12356" y="727"/>
                  <a:pt x="11755" y="301"/>
                  <a:pt x="110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3" name="Google Shape;2003;p50"/>
          <p:cNvGrpSpPr/>
          <p:nvPr/>
        </p:nvGrpSpPr>
        <p:grpSpPr>
          <a:xfrm flipH="1" rot="4033212">
            <a:off x="-317435" y="4085178"/>
            <a:ext cx="1093347" cy="1271375"/>
            <a:chOff x="-487512" y="4053513"/>
            <a:chExt cx="1170400" cy="1360975"/>
          </a:xfrm>
        </p:grpSpPr>
        <p:sp>
          <p:nvSpPr>
            <p:cNvPr id="2004" name="Google Shape;2004;p50"/>
            <p:cNvSpPr/>
            <p:nvPr/>
          </p:nvSpPr>
          <p:spPr>
            <a:xfrm flipH="1">
              <a:off x="-487512" y="4053513"/>
              <a:ext cx="1170400" cy="1360975"/>
            </a:xfrm>
            <a:custGeom>
              <a:rect b="b" l="l" r="r" t="t"/>
              <a:pathLst>
                <a:path extrusionOk="0" h="54439" w="46816">
                  <a:moveTo>
                    <a:pt x="8788" y="49920"/>
                  </a:moveTo>
                  <a:cubicBezTo>
                    <a:pt x="9610" y="49988"/>
                    <a:pt x="10386" y="50079"/>
                    <a:pt x="11162" y="50148"/>
                  </a:cubicBezTo>
                  <a:cubicBezTo>
                    <a:pt x="12919" y="50262"/>
                    <a:pt x="14677" y="50308"/>
                    <a:pt x="16457" y="50148"/>
                  </a:cubicBezTo>
                  <a:cubicBezTo>
                    <a:pt x="18306" y="49965"/>
                    <a:pt x="20087" y="49577"/>
                    <a:pt x="21844" y="49007"/>
                  </a:cubicBezTo>
                  <a:cubicBezTo>
                    <a:pt x="22209" y="48892"/>
                    <a:pt x="22552" y="48733"/>
                    <a:pt x="22871" y="48504"/>
                  </a:cubicBezTo>
                  <a:cubicBezTo>
                    <a:pt x="23488" y="48071"/>
                    <a:pt x="23739" y="47454"/>
                    <a:pt x="23533" y="46815"/>
                  </a:cubicBezTo>
                  <a:cubicBezTo>
                    <a:pt x="23351" y="46176"/>
                    <a:pt x="22848" y="45788"/>
                    <a:pt x="22118" y="45743"/>
                  </a:cubicBezTo>
                  <a:cubicBezTo>
                    <a:pt x="21137" y="45674"/>
                    <a:pt x="20178" y="45788"/>
                    <a:pt x="19242" y="46016"/>
                  </a:cubicBezTo>
                  <a:cubicBezTo>
                    <a:pt x="16663" y="46633"/>
                    <a:pt x="14038" y="46952"/>
                    <a:pt x="11413" y="47181"/>
                  </a:cubicBezTo>
                  <a:cubicBezTo>
                    <a:pt x="10317" y="47295"/>
                    <a:pt x="9245" y="47386"/>
                    <a:pt x="8149" y="47295"/>
                  </a:cubicBezTo>
                  <a:cubicBezTo>
                    <a:pt x="7738" y="47272"/>
                    <a:pt x="7350" y="47203"/>
                    <a:pt x="6962" y="47203"/>
                  </a:cubicBezTo>
                  <a:cubicBezTo>
                    <a:pt x="6391" y="47181"/>
                    <a:pt x="6003" y="46907"/>
                    <a:pt x="5684" y="46473"/>
                  </a:cubicBezTo>
                  <a:cubicBezTo>
                    <a:pt x="4908" y="45423"/>
                    <a:pt x="4223" y="44350"/>
                    <a:pt x="3744" y="43140"/>
                  </a:cubicBezTo>
                  <a:cubicBezTo>
                    <a:pt x="3013" y="41314"/>
                    <a:pt x="2329" y="39488"/>
                    <a:pt x="1918" y="37594"/>
                  </a:cubicBezTo>
                  <a:cubicBezTo>
                    <a:pt x="1804" y="37137"/>
                    <a:pt x="1804" y="37137"/>
                    <a:pt x="2260" y="37183"/>
                  </a:cubicBezTo>
                  <a:cubicBezTo>
                    <a:pt x="4953" y="37525"/>
                    <a:pt x="7647" y="37685"/>
                    <a:pt x="10363" y="37525"/>
                  </a:cubicBezTo>
                  <a:cubicBezTo>
                    <a:pt x="12554" y="37411"/>
                    <a:pt x="14723" y="37206"/>
                    <a:pt x="16845" y="36567"/>
                  </a:cubicBezTo>
                  <a:cubicBezTo>
                    <a:pt x="17096" y="36498"/>
                    <a:pt x="17370" y="36407"/>
                    <a:pt x="17621" y="36316"/>
                  </a:cubicBezTo>
                  <a:cubicBezTo>
                    <a:pt x="17987" y="36156"/>
                    <a:pt x="18306" y="35928"/>
                    <a:pt x="18534" y="35562"/>
                  </a:cubicBezTo>
                  <a:cubicBezTo>
                    <a:pt x="19037" y="34718"/>
                    <a:pt x="18694" y="33714"/>
                    <a:pt x="17758" y="33371"/>
                  </a:cubicBezTo>
                  <a:cubicBezTo>
                    <a:pt x="17165" y="33143"/>
                    <a:pt x="16526" y="33074"/>
                    <a:pt x="15887" y="33074"/>
                  </a:cubicBezTo>
                  <a:cubicBezTo>
                    <a:pt x="14654" y="33052"/>
                    <a:pt x="13444" y="33166"/>
                    <a:pt x="12235" y="33234"/>
                  </a:cubicBezTo>
                  <a:cubicBezTo>
                    <a:pt x="9085" y="33394"/>
                    <a:pt x="5935" y="33508"/>
                    <a:pt x="2785" y="33257"/>
                  </a:cubicBezTo>
                  <a:cubicBezTo>
                    <a:pt x="2397" y="33234"/>
                    <a:pt x="1986" y="33166"/>
                    <a:pt x="1598" y="33120"/>
                  </a:cubicBezTo>
                  <a:cubicBezTo>
                    <a:pt x="1370" y="33097"/>
                    <a:pt x="1256" y="33006"/>
                    <a:pt x="1233" y="32755"/>
                  </a:cubicBezTo>
                  <a:cubicBezTo>
                    <a:pt x="1210" y="31773"/>
                    <a:pt x="1119" y="30792"/>
                    <a:pt x="1073" y="29810"/>
                  </a:cubicBezTo>
                  <a:cubicBezTo>
                    <a:pt x="1027" y="27505"/>
                    <a:pt x="1050" y="25223"/>
                    <a:pt x="1073" y="22917"/>
                  </a:cubicBezTo>
                  <a:cubicBezTo>
                    <a:pt x="1096" y="22506"/>
                    <a:pt x="1119" y="22096"/>
                    <a:pt x="1142" y="21662"/>
                  </a:cubicBezTo>
                  <a:cubicBezTo>
                    <a:pt x="1164" y="21251"/>
                    <a:pt x="1164" y="21228"/>
                    <a:pt x="1575" y="21274"/>
                  </a:cubicBezTo>
                  <a:cubicBezTo>
                    <a:pt x="2648" y="21319"/>
                    <a:pt x="3698" y="21525"/>
                    <a:pt x="4771" y="21639"/>
                  </a:cubicBezTo>
                  <a:cubicBezTo>
                    <a:pt x="6506" y="21844"/>
                    <a:pt x="8240" y="21913"/>
                    <a:pt x="9998" y="21753"/>
                  </a:cubicBezTo>
                  <a:cubicBezTo>
                    <a:pt x="10546" y="21685"/>
                    <a:pt x="11071" y="21662"/>
                    <a:pt x="11618" y="21593"/>
                  </a:cubicBezTo>
                  <a:cubicBezTo>
                    <a:pt x="12052" y="21548"/>
                    <a:pt x="12440" y="21434"/>
                    <a:pt x="12805" y="21205"/>
                  </a:cubicBezTo>
                  <a:cubicBezTo>
                    <a:pt x="13536" y="20726"/>
                    <a:pt x="13627" y="19859"/>
                    <a:pt x="12965" y="19265"/>
                  </a:cubicBezTo>
                  <a:cubicBezTo>
                    <a:pt x="12737" y="19060"/>
                    <a:pt x="12486" y="18923"/>
                    <a:pt x="12212" y="18809"/>
                  </a:cubicBezTo>
                  <a:cubicBezTo>
                    <a:pt x="11322" y="18421"/>
                    <a:pt x="10409" y="18170"/>
                    <a:pt x="9427" y="18101"/>
                  </a:cubicBezTo>
                  <a:cubicBezTo>
                    <a:pt x="8469" y="18010"/>
                    <a:pt x="7510" y="18055"/>
                    <a:pt x="6528" y="18147"/>
                  </a:cubicBezTo>
                  <a:cubicBezTo>
                    <a:pt x="4999" y="18261"/>
                    <a:pt x="3447" y="18238"/>
                    <a:pt x="1895" y="18078"/>
                  </a:cubicBezTo>
                  <a:cubicBezTo>
                    <a:pt x="1804" y="18055"/>
                    <a:pt x="1689" y="18033"/>
                    <a:pt x="1575" y="18010"/>
                  </a:cubicBezTo>
                  <a:cubicBezTo>
                    <a:pt x="1347" y="18010"/>
                    <a:pt x="1256" y="17896"/>
                    <a:pt x="1279" y="17667"/>
                  </a:cubicBezTo>
                  <a:cubicBezTo>
                    <a:pt x="1301" y="17302"/>
                    <a:pt x="1301" y="16937"/>
                    <a:pt x="1324" y="16572"/>
                  </a:cubicBezTo>
                  <a:cubicBezTo>
                    <a:pt x="1438" y="14632"/>
                    <a:pt x="1552" y="12692"/>
                    <a:pt x="1416" y="10751"/>
                  </a:cubicBezTo>
                  <a:cubicBezTo>
                    <a:pt x="1370" y="10112"/>
                    <a:pt x="1393" y="10089"/>
                    <a:pt x="2032" y="10158"/>
                  </a:cubicBezTo>
                  <a:cubicBezTo>
                    <a:pt x="3173" y="10249"/>
                    <a:pt x="4314" y="10226"/>
                    <a:pt x="5456" y="10021"/>
                  </a:cubicBezTo>
                  <a:cubicBezTo>
                    <a:pt x="5707" y="9998"/>
                    <a:pt x="5958" y="9907"/>
                    <a:pt x="6163" y="9770"/>
                  </a:cubicBezTo>
                  <a:cubicBezTo>
                    <a:pt x="6802" y="9382"/>
                    <a:pt x="6894" y="8629"/>
                    <a:pt x="6369" y="8104"/>
                  </a:cubicBezTo>
                  <a:cubicBezTo>
                    <a:pt x="6140" y="7875"/>
                    <a:pt x="5866" y="7738"/>
                    <a:pt x="5593" y="7624"/>
                  </a:cubicBezTo>
                  <a:cubicBezTo>
                    <a:pt x="4885" y="7328"/>
                    <a:pt x="4155" y="7191"/>
                    <a:pt x="3424" y="7077"/>
                  </a:cubicBezTo>
                  <a:cubicBezTo>
                    <a:pt x="2785" y="6962"/>
                    <a:pt x="2169" y="6848"/>
                    <a:pt x="1530" y="6757"/>
                  </a:cubicBezTo>
                  <a:cubicBezTo>
                    <a:pt x="1279" y="6711"/>
                    <a:pt x="1210" y="6597"/>
                    <a:pt x="1187" y="6369"/>
                  </a:cubicBezTo>
                  <a:cubicBezTo>
                    <a:pt x="1073" y="5022"/>
                    <a:pt x="754" y="3744"/>
                    <a:pt x="251" y="2489"/>
                  </a:cubicBezTo>
                  <a:cubicBezTo>
                    <a:pt x="92" y="2055"/>
                    <a:pt x="0" y="1576"/>
                    <a:pt x="46" y="1096"/>
                  </a:cubicBezTo>
                  <a:cubicBezTo>
                    <a:pt x="92" y="526"/>
                    <a:pt x="411" y="160"/>
                    <a:pt x="982" y="69"/>
                  </a:cubicBezTo>
                  <a:cubicBezTo>
                    <a:pt x="1324" y="1"/>
                    <a:pt x="1689" y="24"/>
                    <a:pt x="2009" y="115"/>
                  </a:cubicBezTo>
                  <a:cubicBezTo>
                    <a:pt x="3059" y="366"/>
                    <a:pt x="4086" y="640"/>
                    <a:pt x="5090" y="1073"/>
                  </a:cubicBezTo>
                  <a:cubicBezTo>
                    <a:pt x="6391" y="1644"/>
                    <a:pt x="7784" y="1918"/>
                    <a:pt x="9176" y="2238"/>
                  </a:cubicBezTo>
                  <a:cubicBezTo>
                    <a:pt x="10386" y="2534"/>
                    <a:pt x="11573" y="2831"/>
                    <a:pt x="12783" y="3128"/>
                  </a:cubicBezTo>
                  <a:cubicBezTo>
                    <a:pt x="12919" y="3151"/>
                    <a:pt x="13056" y="3173"/>
                    <a:pt x="13193" y="3288"/>
                  </a:cubicBezTo>
                  <a:cubicBezTo>
                    <a:pt x="13216" y="3493"/>
                    <a:pt x="13056" y="3653"/>
                    <a:pt x="12942" y="3813"/>
                  </a:cubicBezTo>
                  <a:cubicBezTo>
                    <a:pt x="12509" y="4520"/>
                    <a:pt x="12143" y="5273"/>
                    <a:pt x="11847" y="6072"/>
                  </a:cubicBezTo>
                  <a:cubicBezTo>
                    <a:pt x="11755" y="6323"/>
                    <a:pt x="11664" y="6574"/>
                    <a:pt x="11641" y="6848"/>
                  </a:cubicBezTo>
                  <a:cubicBezTo>
                    <a:pt x="11550" y="7784"/>
                    <a:pt x="12280" y="8332"/>
                    <a:pt x="13171" y="7990"/>
                  </a:cubicBezTo>
                  <a:cubicBezTo>
                    <a:pt x="13467" y="7853"/>
                    <a:pt x="13741" y="7647"/>
                    <a:pt x="13969" y="7419"/>
                  </a:cubicBezTo>
                  <a:cubicBezTo>
                    <a:pt x="14677" y="6688"/>
                    <a:pt x="15202" y="5844"/>
                    <a:pt x="15704" y="4977"/>
                  </a:cubicBezTo>
                  <a:cubicBezTo>
                    <a:pt x="15795" y="4794"/>
                    <a:pt x="15887" y="4611"/>
                    <a:pt x="15978" y="4452"/>
                  </a:cubicBezTo>
                  <a:cubicBezTo>
                    <a:pt x="16183" y="4064"/>
                    <a:pt x="16183" y="4064"/>
                    <a:pt x="16594" y="4178"/>
                  </a:cubicBezTo>
                  <a:cubicBezTo>
                    <a:pt x="18261" y="4680"/>
                    <a:pt x="19881" y="5296"/>
                    <a:pt x="21479" y="5912"/>
                  </a:cubicBezTo>
                  <a:cubicBezTo>
                    <a:pt x="22826" y="6437"/>
                    <a:pt x="24127" y="7054"/>
                    <a:pt x="25473" y="7533"/>
                  </a:cubicBezTo>
                  <a:cubicBezTo>
                    <a:pt x="25816" y="7647"/>
                    <a:pt x="25816" y="7670"/>
                    <a:pt x="25679" y="8012"/>
                  </a:cubicBezTo>
                  <a:cubicBezTo>
                    <a:pt x="25496" y="8446"/>
                    <a:pt x="25268" y="8834"/>
                    <a:pt x="25017" y="9199"/>
                  </a:cubicBezTo>
                  <a:cubicBezTo>
                    <a:pt x="23944" y="10820"/>
                    <a:pt x="22871" y="12463"/>
                    <a:pt x="21935" y="14175"/>
                  </a:cubicBezTo>
                  <a:cubicBezTo>
                    <a:pt x="21707" y="14609"/>
                    <a:pt x="21502" y="15043"/>
                    <a:pt x="21342" y="15522"/>
                  </a:cubicBezTo>
                  <a:cubicBezTo>
                    <a:pt x="21251" y="15887"/>
                    <a:pt x="21228" y="16252"/>
                    <a:pt x="21274" y="16595"/>
                  </a:cubicBezTo>
                  <a:cubicBezTo>
                    <a:pt x="21433" y="17462"/>
                    <a:pt x="22209" y="17873"/>
                    <a:pt x="23008" y="17530"/>
                  </a:cubicBezTo>
                  <a:cubicBezTo>
                    <a:pt x="23305" y="17394"/>
                    <a:pt x="23556" y="17188"/>
                    <a:pt x="23807" y="16960"/>
                  </a:cubicBezTo>
                  <a:cubicBezTo>
                    <a:pt x="24926" y="15910"/>
                    <a:pt x="25793" y="14655"/>
                    <a:pt x="26523" y="13285"/>
                  </a:cubicBezTo>
                  <a:cubicBezTo>
                    <a:pt x="27231" y="11984"/>
                    <a:pt x="27893" y="10637"/>
                    <a:pt x="28532" y="9291"/>
                  </a:cubicBezTo>
                  <a:cubicBezTo>
                    <a:pt x="28806" y="8720"/>
                    <a:pt x="28715" y="8788"/>
                    <a:pt x="29285" y="9017"/>
                  </a:cubicBezTo>
                  <a:cubicBezTo>
                    <a:pt x="31864" y="10089"/>
                    <a:pt x="34307" y="11413"/>
                    <a:pt x="36589" y="13034"/>
                  </a:cubicBezTo>
                  <a:cubicBezTo>
                    <a:pt x="36955" y="13285"/>
                    <a:pt x="36977" y="13308"/>
                    <a:pt x="36818" y="13673"/>
                  </a:cubicBezTo>
                  <a:cubicBezTo>
                    <a:pt x="35836" y="15978"/>
                    <a:pt x="34900" y="18284"/>
                    <a:pt x="33919" y="20589"/>
                  </a:cubicBezTo>
                  <a:cubicBezTo>
                    <a:pt x="33006" y="22735"/>
                    <a:pt x="31750" y="24698"/>
                    <a:pt x="30358" y="26569"/>
                  </a:cubicBezTo>
                  <a:cubicBezTo>
                    <a:pt x="29993" y="27049"/>
                    <a:pt x="29628" y="27528"/>
                    <a:pt x="29354" y="28076"/>
                  </a:cubicBezTo>
                  <a:cubicBezTo>
                    <a:pt x="29194" y="28350"/>
                    <a:pt x="29057" y="28646"/>
                    <a:pt x="29034" y="28989"/>
                  </a:cubicBezTo>
                  <a:cubicBezTo>
                    <a:pt x="28943" y="30107"/>
                    <a:pt x="29833" y="30838"/>
                    <a:pt x="30906" y="30518"/>
                  </a:cubicBezTo>
                  <a:cubicBezTo>
                    <a:pt x="31499" y="30313"/>
                    <a:pt x="32001" y="29947"/>
                    <a:pt x="32481" y="29559"/>
                  </a:cubicBezTo>
                  <a:cubicBezTo>
                    <a:pt x="32800" y="29308"/>
                    <a:pt x="33074" y="29012"/>
                    <a:pt x="33325" y="28692"/>
                  </a:cubicBezTo>
                  <a:cubicBezTo>
                    <a:pt x="35106" y="26524"/>
                    <a:pt x="36635" y="24173"/>
                    <a:pt x="37731" y="21571"/>
                  </a:cubicBezTo>
                  <a:cubicBezTo>
                    <a:pt x="38119" y="20612"/>
                    <a:pt x="38575" y="19676"/>
                    <a:pt x="38986" y="18717"/>
                  </a:cubicBezTo>
                  <a:cubicBezTo>
                    <a:pt x="39328" y="17941"/>
                    <a:pt x="39602" y="17120"/>
                    <a:pt x="39762" y="16275"/>
                  </a:cubicBezTo>
                  <a:cubicBezTo>
                    <a:pt x="39808" y="16138"/>
                    <a:pt x="39808" y="15956"/>
                    <a:pt x="39967" y="15773"/>
                  </a:cubicBezTo>
                  <a:cubicBezTo>
                    <a:pt x="40378" y="16184"/>
                    <a:pt x="40766" y="16595"/>
                    <a:pt x="41154" y="16983"/>
                  </a:cubicBezTo>
                  <a:cubicBezTo>
                    <a:pt x="42273" y="18055"/>
                    <a:pt x="43095" y="19379"/>
                    <a:pt x="44008" y="20635"/>
                  </a:cubicBezTo>
                  <a:cubicBezTo>
                    <a:pt x="44122" y="20795"/>
                    <a:pt x="44144" y="20954"/>
                    <a:pt x="44099" y="21137"/>
                  </a:cubicBezTo>
                  <a:cubicBezTo>
                    <a:pt x="43346" y="24287"/>
                    <a:pt x="42296" y="27323"/>
                    <a:pt x="40492" y="30062"/>
                  </a:cubicBezTo>
                  <a:cubicBezTo>
                    <a:pt x="39785" y="31157"/>
                    <a:pt x="39054" y="32253"/>
                    <a:pt x="38324" y="33348"/>
                  </a:cubicBezTo>
                  <a:cubicBezTo>
                    <a:pt x="38027" y="33805"/>
                    <a:pt x="37753" y="34261"/>
                    <a:pt x="37571" y="34786"/>
                  </a:cubicBezTo>
                  <a:cubicBezTo>
                    <a:pt x="37274" y="35677"/>
                    <a:pt x="37776" y="36339"/>
                    <a:pt x="38712" y="36270"/>
                  </a:cubicBezTo>
                  <a:cubicBezTo>
                    <a:pt x="39374" y="36224"/>
                    <a:pt x="39922" y="35905"/>
                    <a:pt x="40447" y="35517"/>
                  </a:cubicBezTo>
                  <a:cubicBezTo>
                    <a:pt x="40949" y="35129"/>
                    <a:pt x="41405" y="34672"/>
                    <a:pt x="41793" y="34170"/>
                  </a:cubicBezTo>
                  <a:cubicBezTo>
                    <a:pt x="43231" y="32390"/>
                    <a:pt x="44487" y="30495"/>
                    <a:pt x="45377" y="28372"/>
                  </a:cubicBezTo>
                  <a:cubicBezTo>
                    <a:pt x="45742" y="27528"/>
                    <a:pt x="45993" y="26638"/>
                    <a:pt x="46244" y="25656"/>
                  </a:cubicBezTo>
                  <a:cubicBezTo>
                    <a:pt x="46473" y="26524"/>
                    <a:pt x="46564" y="27345"/>
                    <a:pt x="46610" y="28167"/>
                  </a:cubicBezTo>
                  <a:cubicBezTo>
                    <a:pt x="46815" y="31271"/>
                    <a:pt x="46176" y="34239"/>
                    <a:pt x="45012" y="37115"/>
                  </a:cubicBezTo>
                  <a:cubicBezTo>
                    <a:pt x="44008" y="39557"/>
                    <a:pt x="42273" y="41292"/>
                    <a:pt x="39831" y="42319"/>
                  </a:cubicBezTo>
                  <a:cubicBezTo>
                    <a:pt x="38278" y="42981"/>
                    <a:pt x="36658" y="43072"/>
                    <a:pt x="35037" y="42638"/>
                  </a:cubicBezTo>
                  <a:cubicBezTo>
                    <a:pt x="33987" y="42364"/>
                    <a:pt x="32983" y="41954"/>
                    <a:pt x="31933" y="41771"/>
                  </a:cubicBezTo>
                  <a:cubicBezTo>
                    <a:pt x="31705" y="41748"/>
                    <a:pt x="31408" y="41611"/>
                    <a:pt x="31248" y="41794"/>
                  </a:cubicBezTo>
                  <a:cubicBezTo>
                    <a:pt x="31088" y="42022"/>
                    <a:pt x="31294" y="42273"/>
                    <a:pt x="31431" y="42479"/>
                  </a:cubicBezTo>
                  <a:cubicBezTo>
                    <a:pt x="31705" y="42889"/>
                    <a:pt x="32001" y="43277"/>
                    <a:pt x="32275" y="43688"/>
                  </a:cubicBezTo>
                  <a:cubicBezTo>
                    <a:pt x="32777" y="44419"/>
                    <a:pt x="33097" y="45218"/>
                    <a:pt x="33211" y="46108"/>
                  </a:cubicBezTo>
                  <a:cubicBezTo>
                    <a:pt x="33371" y="47591"/>
                    <a:pt x="32755" y="48824"/>
                    <a:pt x="31933" y="49942"/>
                  </a:cubicBezTo>
                  <a:cubicBezTo>
                    <a:pt x="31180" y="50969"/>
                    <a:pt x="30175" y="51746"/>
                    <a:pt x="29103" y="52407"/>
                  </a:cubicBezTo>
                  <a:cubicBezTo>
                    <a:pt x="27916" y="53161"/>
                    <a:pt x="26637" y="53640"/>
                    <a:pt x="25245" y="53868"/>
                  </a:cubicBezTo>
                  <a:cubicBezTo>
                    <a:pt x="23579" y="54119"/>
                    <a:pt x="21935" y="54325"/>
                    <a:pt x="20246" y="54370"/>
                  </a:cubicBezTo>
                  <a:cubicBezTo>
                    <a:pt x="18101" y="54439"/>
                    <a:pt x="16047" y="53960"/>
                    <a:pt x="14015" y="53184"/>
                  </a:cubicBezTo>
                  <a:cubicBezTo>
                    <a:pt x="12121" y="52453"/>
                    <a:pt x="10454" y="51335"/>
                    <a:pt x="8857" y="50056"/>
                  </a:cubicBezTo>
                  <a:cubicBezTo>
                    <a:pt x="8834" y="50034"/>
                    <a:pt x="8834" y="49988"/>
                    <a:pt x="8788" y="49920"/>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50"/>
            <p:cNvSpPr/>
            <p:nvPr/>
          </p:nvSpPr>
          <p:spPr>
            <a:xfrm flipH="1">
              <a:off x="-401912" y="4120863"/>
              <a:ext cx="1029450" cy="1241125"/>
            </a:xfrm>
            <a:custGeom>
              <a:rect b="b" l="l" r="r" t="t"/>
              <a:pathLst>
                <a:path extrusionOk="0" h="49645" w="41178">
                  <a:moveTo>
                    <a:pt x="10774" y="11915"/>
                  </a:moveTo>
                  <a:cubicBezTo>
                    <a:pt x="10226" y="11116"/>
                    <a:pt x="9724" y="10386"/>
                    <a:pt x="9245" y="9655"/>
                  </a:cubicBezTo>
                  <a:cubicBezTo>
                    <a:pt x="8491" y="8491"/>
                    <a:pt x="7761" y="7304"/>
                    <a:pt x="6962" y="6163"/>
                  </a:cubicBezTo>
                  <a:cubicBezTo>
                    <a:pt x="6483" y="5478"/>
                    <a:pt x="5981" y="4839"/>
                    <a:pt x="5501" y="4200"/>
                  </a:cubicBezTo>
                  <a:cubicBezTo>
                    <a:pt x="5342" y="3972"/>
                    <a:pt x="5113" y="3835"/>
                    <a:pt x="4839" y="3743"/>
                  </a:cubicBezTo>
                  <a:cubicBezTo>
                    <a:pt x="3835" y="3424"/>
                    <a:pt x="2831" y="3081"/>
                    <a:pt x="1849" y="2716"/>
                  </a:cubicBezTo>
                  <a:cubicBezTo>
                    <a:pt x="1279" y="2511"/>
                    <a:pt x="754" y="2260"/>
                    <a:pt x="251" y="1917"/>
                  </a:cubicBezTo>
                  <a:cubicBezTo>
                    <a:pt x="160" y="1826"/>
                    <a:pt x="0" y="1780"/>
                    <a:pt x="92" y="1621"/>
                  </a:cubicBezTo>
                  <a:cubicBezTo>
                    <a:pt x="160" y="1484"/>
                    <a:pt x="320" y="1529"/>
                    <a:pt x="434" y="1575"/>
                  </a:cubicBezTo>
                  <a:cubicBezTo>
                    <a:pt x="936" y="1735"/>
                    <a:pt x="1416" y="1917"/>
                    <a:pt x="1918" y="2077"/>
                  </a:cubicBezTo>
                  <a:cubicBezTo>
                    <a:pt x="2625" y="2260"/>
                    <a:pt x="3310" y="2488"/>
                    <a:pt x="4018" y="2693"/>
                  </a:cubicBezTo>
                  <a:cubicBezTo>
                    <a:pt x="4109" y="2716"/>
                    <a:pt x="4223" y="2739"/>
                    <a:pt x="4337" y="2693"/>
                  </a:cubicBezTo>
                  <a:cubicBezTo>
                    <a:pt x="3812" y="1872"/>
                    <a:pt x="2671" y="776"/>
                    <a:pt x="1461" y="0"/>
                  </a:cubicBezTo>
                  <a:cubicBezTo>
                    <a:pt x="2078" y="114"/>
                    <a:pt x="2511" y="320"/>
                    <a:pt x="2899" y="616"/>
                  </a:cubicBezTo>
                  <a:cubicBezTo>
                    <a:pt x="3470" y="1073"/>
                    <a:pt x="3995" y="1575"/>
                    <a:pt x="4543" y="2054"/>
                  </a:cubicBezTo>
                  <a:cubicBezTo>
                    <a:pt x="4680" y="2146"/>
                    <a:pt x="4771" y="2283"/>
                    <a:pt x="4862" y="2420"/>
                  </a:cubicBezTo>
                  <a:cubicBezTo>
                    <a:pt x="4953" y="2534"/>
                    <a:pt x="5022" y="2671"/>
                    <a:pt x="5227" y="2693"/>
                  </a:cubicBezTo>
                  <a:cubicBezTo>
                    <a:pt x="5433" y="2260"/>
                    <a:pt x="5478" y="1758"/>
                    <a:pt x="5615" y="1301"/>
                  </a:cubicBezTo>
                  <a:cubicBezTo>
                    <a:pt x="5661" y="1141"/>
                    <a:pt x="5707" y="982"/>
                    <a:pt x="5752" y="845"/>
                  </a:cubicBezTo>
                  <a:cubicBezTo>
                    <a:pt x="5798" y="730"/>
                    <a:pt x="5889" y="594"/>
                    <a:pt x="6026" y="616"/>
                  </a:cubicBezTo>
                  <a:cubicBezTo>
                    <a:pt x="6186" y="662"/>
                    <a:pt x="6186" y="822"/>
                    <a:pt x="6163" y="959"/>
                  </a:cubicBezTo>
                  <a:cubicBezTo>
                    <a:pt x="6118" y="1301"/>
                    <a:pt x="6072" y="1666"/>
                    <a:pt x="6026" y="2032"/>
                  </a:cubicBezTo>
                  <a:cubicBezTo>
                    <a:pt x="5958" y="2328"/>
                    <a:pt x="5889" y="2625"/>
                    <a:pt x="5844" y="2922"/>
                  </a:cubicBezTo>
                  <a:cubicBezTo>
                    <a:pt x="5775" y="3401"/>
                    <a:pt x="5935" y="3721"/>
                    <a:pt x="6255" y="4109"/>
                  </a:cubicBezTo>
                  <a:cubicBezTo>
                    <a:pt x="7396" y="5410"/>
                    <a:pt x="8377" y="6848"/>
                    <a:pt x="9336" y="8308"/>
                  </a:cubicBezTo>
                  <a:cubicBezTo>
                    <a:pt x="10066" y="9404"/>
                    <a:pt x="10820" y="10500"/>
                    <a:pt x="11573" y="11595"/>
                  </a:cubicBezTo>
                  <a:cubicBezTo>
                    <a:pt x="11824" y="11961"/>
                    <a:pt x="11847" y="11961"/>
                    <a:pt x="12052" y="11595"/>
                  </a:cubicBezTo>
                  <a:cubicBezTo>
                    <a:pt x="12417" y="10979"/>
                    <a:pt x="12783" y="10386"/>
                    <a:pt x="13079" y="9746"/>
                  </a:cubicBezTo>
                  <a:cubicBezTo>
                    <a:pt x="13650" y="8605"/>
                    <a:pt x="14312" y="7555"/>
                    <a:pt x="15088" y="6574"/>
                  </a:cubicBezTo>
                  <a:cubicBezTo>
                    <a:pt x="15316" y="6254"/>
                    <a:pt x="15636" y="6003"/>
                    <a:pt x="15978" y="5661"/>
                  </a:cubicBezTo>
                  <a:cubicBezTo>
                    <a:pt x="16001" y="6186"/>
                    <a:pt x="15818" y="6528"/>
                    <a:pt x="15613" y="6870"/>
                  </a:cubicBezTo>
                  <a:cubicBezTo>
                    <a:pt x="14882" y="8035"/>
                    <a:pt x="14198" y="9244"/>
                    <a:pt x="13604" y="10477"/>
                  </a:cubicBezTo>
                  <a:cubicBezTo>
                    <a:pt x="13285" y="11139"/>
                    <a:pt x="12942" y="11778"/>
                    <a:pt x="12531" y="12394"/>
                  </a:cubicBezTo>
                  <a:cubicBezTo>
                    <a:pt x="12372" y="12645"/>
                    <a:pt x="12395" y="12851"/>
                    <a:pt x="12554" y="13079"/>
                  </a:cubicBezTo>
                  <a:cubicBezTo>
                    <a:pt x="13239" y="14083"/>
                    <a:pt x="13878" y="15088"/>
                    <a:pt x="14472" y="16138"/>
                  </a:cubicBezTo>
                  <a:cubicBezTo>
                    <a:pt x="15544" y="18032"/>
                    <a:pt x="16823" y="19835"/>
                    <a:pt x="17850" y="21798"/>
                  </a:cubicBezTo>
                  <a:cubicBezTo>
                    <a:pt x="18147" y="22369"/>
                    <a:pt x="18512" y="22917"/>
                    <a:pt x="18831" y="23487"/>
                  </a:cubicBezTo>
                  <a:cubicBezTo>
                    <a:pt x="18900" y="23601"/>
                    <a:pt x="18968" y="23693"/>
                    <a:pt x="19105" y="23784"/>
                  </a:cubicBezTo>
                  <a:cubicBezTo>
                    <a:pt x="19311" y="23442"/>
                    <a:pt x="19516" y="23122"/>
                    <a:pt x="19699" y="22803"/>
                  </a:cubicBezTo>
                  <a:cubicBezTo>
                    <a:pt x="20246" y="21821"/>
                    <a:pt x="21000" y="20999"/>
                    <a:pt x="21639" y="20109"/>
                  </a:cubicBezTo>
                  <a:cubicBezTo>
                    <a:pt x="22255" y="19242"/>
                    <a:pt x="22849" y="18397"/>
                    <a:pt x="23465" y="17530"/>
                  </a:cubicBezTo>
                  <a:cubicBezTo>
                    <a:pt x="24971" y="15407"/>
                    <a:pt x="26455" y="13284"/>
                    <a:pt x="27961" y="11184"/>
                  </a:cubicBezTo>
                  <a:cubicBezTo>
                    <a:pt x="28235" y="10819"/>
                    <a:pt x="28532" y="10431"/>
                    <a:pt x="29080" y="10271"/>
                  </a:cubicBezTo>
                  <a:cubicBezTo>
                    <a:pt x="29080" y="10523"/>
                    <a:pt x="29011" y="10682"/>
                    <a:pt x="28897" y="10865"/>
                  </a:cubicBezTo>
                  <a:cubicBezTo>
                    <a:pt x="28121" y="12143"/>
                    <a:pt x="27231" y="13376"/>
                    <a:pt x="26364" y="14608"/>
                  </a:cubicBezTo>
                  <a:cubicBezTo>
                    <a:pt x="25816" y="15361"/>
                    <a:pt x="25291" y="16160"/>
                    <a:pt x="24743" y="16914"/>
                  </a:cubicBezTo>
                  <a:cubicBezTo>
                    <a:pt x="23602" y="18534"/>
                    <a:pt x="22483" y="20200"/>
                    <a:pt x="21274" y="21798"/>
                  </a:cubicBezTo>
                  <a:cubicBezTo>
                    <a:pt x="20657" y="22574"/>
                    <a:pt x="20155" y="23442"/>
                    <a:pt x="19721" y="24355"/>
                  </a:cubicBezTo>
                  <a:cubicBezTo>
                    <a:pt x="19630" y="24537"/>
                    <a:pt x="19607" y="24697"/>
                    <a:pt x="19744" y="24902"/>
                  </a:cubicBezTo>
                  <a:cubicBezTo>
                    <a:pt x="21000" y="26843"/>
                    <a:pt x="22164" y="28874"/>
                    <a:pt x="23488" y="30769"/>
                  </a:cubicBezTo>
                  <a:cubicBezTo>
                    <a:pt x="24264" y="31910"/>
                    <a:pt x="25063" y="33028"/>
                    <a:pt x="25839" y="34147"/>
                  </a:cubicBezTo>
                  <a:cubicBezTo>
                    <a:pt x="28578" y="31864"/>
                    <a:pt x="30883" y="29239"/>
                    <a:pt x="33051" y="26500"/>
                  </a:cubicBezTo>
                  <a:cubicBezTo>
                    <a:pt x="35197" y="23761"/>
                    <a:pt x="37046" y="20817"/>
                    <a:pt x="38735" y="17758"/>
                  </a:cubicBezTo>
                  <a:cubicBezTo>
                    <a:pt x="38895" y="18283"/>
                    <a:pt x="38712" y="18740"/>
                    <a:pt x="38530" y="19173"/>
                  </a:cubicBezTo>
                  <a:cubicBezTo>
                    <a:pt x="37617" y="21387"/>
                    <a:pt x="36293" y="23373"/>
                    <a:pt x="34923" y="25313"/>
                  </a:cubicBezTo>
                  <a:cubicBezTo>
                    <a:pt x="33919" y="26706"/>
                    <a:pt x="32823" y="27984"/>
                    <a:pt x="31750" y="29308"/>
                  </a:cubicBezTo>
                  <a:cubicBezTo>
                    <a:pt x="30883" y="30358"/>
                    <a:pt x="30016" y="31430"/>
                    <a:pt x="28966" y="32298"/>
                  </a:cubicBezTo>
                  <a:cubicBezTo>
                    <a:pt x="28144" y="33005"/>
                    <a:pt x="27414" y="33781"/>
                    <a:pt x="26660" y="34535"/>
                  </a:cubicBezTo>
                  <a:cubicBezTo>
                    <a:pt x="26364" y="34809"/>
                    <a:pt x="26364" y="34831"/>
                    <a:pt x="26592" y="35151"/>
                  </a:cubicBezTo>
                  <a:cubicBezTo>
                    <a:pt x="26866" y="35539"/>
                    <a:pt x="27117" y="35927"/>
                    <a:pt x="27391" y="36315"/>
                  </a:cubicBezTo>
                  <a:cubicBezTo>
                    <a:pt x="27505" y="36475"/>
                    <a:pt x="27642" y="36566"/>
                    <a:pt x="27824" y="36612"/>
                  </a:cubicBezTo>
                  <a:cubicBezTo>
                    <a:pt x="28669" y="36840"/>
                    <a:pt x="29536" y="36931"/>
                    <a:pt x="30404" y="36931"/>
                  </a:cubicBezTo>
                  <a:cubicBezTo>
                    <a:pt x="32390" y="36954"/>
                    <a:pt x="34307" y="36680"/>
                    <a:pt x="36179" y="36064"/>
                  </a:cubicBezTo>
                  <a:cubicBezTo>
                    <a:pt x="37000" y="35813"/>
                    <a:pt x="37753" y="35448"/>
                    <a:pt x="38484" y="34968"/>
                  </a:cubicBezTo>
                  <a:cubicBezTo>
                    <a:pt x="39420" y="34329"/>
                    <a:pt x="40401" y="33713"/>
                    <a:pt x="41177" y="32846"/>
                  </a:cubicBezTo>
                  <a:cubicBezTo>
                    <a:pt x="41154" y="33348"/>
                    <a:pt x="40881" y="33713"/>
                    <a:pt x="40584" y="34055"/>
                  </a:cubicBezTo>
                  <a:cubicBezTo>
                    <a:pt x="40059" y="34649"/>
                    <a:pt x="39420" y="35151"/>
                    <a:pt x="38758" y="35607"/>
                  </a:cubicBezTo>
                  <a:cubicBezTo>
                    <a:pt x="37571" y="36429"/>
                    <a:pt x="36270" y="36977"/>
                    <a:pt x="34832" y="37297"/>
                  </a:cubicBezTo>
                  <a:cubicBezTo>
                    <a:pt x="33805" y="37525"/>
                    <a:pt x="32778" y="37662"/>
                    <a:pt x="31728" y="37776"/>
                  </a:cubicBezTo>
                  <a:cubicBezTo>
                    <a:pt x="30997" y="37867"/>
                    <a:pt x="30221" y="37844"/>
                    <a:pt x="29445" y="37730"/>
                  </a:cubicBezTo>
                  <a:cubicBezTo>
                    <a:pt x="28852" y="37662"/>
                    <a:pt x="28235" y="37548"/>
                    <a:pt x="27573" y="37388"/>
                  </a:cubicBezTo>
                  <a:cubicBezTo>
                    <a:pt x="27573" y="38050"/>
                    <a:pt x="27619" y="38643"/>
                    <a:pt x="27573" y="39237"/>
                  </a:cubicBezTo>
                  <a:cubicBezTo>
                    <a:pt x="27459" y="41702"/>
                    <a:pt x="26911" y="44076"/>
                    <a:pt x="25359" y="46061"/>
                  </a:cubicBezTo>
                  <a:cubicBezTo>
                    <a:pt x="24150" y="47591"/>
                    <a:pt x="22643" y="48709"/>
                    <a:pt x="20657" y="49074"/>
                  </a:cubicBezTo>
                  <a:cubicBezTo>
                    <a:pt x="19950" y="49211"/>
                    <a:pt x="19242" y="49440"/>
                    <a:pt x="18535" y="49554"/>
                  </a:cubicBezTo>
                  <a:cubicBezTo>
                    <a:pt x="17964" y="49645"/>
                    <a:pt x="17416" y="49622"/>
                    <a:pt x="16845" y="49554"/>
                  </a:cubicBezTo>
                  <a:cubicBezTo>
                    <a:pt x="16366" y="49485"/>
                    <a:pt x="15887" y="49394"/>
                    <a:pt x="15407" y="49280"/>
                  </a:cubicBezTo>
                  <a:cubicBezTo>
                    <a:pt x="15316" y="49257"/>
                    <a:pt x="15202" y="49234"/>
                    <a:pt x="15088" y="49052"/>
                  </a:cubicBezTo>
                  <a:cubicBezTo>
                    <a:pt x="15476" y="49052"/>
                    <a:pt x="15818" y="49052"/>
                    <a:pt x="16161" y="49074"/>
                  </a:cubicBezTo>
                  <a:cubicBezTo>
                    <a:pt x="16982" y="49074"/>
                    <a:pt x="17804" y="49052"/>
                    <a:pt x="18603" y="48846"/>
                  </a:cubicBezTo>
                  <a:cubicBezTo>
                    <a:pt x="19516" y="48595"/>
                    <a:pt x="20452" y="48367"/>
                    <a:pt x="21365" y="48024"/>
                  </a:cubicBezTo>
                  <a:cubicBezTo>
                    <a:pt x="22780" y="47522"/>
                    <a:pt x="23853" y="46564"/>
                    <a:pt x="24743" y="45377"/>
                  </a:cubicBezTo>
                  <a:cubicBezTo>
                    <a:pt x="25770" y="44007"/>
                    <a:pt x="26272" y="42432"/>
                    <a:pt x="26501" y="40766"/>
                  </a:cubicBezTo>
                  <a:cubicBezTo>
                    <a:pt x="26660" y="39693"/>
                    <a:pt x="26729" y="38620"/>
                    <a:pt x="26706" y="37548"/>
                  </a:cubicBezTo>
                  <a:cubicBezTo>
                    <a:pt x="26706" y="37434"/>
                    <a:pt x="26683" y="37297"/>
                    <a:pt x="26729" y="37182"/>
                  </a:cubicBezTo>
                  <a:cubicBezTo>
                    <a:pt x="26911" y="36772"/>
                    <a:pt x="26683" y="36520"/>
                    <a:pt x="26409" y="36247"/>
                  </a:cubicBezTo>
                  <a:cubicBezTo>
                    <a:pt x="26204" y="36018"/>
                    <a:pt x="26021" y="35767"/>
                    <a:pt x="25839" y="35516"/>
                  </a:cubicBezTo>
                  <a:cubicBezTo>
                    <a:pt x="25702" y="35311"/>
                    <a:pt x="25565" y="35288"/>
                    <a:pt x="25336" y="35379"/>
                  </a:cubicBezTo>
                  <a:cubicBezTo>
                    <a:pt x="23328" y="36178"/>
                    <a:pt x="21274" y="36840"/>
                    <a:pt x="19196" y="37411"/>
                  </a:cubicBezTo>
                  <a:cubicBezTo>
                    <a:pt x="17941" y="37730"/>
                    <a:pt x="16640" y="37936"/>
                    <a:pt x="15385" y="38255"/>
                  </a:cubicBezTo>
                  <a:cubicBezTo>
                    <a:pt x="14426" y="38483"/>
                    <a:pt x="13513" y="38803"/>
                    <a:pt x="12531" y="38940"/>
                  </a:cubicBezTo>
                  <a:cubicBezTo>
                    <a:pt x="12029" y="39008"/>
                    <a:pt x="11527" y="39100"/>
                    <a:pt x="11025" y="39123"/>
                  </a:cubicBezTo>
                  <a:cubicBezTo>
                    <a:pt x="10386" y="39168"/>
                    <a:pt x="9770" y="39237"/>
                    <a:pt x="9131" y="39305"/>
                  </a:cubicBezTo>
                  <a:cubicBezTo>
                    <a:pt x="9039" y="39328"/>
                    <a:pt x="8925" y="39328"/>
                    <a:pt x="8811" y="39328"/>
                  </a:cubicBezTo>
                  <a:cubicBezTo>
                    <a:pt x="8126" y="39351"/>
                    <a:pt x="7441" y="39237"/>
                    <a:pt x="6757" y="39145"/>
                  </a:cubicBezTo>
                  <a:cubicBezTo>
                    <a:pt x="6460" y="39100"/>
                    <a:pt x="6140" y="39123"/>
                    <a:pt x="5844" y="39123"/>
                  </a:cubicBezTo>
                  <a:cubicBezTo>
                    <a:pt x="5547" y="39123"/>
                    <a:pt x="5273" y="39054"/>
                    <a:pt x="4999" y="38871"/>
                  </a:cubicBezTo>
                  <a:cubicBezTo>
                    <a:pt x="5342" y="38735"/>
                    <a:pt x="5638" y="38666"/>
                    <a:pt x="5935" y="38689"/>
                  </a:cubicBezTo>
                  <a:cubicBezTo>
                    <a:pt x="6528" y="38689"/>
                    <a:pt x="7145" y="38666"/>
                    <a:pt x="7738" y="38689"/>
                  </a:cubicBezTo>
                  <a:cubicBezTo>
                    <a:pt x="8514" y="38712"/>
                    <a:pt x="9290" y="38575"/>
                    <a:pt x="10066" y="38483"/>
                  </a:cubicBezTo>
                  <a:cubicBezTo>
                    <a:pt x="11071" y="38369"/>
                    <a:pt x="12075" y="38232"/>
                    <a:pt x="13056" y="38027"/>
                  </a:cubicBezTo>
                  <a:cubicBezTo>
                    <a:pt x="13855" y="37867"/>
                    <a:pt x="14631" y="37548"/>
                    <a:pt x="15430" y="37365"/>
                  </a:cubicBezTo>
                  <a:cubicBezTo>
                    <a:pt x="16686" y="37091"/>
                    <a:pt x="17964" y="36817"/>
                    <a:pt x="19219" y="36498"/>
                  </a:cubicBezTo>
                  <a:cubicBezTo>
                    <a:pt x="19995" y="36292"/>
                    <a:pt x="20749" y="36041"/>
                    <a:pt x="21502" y="35790"/>
                  </a:cubicBezTo>
                  <a:cubicBezTo>
                    <a:pt x="22460" y="35425"/>
                    <a:pt x="23442" y="35151"/>
                    <a:pt x="24423" y="34854"/>
                  </a:cubicBezTo>
                  <a:cubicBezTo>
                    <a:pt x="24515" y="34831"/>
                    <a:pt x="24629" y="34809"/>
                    <a:pt x="24720" y="34763"/>
                  </a:cubicBezTo>
                  <a:cubicBezTo>
                    <a:pt x="25063" y="34649"/>
                    <a:pt x="25085" y="34603"/>
                    <a:pt x="24903" y="34306"/>
                  </a:cubicBezTo>
                  <a:cubicBezTo>
                    <a:pt x="24378" y="33553"/>
                    <a:pt x="23876" y="32800"/>
                    <a:pt x="23328" y="32092"/>
                  </a:cubicBezTo>
                  <a:cubicBezTo>
                    <a:pt x="22620" y="31179"/>
                    <a:pt x="22027" y="30221"/>
                    <a:pt x="21388" y="29262"/>
                  </a:cubicBezTo>
                  <a:cubicBezTo>
                    <a:pt x="20612" y="28075"/>
                    <a:pt x="19927" y="26843"/>
                    <a:pt x="19128" y="25656"/>
                  </a:cubicBezTo>
                  <a:cubicBezTo>
                    <a:pt x="18968" y="25450"/>
                    <a:pt x="18831" y="25290"/>
                    <a:pt x="18557" y="25359"/>
                  </a:cubicBezTo>
                  <a:cubicBezTo>
                    <a:pt x="18078" y="25473"/>
                    <a:pt x="17599" y="25336"/>
                    <a:pt x="17119" y="25336"/>
                  </a:cubicBezTo>
                  <a:cubicBezTo>
                    <a:pt x="15476" y="25359"/>
                    <a:pt x="13833" y="25427"/>
                    <a:pt x="12189" y="25336"/>
                  </a:cubicBezTo>
                  <a:cubicBezTo>
                    <a:pt x="10135" y="25222"/>
                    <a:pt x="8081" y="25313"/>
                    <a:pt x="6026" y="25222"/>
                  </a:cubicBezTo>
                  <a:cubicBezTo>
                    <a:pt x="5205" y="25176"/>
                    <a:pt x="4360" y="25199"/>
                    <a:pt x="3538" y="25108"/>
                  </a:cubicBezTo>
                  <a:cubicBezTo>
                    <a:pt x="2991" y="25062"/>
                    <a:pt x="2443" y="25017"/>
                    <a:pt x="1895" y="25017"/>
                  </a:cubicBezTo>
                  <a:cubicBezTo>
                    <a:pt x="1804" y="25017"/>
                    <a:pt x="1667" y="25039"/>
                    <a:pt x="1644" y="24902"/>
                  </a:cubicBezTo>
                  <a:cubicBezTo>
                    <a:pt x="1621" y="24788"/>
                    <a:pt x="1712" y="24720"/>
                    <a:pt x="1804" y="24651"/>
                  </a:cubicBezTo>
                  <a:cubicBezTo>
                    <a:pt x="1963" y="24537"/>
                    <a:pt x="2123" y="24469"/>
                    <a:pt x="2306" y="24469"/>
                  </a:cubicBezTo>
                  <a:cubicBezTo>
                    <a:pt x="3333" y="24560"/>
                    <a:pt x="4337" y="24332"/>
                    <a:pt x="5364" y="24355"/>
                  </a:cubicBezTo>
                  <a:cubicBezTo>
                    <a:pt x="5867" y="24377"/>
                    <a:pt x="6369" y="24537"/>
                    <a:pt x="6871" y="24469"/>
                  </a:cubicBezTo>
                  <a:cubicBezTo>
                    <a:pt x="8423" y="24309"/>
                    <a:pt x="9975" y="24309"/>
                    <a:pt x="11504" y="24377"/>
                  </a:cubicBezTo>
                  <a:cubicBezTo>
                    <a:pt x="12646" y="24423"/>
                    <a:pt x="13787" y="24514"/>
                    <a:pt x="14928" y="24469"/>
                  </a:cubicBezTo>
                  <a:cubicBezTo>
                    <a:pt x="15910" y="24423"/>
                    <a:pt x="16891" y="24492"/>
                    <a:pt x="17873" y="24469"/>
                  </a:cubicBezTo>
                  <a:cubicBezTo>
                    <a:pt x="17987" y="24469"/>
                    <a:pt x="18124" y="24514"/>
                    <a:pt x="18238" y="24400"/>
                  </a:cubicBezTo>
                  <a:cubicBezTo>
                    <a:pt x="18306" y="24263"/>
                    <a:pt x="18169" y="24172"/>
                    <a:pt x="18101" y="24081"/>
                  </a:cubicBezTo>
                  <a:cubicBezTo>
                    <a:pt x="16914" y="22049"/>
                    <a:pt x="15773" y="19972"/>
                    <a:pt x="14517" y="17964"/>
                  </a:cubicBezTo>
                  <a:cubicBezTo>
                    <a:pt x="13581" y="16411"/>
                    <a:pt x="12668" y="14859"/>
                    <a:pt x="11687" y="13330"/>
                  </a:cubicBezTo>
                  <a:cubicBezTo>
                    <a:pt x="11550" y="13102"/>
                    <a:pt x="11367" y="12965"/>
                    <a:pt x="11139" y="12942"/>
                  </a:cubicBezTo>
                  <a:cubicBezTo>
                    <a:pt x="10477" y="12805"/>
                    <a:pt x="9815" y="12622"/>
                    <a:pt x="9131" y="12554"/>
                  </a:cubicBezTo>
                  <a:cubicBezTo>
                    <a:pt x="8149" y="12440"/>
                    <a:pt x="7190" y="12212"/>
                    <a:pt x="6255" y="12006"/>
                  </a:cubicBezTo>
                  <a:cubicBezTo>
                    <a:pt x="5410" y="11801"/>
                    <a:pt x="4588" y="11664"/>
                    <a:pt x="3744" y="11572"/>
                  </a:cubicBezTo>
                  <a:cubicBezTo>
                    <a:pt x="2876" y="11481"/>
                    <a:pt x="2032" y="11230"/>
                    <a:pt x="1187" y="11025"/>
                  </a:cubicBezTo>
                  <a:cubicBezTo>
                    <a:pt x="1096" y="11002"/>
                    <a:pt x="1005" y="10979"/>
                    <a:pt x="1005" y="10865"/>
                  </a:cubicBezTo>
                  <a:cubicBezTo>
                    <a:pt x="982" y="10774"/>
                    <a:pt x="1073" y="10705"/>
                    <a:pt x="1142" y="10659"/>
                  </a:cubicBezTo>
                  <a:cubicBezTo>
                    <a:pt x="1461" y="10523"/>
                    <a:pt x="1804" y="10568"/>
                    <a:pt x="2123" y="10614"/>
                  </a:cubicBezTo>
                  <a:cubicBezTo>
                    <a:pt x="2762" y="10728"/>
                    <a:pt x="3401" y="10796"/>
                    <a:pt x="4063" y="10819"/>
                  </a:cubicBezTo>
                  <a:cubicBezTo>
                    <a:pt x="4885" y="10865"/>
                    <a:pt x="5707" y="10979"/>
                    <a:pt x="6528" y="11162"/>
                  </a:cubicBezTo>
                  <a:cubicBezTo>
                    <a:pt x="7578" y="11413"/>
                    <a:pt x="8628" y="11572"/>
                    <a:pt x="9678" y="11687"/>
                  </a:cubicBezTo>
                  <a:cubicBezTo>
                    <a:pt x="9998" y="11732"/>
                    <a:pt x="10317" y="11824"/>
                    <a:pt x="10774" y="11915"/>
                  </a:cubicBezTo>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6" name="Google Shape;2006;p50"/>
          <p:cNvSpPr/>
          <p:nvPr/>
        </p:nvSpPr>
        <p:spPr>
          <a:xfrm rot="5161594">
            <a:off x="389087" y="4336287"/>
            <a:ext cx="1047798" cy="1285446"/>
          </a:xfrm>
          <a:custGeom>
            <a:rect b="b" l="l" r="r" t="t"/>
            <a:pathLst>
              <a:path extrusionOk="0" h="50827" w="41430">
                <a:moveTo>
                  <a:pt x="6818" y="0"/>
                </a:moveTo>
                <a:cubicBezTo>
                  <a:pt x="6817" y="0"/>
                  <a:pt x="3058" y="6843"/>
                  <a:pt x="7996" y="16943"/>
                </a:cubicBezTo>
                <a:cubicBezTo>
                  <a:pt x="12933" y="27043"/>
                  <a:pt x="19349" y="36492"/>
                  <a:pt x="19349" y="36492"/>
                </a:cubicBezTo>
                <a:lnTo>
                  <a:pt x="0" y="20401"/>
                </a:lnTo>
                <a:lnTo>
                  <a:pt x="0" y="20401"/>
                </a:lnTo>
                <a:lnTo>
                  <a:pt x="3685" y="28747"/>
                </a:lnTo>
                <a:cubicBezTo>
                  <a:pt x="7394" y="37068"/>
                  <a:pt x="22331" y="44010"/>
                  <a:pt x="22331" y="44010"/>
                </a:cubicBezTo>
                <a:lnTo>
                  <a:pt x="2407" y="39148"/>
                </a:lnTo>
                <a:lnTo>
                  <a:pt x="2407" y="39148"/>
                </a:lnTo>
                <a:cubicBezTo>
                  <a:pt x="2407" y="39148"/>
                  <a:pt x="14085" y="50826"/>
                  <a:pt x="25170" y="50826"/>
                </a:cubicBezTo>
                <a:cubicBezTo>
                  <a:pt x="26841" y="50826"/>
                  <a:pt x="28499" y="50561"/>
                  <a:pt x="30101" y="49950"/>
                </a:cubicBezTo>
                <a:cubicBezTo>
                  <a:pt x="41429" y="45640"/>
                  <a:pt x="40076" y="20427"/>
                  <a:pt x="40076" y="20426"/>
                </a:cubicBezTo>
                <a:lnTo>
                  <a:pt x="40076" y="20426"/>
                </a:lnTo>
                <a:cubicBezTo>
                  <a:pt x="36868" y="33334"/>
                  <a:pt x="33835" y="40351"/>
                  <a:pt x="33835" y="40351"/>
                </a:cubicBezTo>
                <a:cubicBezTo>
                  <a:pt x="36442" y="33108"/>
                  <a:pt x="30627" y="13384"/>
                  <a:pt x="30627" y="13384"/>
                </a:cubicBezTo>
                <a:cubicBezTo>
                  <a:pt x="25856" y="18753"/>
                  <a:pt x="27591" y="30733"/>
                  <a:pt x="28637" y="35944"/>
                </a:cubicBezTo>
                <a:lnTo>
                  <a:pt x="28637" y="35944"/>
                </a:lnTo>
                <a:lnTo>
                  <a:pt x="27545" y="31078"/>
                </a:lnTo>
                <a:cubicBezTo>
                  <a:pt x="25890" y="23710"/>
                  <a:pt x="14286" y="2206"/>
                  <a:pt x="14286" y="2206"/>
                </a:cubicBezTo>
                <a:lnTo>
                  <a:pt x="13459" y="6742"/>
                </a:lnTo>
                <a:cubicBezTo>
                  <a:pt x="12657" y="11303"/>
                  <a:pt x="22657" y="30301"/>
                  <a:pt x="22657" y="30301"/>
                </a:cubicBezTo>
                <a:cubicBezTo>
                  <a:pt x="22657" y="30301"/>
                  <a:pt x="17194" y="22080"/>
                  <a:pt x="12707" y="17469"/>
                </a:cubicBezTo>
                <a:cubicBezTo>
                  <a:pt x="8221" y="12857"/>
                  <a:pt x="6818" y="1"/>
                  <a:pt x="68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7" name="Google Shape;2007;p50"/>
          <p:cNvGrpSpPr/>
          <p:nvPr/>
        </p:nvGrpSpPr>
        <p:grpSpPr>
          <a:xfrm rot="-902373">
            <a:off x="8154383" y="148975"/>
            <a:ext cx="1238180" cy="780851"/>
            <a:chOff x="1466300" y="741525"/>
            <a:chExt cx="1451175" cy="915175"/>
          </a:xfrm>
        </p:grpSpPr>
        <p:sp>
          <p:nvSpPr>
            <p:cNvPr id="2008" name="Google Shape;2008;p50"/>
            <p:cNvSpPr/>
            <p:nvPr/>
          </p:nvSpPr>
          <p:spPr>
            <a:xfrm>
              <a:off x="1466300" y="741525"/>
              <a:ext cx="1451175" cy="915175"/>
            </a:xfrm>
            <a:custGeom>
              <a:rect b="b" l="l" r="r" t="t"/>
              <a:pathLst>
                <a:path extrusionOk="0" h="36607" w="58047">
                  <a:moveTo>
                    <a:pt x="40728" y="21142"/>
                  </a:moveTo>
                  <a:cubicBezTo>
                    <a:pt x="40552" y="21268"/>
                    <a:pt x="40402" y="21368"/>
                    <a:pt x="40226" y="21493"/>
                  </a:cubicBezTo>
                  <a:cubicBezTo>
                    <a:pt x="39951" y="21594"/>
                    <a:pt x="39700" y="21719"/>
                    <a:pt x="39424" y="21869"/>
                  </a:cubicBezTo>
                  <a:lnTo>
                    <a:pt x="39374" y="21869"/>
                  </a:lnTo>
                  <a:cubicBezTo>
                    <a:pt x="39500" y="21794"/>
                    <a:pt x="39600" y="21694"/>
                    <a:pt x="39700" y="21619"/>
                  </a:cubicBezTo>
                  <a:cubicBezTo>
                    <a:pt x="40026" y="21468"/>
                    <a:pt x="40352" y="21293"/>
                    <a:pt x="40703" y="21142"/>
                  </a:cubicBezTo>
                  <a:close/>
                  <a:moveTo>
                    <a:pt x="25189" y="32471"/>
                  </a:moveTo>
                  <a:lnTo>
                    <a:pt x="25189" y="32471"/>
                  </a:lnTo>
                  <a:cubicBezTo>
                    <a:pt x="25515" y="32496"/>
                    <a:pt x="25840" y="32521"/>
                    <a:pt x="26166" y="32521"/>
                  </a:cubicBezTo>
                  <a:cubicBezTo>
                    <a:pt x="26066" y="32571"/>
                    <a:pt x="25991" y="32621"/>
                    <a:pt x="25890" y="32671"/>
                  </a:cubicBezTo>
                  <a:cubicBezTo>
                    <a:pt x="25665" y="32596"/>
                    <a:pt x="25439" y="32546"/>
                    <a:pt x="25189" y="32471"/>
                  </a:cubicBezTo>
                  <a:close/>
                  <a:moveTo>
                    <a:pt x="36367" y="32095"/>
                  </a:moveTo>
                  <a:lnTo>
                    <a:pt x="36367" y="32095"/>
                  </a:lnTo>
                  <a:cubicBezTo>
                    <a:pt x="33058" y="33799"/>
                    <a:pt x="29399" y="34802"/>
                    <a:pt x="25690" y="35052"/>
                  </a:cubicBezTo>
                  <a:cubicBezTo>
                    <a:pt x="25690" y="35027"/>
                    <a:pt x="25690" y="35027"/>
                    <a:pt x="25690" y="35002"/>
                  </a:cubicBezTo>
                  <a:cubicBezTo>
                    <a:pt x="29399" y="34726"/>
                    <a:pt x="32983" y="33749"/>
                    <a:pt x="36367" y="32095"/>
                  </a:cubicBezTo>
                  <a:close/>
                  <a:moveTo>
                    <a:pt x="52671" y="0"/>
                  </a:moveTo>
                  <a:cubicBezTo>
                    <a:pt x="52454" y="0"/>
                    <a:pt x="52248" y="115"/>
                    <a:pt x="52131" y="390"/>
                  </a:cubicBezTo>
                  <a:cubicBezTo>
                    <a:pt x="48372" y="9238"/>
                    <a:pt x="40552" y="15303"/>
                    <a:pt x="31881" y="18937"/>
                  </a:cubicBezTo>
                  <a:cubicBezTo>
                    <a:pt x="27269" y="20867"/>
                    <a:pt x="22407" y="22295"/>
                    <a:pt x="17494" y="23198"/>
                  </a:cubicBezTo>
                  <a:cubicBezTo>
                    <a:pt x="14941" y="23679"/>
                    <a:pt x="12341" y="23976"/>
                    <a:pt x="9739" y="23976"/>
                  </a:cubicBezTo>
                  <a:cubicBezTo>
                    <a:pt x="9634" y="23976"/>
                    <a:pt x="9529" y="23975"/>
                    <a:pt x="9424" y="23975"/>
                  </a:cubicBezTo>
                  <a:cubicBezTo>
                    <a:pt x="6692" y="23949"/>
                    <a:pt x="4136" y="23373"/>
                    <a:pt x="1479" y="22897"/>
                  </a:cubicBezTo>
                  <a:cubicBezTo>
                    <a:pt x="1441" y="22886"/>
                    <a:pt x="1402" y="22881"/>
                    <a:pt x="1364" y="22881"/>
                  </a:cubicBezTo>
                  <a:cubicBezTo>
                    <a:pt x="1228" y="22881"/>
                    <a:pt x="1095" y="22944"/>
                    <a:pt x="978" y="23022"/>
                  </a:cubicBezTo>
                  <a:cubicBezTo>
                    <a:pt x="957" y="23020"/>
                    <a:pt x="937" y="23019"/>
                    <a:pt x="916" y="23019"/>
                  </a:cubicBezTo>
                  <a:cubicBezTo>
                    <a:pt x="683" y="23019"/>
                    <a:pt x="446" y="23149"/>
                    <a:pt x="377" y="23448"/>
                  </a:cubicBezTo>
                  <a:cubicBezTo>
                    <a:pt x="1" y="25704"/>
                    <a:pt x="1254" y="27508"/>
                    <a:pt x="2958" y="28837"/>
                  </a:cubicBezTo>
                  <a:cubicBezTo>
                    <a:pt x="5139" y="30516"/>
                    <a:pt x="7720" y="31919"/>
                    <a:pt x="10151" y="33198"/>
                  </a:cubicBezTo>
                  <a:cubicBezTo>
                    <a:pt x="14421" y="35409"/>
                    <a:pt x="19130" y="36607"/>
                    <a:pt x="23912" y="36607"/>
                  </a:cubicBezTo>
                  <a:cubicBezTo>
                    <a:pt x="24604" y="36607"/>
                    <a:pt x="25297" y="36582"/>
                    <a:pt x="25991" y="36531"/>
                  </a:cubicBezTo>
                  <a:cubicBezTo>
                    <a:pt x="36091" y="35754"/>
                    <a:pt x="45189" y="29639"/>
                    <a:pt x="49725" y="20591"/>
                  </a:cubicBezTo>
                  <a:cubicBezTo>
                    <a:pt x="51104" y="17834"/>
                    <a:pt x="51730" y="14902"/>
                    <a:pt x="52683" y="11995"/>
                  </a:cubicBezTo>
                  <a:cubicBezTo>
                    <a:pt x="53760" y="8661"/>
                    <a:pt x="55740" y="5754"/>
                    <a:pt x="57720" y="2897"/>
                  </a:cubicBezTo>
                  <a:cubicBezTo>
                    <a:pt x="58046" y="2395"/>
                    <a:pt x="57595" y="1819"/>
                    <a:pt x="57069" y="1794"/>
                  </a:cubicBezTo>
                  <a:cubicBezTo>
                    <a:pt x="55841" y="1694"/>
                    <a:pt x="54788" y="1318"/>
                    <a:pt x="53760" y="641"/>
                  </a:cubicBezTo>
                  <a:cubicBezTo>
                    <a:pt x="53635" y="566"/>
                    <a:pt x="53535" y="541"/>
                    <a:pt x="53409" y="516"/>
                  </a:cubicBezTo>
                  <a:cubicBezTo>
                    <a:pt x="53279" y="212"/>
                    <a:pt x="52966" y="0"/>
                    <a:pt x="526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50"/>
            <p:cNvSpPr/>
            <p:nvPr/>
          </p:nvSpPr>
          <p:spPr>
            <a:xfrm>
              <a:off x="1628275" y="1066500"/>
              <a:ext cx="1093800" cy="426450"/>
            </a:xfrm>
            <a:custGeom>
              <a:rect b="b" l="l" r="r" t="t"/>
              <a:pathLst>
                <a:path extrusionOk="0" h="17058" w="43752">
                  <a:moveTo>
                    <a:pt x="43451" y="0"/>
                  </a:moveTo>
                  <a:cubicBezTo>
                    <a:pt x="43384" y="0"/>
                    <a:pt x="43317" y="29"/>
                    <a:pt x="43271" y="98"/>
                  </a:cubicBezTo>
                  <a:cubicBezTo>
                    <a:pt x="39036" y="6665"/>
                    <a:pt x="32920" y="11828"/>
                    <a:pt x="25552" y="14534"/>
                  </a:cubicBezTo>
                  <a:cubicBezTo>
                    <a:pt x="21744" y="15929"/>
                    <a:pt x="17732" y="16606"/>
                    <a:pt x="13716" y="16606"/>
                  </a:cubicBezTo>
                  <a:cubicBezTo>
                    <a:pt x="9142" y="16606"/>
                    <a:pt x="4561" y="15728"/>
                    <a:pt x="264" y="14033"/>
                  </a:cubicBezTo>
                  <a:cubicBezTo>
                    <a:pt x="251" y="14029"/>
                    <a:pt x="239" y="14027"/>
                    <a:pt x="227" y="14027"/>
                  </a:cubicBezTo>
                  <a:cubicBezTo>
                    <a:pt x="94" y="14027"/>
                    <a:pt x="0" y="14265"/>
                    <a:pt x="138" y="14334"/>
                  </a:cubicBezTo>
                  <a:cubicBezTo>
                    <a:pt x="4480" y="16176"/>
                    <a:pt x="9073" y="17057"/>
                    <a:pt x="13634" y="17057"/>
                  </a:cubicBezTo>
                  <a:cubicBezTo>
                    <a:pt x="25581" y="17057"/>
                    <a:pt x="37299" y="11008"/>
                    <a:pt x="43647" y="324"/>
                  </a:cubicBezTo>
                  <a:cubicBezTo>
                    <a:pt x="43752" y="150"/>
                    <a:pt x="43602" y="0"/>
                    <a:pt x="434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0" name="Google Shape;2010;p50"/>
          <p:cNvGrpSpPr/>
          <p:nvPr/>
        </p:nvGrpSpPr>
        <p:grpSpPr>
          <a:xfrm rot="3921822">
            <a:off x="8300686" y="1581741"/>
            <a:ext cx="1164047" cy="964509"/>
            <a:chOff x="1338850" y="820050"/>
            <a:chExt cx="1484825" cy="1230300"/>
          </a:xfrm>
        </p:grpSpPr>
        <p:sp>
          <p:nvSpPr>
            <p:cNvPr id="2011" name="Google Shape;2011;p50"/>
            <p:cNvSpPr/>
            <p:nvPr/>
          </p:nvSpPr>
          <p:spPr>
            <a:xfrm>
              <a:off x="1338850" y="820050"/>
              <a:ext cx="1359275" cy="1106475"/>
            </a:xfrm>
            <a:custGeom>
              <a:rect b="b" l="l" r="r" t="t"/>
              <a:pathLst>
                <a:path extrusionOk="0" h="44259" w="54371">
                  <a:moveTo>
                    <a:pt x="21662" y="0"/>
                  </a:moveTo>
                  <a:cubicBezTo>
                    <a:pt x="21365" y="229"/>
                    <a:pt x="21000" y="274"/>
                    <a:pt x="20658" y="388"/>
                  </a:cubicBezTo>
                  <a:cubicBezTo>
                    <a:pt x="19197" y="845"/>
                    <a:pt x="17713" y="1301"/>
                    <a:pt x="16230" y="1758"/>
                  </a:cubicBezTo>
                  <a:cubicBezTo>
                    <a:pt x="14267" y="2351"/>
                    <a:pt x="12304" y="2922"/>
                    <a:pt x="10363" y="3538"/>
                  </a:cubicBezTo>
                  <a:cubicBezTo>
                    <a:pt x="8697" y="4040"/>
                    <a:pt x="7054" y="4497"/>
                    <a:pt x="5410" y="5068"/>
                  </a:cubicBezTo>
                  <a:cubicBezTo>
                    <a:pt x="4908" y="5250"/>
                    <a:pt x="4406" y="5456"/>
                    <a:pt x="3904" y="5661"/>
                  </a:cubicBezTo>
                  <a:cubicBezTo>
                    <a:pt x="3813" y="5707"/>
                    <a:pt x="3721" y="5729"/>
                    <a:pt x="3653" y="5775"/>
                  </a:cubicBezTo>
                  <a:cubicBezTo>
                    <a:pt x="3493" y="5889"/>
                    <a:pt x="3219" y="6003"/>
                    <a:pt x="3288" y="6209"/>
                  </a:cubicBezTo>
                  <a:cubicBezTo>
                    <a:pt x="3379" y="6483"/>
                    <a:pt x="3630" y="6254"/>
                    <a:pt x="3813" y="6232"/>
                  </a:cubicBezTo>
                  <a:cubicBezTo>
                    <a:pt x="4999" y="6026"/>
                    <a:pt x="6186" y="5729"/>
                    <a:pt x="7350" y="5456"/>
                  </a:cubicBezTo>
                  <a:cubicBezTo>
                    <a:pt x="9359" y="4999"/>
                    <a:pt x="11345" y="4565"/>
                    <a:pt x="13331" y="4040"/>
                  </a:cubicBezTo>
                  <a:cubicBezTo>
                    <a:pt x="15157" y="3561"/>
                    <a:pt x="17006" y="3036"/>
                    <a:pt x="18832" y="2534"/>
                  </a:cubicBezTo>
                  <a:cubicBezTo>
                    <a:pt x="20977" y="1940"/>
                    <a:pt x="23123" y="1370"/>
                    <a:pt x="25291" y="776"/>
                  </a:cubicBezTo>
                  <a:cubicBezTo>
                    <a:pt x="25360" y="754"/>
                    <a:pt x="25428" y="776"/>
                    <a:pt x="25542" y="776"/>
                  </a:cubicBezTo>
                  <a:cubicBezTo>
                    <a:pt x="25337" y="1187"/>
                    <a:pt x="24949" y="1347"/>
                    <a:pt x="24675" y="1598"/>
                  </a:cubicBezTo>
                  <a:cubicBezTo>
                    <a:pt x="23922" y="2214"/>
                    <a:pt x="23168" y="2808"/>
                    <a:pt x="22438" y="3424"/>
                  </a:cubicBezTo>
                  <a:cubicBezTo>
                    <a:pt x="21571" y="4177"/>
                    <a:pt x="20658" y="4908"/>
                    <a:pt x="19790" y="5661"/>
                  </a:cubicBezTo>
                  <a:cubicBezTo>
                    <a:pt x="19105" y="6254"/>
                    <a:pt x="18444" y="6871"/>
                    <a:pt x="17736" y="7464"/>
                  </a:cubicBezTo>
                  <a:cubicBezTo>
                    <a:pt x="17143" y="7989"/>
                    <a:pt x="16526" y="8491"/>
                    <a:pt x="15910" y="8993"/>
                  </a:cubicBezTo>
                  <a:cubicBezTo>
                    <a:pt x="15316" y="9496"/>
                    <a:pt x="14746" y="10021"/>
                    <a:pt x="14130" y="10523"/>
                  </a:cubicBezTo>
                  <a:cubicBezTo>
                    <a:pt x="13171" y="11322"/>
                    <a:pt x="12212" y="12121"/>
                    <a:pt x="11254" y="12919"/>
                  </a:cubicBezTo>
                  <a:cubicBezTo>
                    <a:pt x="10226" y="13787"/>
                    <a:pt x="9131" y="14563"/>
                    <a:pt x="8127" y="15453"/>
                  </a:cubicBezTo>
                  <a:cubicBezTo>
                    <a:pt x="7350" y="16138"/>
                    <a:pt x="6506" y="16731"/>
                    <a:pt x="5776" y="17462"/>
                  </a:cubicBezTo>
                  <a:cubicBezTo>
                    <a:pt x="5661" y="17576"/>
                    <a:pt x="5547" y="17713"/>
                    <a:pt x="5433" y="17827"/>
                  </a:cubicBezTo>
                  <a:cubicBezTo>
                    <a:pt x="5639" y="17987"/>
                    <a:pt x="5776" y="17873"/>
                    <a:pt x="5935" y="17804"/>
                  </a:cubicBezTo>
                  <a:cubicBezTo>
                    <a:pt x="6597" y="17507"/>
                    <a:pt x="7236" y="17119"/>
                    <a:pt x="7807" y="16708"/>
                  </a:cubicBezTo>
                  <a:cubicBezTo>
                    <a:pt x="8880" y="15910"/>
                    <a:pt x="9998" y="15225"/>
                    <a:pt x="11094" y="14472"/>
                  </a:cubicBezTo>
                  <a:cubicBezTo>
                    <a:pt x="12646" y="13422"/>
                    <a:pt x="14152" y="12303"/>
                    <a:pt x="15613" y="11139"/>
                  </a:cubicBezTo>
                  <a:cubicBezTo>
                    <a:pt x="16777" y="10203"/>
                    <a:pt x="17964" y="9290"/>
                    <a:pt x="19151" y="8354"/>
                  </a:cubicBezTo>
                  <a:cubicBezTo>
                    <a:pt x="19950" y="7692"/>
                    <a:pt x="20703" y="7008"/>
                    <a:pt x="21502" y="6346"/>
                  </a:cubicBezTo>
                  <a:cubicBezTo>
                    <a:pt x="22347" y="5638"/>
                    <a:pt x="23191" y="4931"/>
                    <a:pt x="24059" y="4223"/>
                  </a:cubicBezTo>
                  <a:cubicBezTo>
                    <a:pt x="25177" y="3333"/>
                    <a:pt x="26318" y="2465"/>
                    <a:pt x="27437" y="1598"/>
                  </a:cubicBezTo>
                  <a:cubicBezTo>
                    <a:pt x="27939" y="1210"/>
                    <a:pt x="28418" y="776"/>
                    <a:pt x="29034" y="411"/>
                  </a:cubicBezTo>
                  <a:cubicBezTo>
                    <a:pt x="28943" y="913"/>
                    <a:pt x="28646" y="1256"/>
                    <a:pt x="28441" y="1621"/>
                  </a:cubicBezTo>
                  <a:cubicBezTo>
                    <a:pt x="27802" y="2762"/>
                    <a:pt x="27186" y="3903"/>
                    <a:pt x="26478" y="4999"/>
                  </a:cubicBezTo>
                  <a:cubicBezTo>
                    <a:pt x="25748" y="6163"/>
                    <a:pt x="25017" y="7304"/>
                    <a:pt x="24287" y="8469"/>
                  </a:cubicBezTo>
                  <a:cubicBezTo>
                    <a:pt x="23054" y="10431"/>
                    <a:pt x="21776" y="12394"/>
                    <a:pt x="20566" y="14403"/>
                  </a:cubicBezTo>
                  <a:cubicBezTo>
                    <a:pt x="19630" y="15955"/>
                    <a:pt x="18672" y="17507"/>
                    <a:pt x="17736" y="19059"/>
                  </a:cubicBezTo>
                  <a:cubicBezTo>
                    <a:pt x="17120" y="20087"/>
                    <a:pt x="16549" y="21137"/>
                    <a:pt x="15978" y="22186"/>
                  </a:cubicBezTo>
                  <a:cubicBezTo>
                    <a:pt x="15065" y="23944"/>
                    <a:pt x="14107" y="25679"/>
                    <a:pt x="13148" y="27413"/>
                  </a:cubicBezTo>
                  <a:cubicBezTo>
                    <a:pt x="12463" y="28669"/>
                    <a:pt x="11847" y="29947"/>
                    <a:pt x="11208" y="31202"/>
                  </a:cubicBezTo>
                  <a:cubicBezTo>
                    <a:pt x="11162" y="31248"/>
                    <a:pt x="11139" y="31294"/>
                    <a:pt x="11139" y="31339"/>
                  </a:cubicBezTo>
                  <a:cubicBezTo>
                    <a:pt x="11094" y="31408"/>
                    <a:pt x="11071" y="31499"/>
                    <a:pt x="11162" y="31545"/>
                  </a:cubicBezTo>
                  <a:cubicBezTo>
                    <a:pt x="11208" y="31591"/>
                    <a:pt x="11299" y="31591"/>
                    <a:pt x="11345" y="31522"/>
                  </a:cubicBezTo>
                  <a:cubicBezTo>
                    <a:pt x="11550" y="31362"/>
                    <a:pt x="11756" y="31202"/>
                    <a:pt x="11893" y="30997"/>
                  </a:cubicBezTo>
                  <a:cubicBezTo>
                    <a:pt x="12349" y="30312"/>
                    <a:pt x="12806" y="29650"/>
                    <a:pt x="13239" y="28966"/>
                  </a:cubicBezTo>
                  <a:cubicBezTo>
                    <a:pt x="14015" y="27733"/>
                    <a:pt x="14792" y="26500"/>
                    <a:pt x="15545" y="25245"/>
                  </a:cubicBezTo>
                  <a:cubicBezTo>
                    <a:pt x="16138" y="24264"/>
                    <a:pt x="16709" y="23282"/>
                    <a:pt x="17279" y="22301"/>
                  </a:cubicBezTo>
                  <a:cubicBezTo>
                    <a:pt x="18170" y="20771"/>
                    <a:pt x="19128" y="19288"/>
                    <a:pt x="20087" y="17827"/>
                  </a:cubicBezTo>
                  <a:cubicBezTo>
                    <a:pt x="22461" y="14175"/>
                    <a:pt x="24835" y="10523"/>
                    <a:pt x="27254" y="6894"/>
                  </a:cubicBezTo>
                  <a:cubicBezTo>
                    <a:pt x="28167" y="5501"/>
                    <a:pt x="29057" y="4086"/>
                    <a:pt x="29811" y="2602"/>
                  </a:cubicBezTo>
                  <a:cubicBezTo>
                    <a:pt x="29902" y="2443"/>
                    <a:pt x="29948" y="2306"/>
                    <a:pt x="30176" y="2260"/>
                  </a:cubicBezTo>
                  <a:cubicBezTo>
                    <a:pt x="30062" y="3059"/>
                    <a:pt x="29811" y="3835"/>
                    <a:pt x="29651" y="4588"/>
                  </a:cubicBezTo>
                  <a:cubicBezTo>
                    <a:pt x="29171" y="6665"/>
                    <a:pt x="28738" y="8742"/>
                    <a:pt x="28213" y="10797"/>
                  </a:cubicBezTo>
                  <a:cubicBezTo>
                    <a:pt x="27619" y="13171"/>
                    <a:pt x="26957" y="15544"/>
                    <a:pt x="26295" y="17918"/>
                  </a:cubicBezTo>
                  <a:cubicBezTo>
                    <a:pt x="25725" y="20018"/>
                    <a:pt x="25200" y="22141"/>
                    <a:pt x="24721" y="24241"/>
                  </a:cubicBezTo>
                  <a:cubicBezTo>
                    <a:pt x="24241" y="26318"/>
                    <a:pt x="23808" y="28372"/>
                    <a:pt x="23374" y="30449"/>
                  </a:cubicBezTo>
                  <a:cubicBezTo>
                    <a:pt x="23168" y="31476"/>
                    <a:pt x="22986" y="32504"/>
                    <a:pt x="22780" y="33553"/>
                  </a:cubicBezTo>
                  <a:cubicBezTo>
                    <a:pt x="22712" y="33942"/>
                    <a:pt x="22689" y="34330"/>
                    <a:pt x="22666" y="34718"/>
                  </a:cubicBezTo>
                  <a:cubicBezTo>
                    <a:pt x="22575" y="35585"/>
                    <a:pt x="22438" y="36452"/>
                    <a:pt x="22347" y="37320"/>
                  </a:cubicBezTo>
                  <a:cubicBezTo>
                    <a:pt x="22278" y="37867"/>
                    <a:pt x="22324" y="38438"/>
                    <a:pt x="22324" y="39009"/>
                  </a:cubicBezTo>
                  <a:cubicBezTo>
                    <a:pt x="22324" y="39100"/>
                    <a:pt x="22347" y="39191"/>
                    <a:pt x="22461" y="39214"/>
                  </a:cubicBezTo>
                  <a:cubicBezTo>
                    <a:pt x="22575" y="39214"/>
                    <a:pt x="22621" y="39146"/>
                    <a:pt x="22643" y="39054"/>
                  </a:cubicBezTo>
                  <a:cubicBezTo>
                    <a:pt x="22826" y="38438"/>
                    <a:pt x="23054" y="37845"/>
                    <a:pt x="23168" y="37206"/>
                  </a:cubicBezTo>
                  <a:cubicBezTo>
                    <a:pt x="23716" y="34352"/>
                    <a:pt x="24355" y="31522"/>
                    <a:pt x="25086" y="28692"/>
                  </a:cubicBezTo>
                  <a:cubicBezTo>
                    <a:pt x="25770" y="25907"/>
                    <a:pt x="26478" y="23145"/>
                    <a:pt x="27277" y="20383"/>
                  </a:cubicBezTo>
                  <a:cubicBezTo>
                    <a:pt x="27916" y="18261"/>
                    <a:pt x="28532" y="16115"/>
                    <a:pt x="29149" y="13969"/>
                  </a:cubicBezTo>
                  <a:cubicBezTo>
                    <a:pt x="29742" y="11915"/>
                    <a:pt x="30313" y="9861"/>
                    <a:pt x="30746" y="7761"/>
                  </a:cubicBezTo>
                  <a:cubicBezTo>
                    <a:pt x="30838" y="7282"/>
                    <a:pt x="30952" y="6802"/>
                    <a:pt x="31066" y="6323"/>
                  </a:cubicBezTo>
                  <a:cubicBezTo>
                    <a:pt x="31112" y="6163"/>
                    <a:pt x="31134" y="5981"/>
                    <a:pt x="31317" y="5775"/>
                  </a:cubicBezTo>
                  <a:cubicBezTo>
                    <a:pt x="31431" y="6346"/>
                    <a:pt x="31522" y="6848"/>
                    <a:pt x="31614" y="7350"/>
                  </a:cubicBezTo>
                  <a:cubicBezTo>
                    <a:pt x="31819" y="8697"/>
                    <a:pt x="32047" y="10021"/>
                    <a:pt x="32253" y="11367"/>
                  </a:cubicBezTo>
                  <a:cubicBezTo>
                    <a:pt x="32413" y="12486"/>
                    <a:pt x="32550" y="13581"/>
                    <a:pt x="32709" y="14700"/>
                  </a:cubicBezTo>
                  <a:cubicBezTo>
                    <a:pt x="32846" y="15636"/>
                    <a:pt x="32983" y="16549"/>
                    <a:pt x="33120" y="17484"/>
                  </a:cubicBezTo>
                  <a:cubicBezTo>
                    <a:pt x="33212" y="18215"/>
                    <a:pt x="33280" y="18968"/>
                    <a:pt x="33348" y="19699"/>
                  </a:cubicBezTo>
                  <a:cubicBezTo>
                    <a:pt x="33463" y="20520"/>
                    <a:pt x="33577" y="21342"/>
                    <a:pt x="33668" y="22164"/>
                  </a:cubicBezTo>
                  <a:cubicBezTo>
                    <a:pt x="33759" y="22940"/>
                    <a:pt x="33805" y="23716"/>
                    <a:pt x="33896" y="24492"/>
                  </a:cubicBezTo>
                  <a:cubicBezTo>
                    <a:pt x="34010" y="25359"/>
                    <a:pt x="34147" y="26204"/>
                    <a:pt x="34284" y="27071"/>
                  </a:cubicBezTo>
                  <a:cubicBezTo>
                    <a:pt x="34421" y="28053"/>
                    <a:pt x="34604" y="29034"/>
                    <a:pt x="34764" y="29993"/>
                  </a:cubicBezTo>
                  <a:cubicBezTo>
                    <a:pt x="34923" y="30860"/>
                    <a:pt x="35106" y="31705"/>
                    <a:pt x="35175" y="32572"/>
                  </a:cubicBezTo>
                  <a:cubicBezTo>
                    <a:pt x="35266" y="33462"/>
                    <a:pt x="35448" y="34330"/>
                    <a:pt x="35563" y="35197"/>
                  </a:cubicBezTo>
                  <a:cubicBezTo>
                    <a:pt x="35722" y="36498"/>
                    <a:pt x="35973" y="37776"/>
                    <a:pt x="36293" y="39032"/>
                  </a:cubicBezTo>
                  <a:cubicBezTo>
                    <a:pt x="36590" y="40264"/>
                    <a:pt x="36818" y="41519"/>
                    <a:pt x="37069" y="42752"/>
                  </a:cubicBezTo>
                  <a:cubicBezTo>
                    <a:pt x="37137" y="43049"/>
                    <a:pt x="37252" y="43346"/>
                    <a:pt x="37434" y="43642"/>
                  </a:cubicBezTo>
                  <a:cubicBezTo>
                    <a:pt x="37434" y="43391"/>
                    <a:pt x="37434" y="43140"/>
                    <a:pt x="37389" y="42889"/>
                  </a:cubicBezTo>
                  <a:cubicBezTo>
                    <a:pt x="37274" y="42090"/>
                    <a:pt x="37274" y="41268"/>
                    <a:pt x="37092" y="40470"/>
                  </a:cubicBezTo>
                  <a:cubicBezTo>
                    <a:pt x="37023" y="40082"/>
                    <a:pt x="37023" y="39716"/>
                    <a:pt x="36978" y="39328"/>
                  </a:cubicBezTo>
                  <a:cubicBezTo>
                    <a:pt x="36909" y="38324"/>
                    <a:pt x="36772" y="37320"/>
                    <a:pt x="36727" y="36293"/>
                  </a:cubicBezTo>
                  <a:cubicBezTo>
                    <a:pt x="36681" y="35243"/>
                    <a:pt x="36590" y="34215"/>
                    <a:pt x="36521" y="33165"/>
                  </a:cubicBezTo>
                  <a:cubicBezTo>
                    <a:pt x="36430" y="32298"/>
                    <a:pt x="36361" y="31431"/>
                    <a:pt x="36293" y="30563"/>
                  </a:cubicBezTo>
                  <a:cubicBezTo>
                    <a:pt x="36247" y="29856"/>
                    <a:pt x="36088" y="29125"/>
                    <a:pt x="35996" y="28418"/>
                  </a:cubicBezTo>
                  <a:cubicBezTo>
                    <a:pt x="35905" y="27710"/>
                    <a:pt x="35836" y="26980"/>
                    <a:pt x="35768" y="26272"/>
                  </a:cubicBezTo>
                  <a:cubicBezTo>
                    <a:pt x="35654" y="25359"/>
                    <a:pt x="35540" y="24469"/>
                    <a:pt x="35448" y="23579"/>
                  </a:cubicBezTo>
                  <a:cubicBezTo>
                    <a:pt x="35403" y="23145"/>
                    <a:pt x="35380" y="22711"/>
                    <a:pt x="35357" y="22278"/>
                  </a:cubicBezTo>
                  <a:cubicBezTo>
                    <a:pt x="35289" y="21388"/>
                    <a:pt x="35175" y="20497"/>
                    <a:pt x="35083" y="19630"/>
                  </a:cubicBezTo>
                  <a:cubicBezTo>
                    <a:pt x="35015" y="18877"/>
                    <a:pt x="34901" y="18124"/>
                    <a:pt x="34809" y="17370"/>
                  </a:cubicBezTo>
                  <a:cubicBezTo>
                    <a:pt x="34741" y="16640"/>
                    <a:pt x="34627" y="15932"/>
                    <a:pt x="34558" y="15225"/>
                  </a:cubicBezTo>
                  <a:cubicBezTo>
                    <a:pt x="34490" y="14586"/>
                    <a:pt x="34376" y="13969"/>
                    <a:pt x="34284" y="13330"/>
                  </a:cubicBezTo>
                  <a:cubicBezTo>
                    <a:pt x="34147" y="12463"/>
                    <a:pt x="34033" y="11596"/>
                    <a:pt x="33896" y="10705"/>
                  </a:cubicBezTo>
                  <a:cubicBezTo>
                    <a:pt x="33782" y="9929"/>
                    <a:pt x="33668" y="9130"/>
                    <a:pt x="33531" y="8354"/>
                  </a:cubicBezTo>
                  <a:cubicBezTo>
                    <a:pt x="33394" y="7487"/>
                    <a:pt x="33257" y="6597"/>
                    <a:pt x="33143" y="5729"/>
                  </a:cubicBezTo>
                  <a:cubicBezTo>
                    <a:pt x="33097" y="5456"/>
                    <a:pt x="32938" y="5182"/>
                    <a:pt x="33097" y="4816"/>
                  </a:cubicBezTo>
                  <a:cubicBezTo>
                    <a:pt x="33303" y="5182"/>
                    <a:pt x="33508" y="5478"/>
                    <a:pt x="33668" y="5798"/>
                  </a:cubicBezTo>
                  <a:cubicBezTo>
                    <a:pt x="34216" y="6779"/>
                    <a:pt x="34741" y="7784"/>
                    <a:pt x="35289" y="8765"/>
                  </a:cubicBezTo>
                  <a:cubicBezTo>
                    <a:pt x="36042" y="10180"/>
                    <a:pt x="36864" y="11573"/>
                    <a:pt x="37708" y="12965"/>
                  </a:cubicBezTo>
                  <a:cubicBezTo>
                    <a:pt x="38598" y="14449"/>
                    <a:pt x="39534" y="15932"/>
                    <a:pt x="40538" y="17370"/>
                  </a:cubicBezTo>
                  <a:cubicBezTo>
                    <a:pt x="41634" y="18991"/>
                    <a:pt x="42821" y="20566"/>
                    <a:pt x="43962" y="22209"/>
                  </a:cubicBezTo>
                  <a:cubicBezTo>
                    <a:pt x="44921" y="23602"/>
                    <a:pt x="45857" y="25040"/>
                    <a:pt x="46793" y="26478"/>
                  </a:cubicBezTo>
                  <a:cubicBezTo>
                    <a:pt x="47706" y="27870"/>
                    <a:pt x="48664" y="29285"/>
                    <a:pt x="49669" y="30632"/>
                  </a:cubicBezTo>
                  <a:cubicBezTo>
                    <a:pt x="50582" y="31819"/>
                    <a:pt x="51449" y="33051"/>
                    <a:pt x="52476" y="34147"/>
                  </a:cubicBezTo>
                  <a:cubicBezTo>
                    <a:pt x="52613" y="34284"/>
                    <a:pt x="52773" y="34581"/>
                    <a:pt x="52933" y="34466"/>
                  </a:cubicBezTo>
                  <a:cubicBezTo>
                    <a:pt x="53184" y="34284"/>
                    <a:pt x="52864" y="34078"/>
                    <a:pt x="52773" y="33919"/>
                  </a:cubicBezTo>
                  <a:cubicBezTo>
                    <a:pt x="51837" y="32344"/>
                    <a:pt x="50855" y="30792"/>
                    <a:pt x="49942" y="29194"/>
                  </a:cubicBezTo>
                  <a:cubicBezTo>
                    <a:pt x="49029" y="27573"/>
                    <a:pt x="48025" y="25998"/>
                    <a:pt x="47089" y="24378"/>
                  </a:cubicBezTo>
                  <a:cubicBezTo>
                    <a:pt x="46062" y="22597"/>
                    <a:pt x="44898" y="20908"/>
                    <a:pt x="43711" y="19242"/>
                  </a:cubicBezTo>
                  <a:cubicBezTo>
                    <a:pt x="42775" y="17895"/>
                    <a:pt x="41885" y="16526"/>
                    <a:pt x="41041" y="15133"/>
                  </a:cubicBezTo>
                  <a:cubicBezTo>
                    <a:pt x="40196" y="13764"/>
                    <a:pt x="39329" y="12394"/>
                    <a:pt x="38507" y="11002"/>
                  </a:cubicBezTo>
                  <a:cubicBezTo>
                    <a:pt x="37936" y="10043"/>
                    <a:pt x="37411" y="9085"/>
                    <a:pt x="36864" y="8103"/>
                  </a:cubicBezTo>
                  <a:cubicBezTo>
                    <a:pt x="35951" y="6483"/>
                    <a:pt x="35106" y="4816"/>
                    <a:pt x="34147" y="3219"/>
                  </a:cubicBezTo>
                  <a:cubicBezTo>
                    <a:pt x="33828" y="2671"/>
                    <a:pt x="33531" y="2146"/>
                    <a:pt x="33234" y="1598"/>
                  </a:cubicBezTo>
                  <a:cubicBezTo>
                    <a:pt x="33189" y="1530"/>
                    <a:pt x="33166" y="1461"/>
                    <a:pt x="33189" y="1370"/>
                  </a:cubicBezTo>
                  <a:cubicBezTo>
                    <a:pt x="33348" y="1301"/>
                    <a:pt x="33463" y="1416"/>
                    <a:pt x="33577" y="1484"/>
                  </a:cubicBezTo>
                  <a:cubicBezTo>
                    <a:pt x="35448" y="2853"/>
                    <a:pt x="37411" y="4109"/>
                    <a:pt x="39352" y="5387"/>
                  </a:cubicBezTo>
                  <a:cubicBezTo>
                    <a:pt x="41063" y="6483"/>
                    <a:pt x="42707" y="7692"/>
                    <a:pt x="44396" y="8811"/>
                  </a:cubicBezTo>
                  <a:cubicBezTo>
                    <a:pt x="46108" y="9929"/>
                    <a:pt x="47820" y="11048"/>
                    <a:pt x="49646" y="11984"/>
                  </a:cubicBezTo>
                  <a:cubicBezTo>
                    <a:pt x="50125" y="12235"/>
                    <a:pt x="50582" y="12486"/>
                    <a:pt x="51061" y="12737"/>
                  </a:cubicBezTo>
                  <a:cubicBezTo>
                    <a:pt x="51152" y="12782"/>
                    <a:pt x="51244" y="12828"/>
                    <a:pt x="51358" y="12874"/>
                  </a:cubicBezTo>
                  <a:cubicBezTo>
                    <a:pt x="51449" y="12897"/>
                    <a:pt x="51586" y="12919"/>
                    <a:pt x="51654" y="12828"/>
                  </a:cubicBezTo>
                  <a:cubicBezTo>
                    <a:pt x="51769" y="12691"/>
                    <a:pt x="51677" y="12600"/>
                    <a:pt x="51586" y="12486"/>
                  </a:cubicBezTo>
                  <a:cubicBezTo>
                    <a:pt x="51221" y="12075"/>
                    <a:pt x="50787" y="11755"/>
                    <a:pt x="50353" y="11413"/>
                  </a:cubicBezTo>
                  <a:cubicBezTo>
                    <a:pt x="48573" y="10021"/>
                    <a:pt x="46770" y="8651"/>
                    <a:pt x="44967" y="7304"/>
                  </a:cubicBezTo>
                  <a:cubicBezTo>
                    <a:pt x="44008" y="6574"/>
                    <a:pt x="43004" y="5912"/>
                    <a:pt x="42045" y="5205"/>
                  </a:cubicBezTo>
                  <a:cubicBezTo>
                    <a:pt x="40767" y="4291"/>
                    <a:pt x="39443" y="3470"/>
                    <a:pt x="38142" y="2602"/>
                  </a:cubicBezTo>
                  <a:cubicBezTo>
                    <a:pt x="37046" y="1895"/>
                    <a:pt x="35996" y="1119"/>
                    <a:pt x="34923" y="388"/>
                  </a:cubicBezTo>
                  <a:cubicBezTo>
                    <a:pt x="34901" y="366"/>
                    <a:pt x="34878" y="320"/>
                    <a:pt x="34878" y="297"/>
                  </a:cubicBezTo>
                  <a:cubicBezTo>
                    <a:pt x="34946" y="160"/>
                    <a:pt x="35060" y="206"/>
                    <a:pt x="35152" y="229"/>
                  </a:cubicBezTo>
                  <a:cubicBezTo>
                    <a:pt x="36042" y="388"/>
                    <a:pt x="36955" y="434"/>
                    <a:pt x="37845" y="548"/>
                  </a:cubicBezTo>
                  <a:cubicBezTo>
                    <a:pt x="38439" y="617"/>
                    <a:pt x="39055" y="731"/>
                    <a:pt x="39671" y="799"/>
                  </a:cubicBezTo>
                  <a:cubicBezTo>
                    <a:pt x="40561" y="936"/>
                    <a:pt x="41451" y="1073"/>
                    <a:pt x="42342" y="1210"/>
                  </a:cubicBezTo>
                  <a:cubicBezTo>
                    <a:pt x="43026" y="1301"/>
                    <a:pt x="43711" y="1416"/>
                    <a:pt x="44373" y="1507"/>
                  </a:cubicBezTo>
                  <a:cubicBezTo>
                    <a:pt x="44738" y="1552"/>
                    <a:pt x="45104" y="1598"/>
                    <a:pt x="45469" y="1598"/>
                  </a:cubicBezTo>
                  <a:cubicBezTo>
                    <a:pt x="46017" y="1644"/>
                    <a:pt x="46587" y="1712"/>
                    <a:pt x="47135" y="1781"/>
                  </a:cubicBezTo>
                  <a:cubicBezTo>
                    <a:pt x="47706" y="1826"/>
                    <a:pt x="48299" y="1804"/>
                    <a:pt x="48870" y="1940"/>
                  </a:cubicBezTo>
                  <a:cubicBezTo>
                    <a:pt x="48938" y="1963"/>
                    <a:pt x="49007" y="1963"/>
                    <a:pt x="49075" y="1963"/>
                  </a:cubicBezTo>
                  <a:cubicBezTo>
                    <a:pt x="49965" y="1895"/>
                    <a:pt x="50855" y="2100"/>
                    <a:pt x="51746" y="2100"/>
                  </a:cubicBezTo>
                  <a:cubicBezTo>
                    <a:pt x="52202" y="2077"/>
                    <a:pt x="52682" y="2237"/>
                    <a:pt x="53138" y="2192"/>
                  </a:cubicBezTo>
                  <a:cubicBezTo>
                    <a:pt x="53275" y="2169"/>
                    <a:pt x="53412" y="2192"/>
                    <a:pt x="53526" y="2146"/>
                  </a:cubicBezTo>
                  <a:cubicBezTo>
                    <a:pt x="53777" y="2032"/>
                    <a:pt x="53800" y="1849"/>
                    <a:pt x="53549" y="1712"/>
                  </a:cubicBezTo>
                  <a:cubicBezTo>
                    <a:pt x="53412" y="1598"/>
                    <a:pt x="53252" y="1507"/>
                    <a:pt x="53070" y="1461"/>
                  </a:cubicBezTo>
                  <a:cubicBezTo>
                    <a:pt x="52157" y="1142"/>
                    <a:pt x="51244" y="891"/>
                    <a:pt x="50285" y="754"/>
                  </a:cubicBezTo>
                  <a:cubicBezTo>
                    <a:pt x="49372" y="639"/>
                    <a:pt x="48459" y="480"/>
                    <a:pt x="47546" y="343"/>
                  </a:cubicBezTo>
                  <a:cubicBezTo>
                    <a:pt x="46861" y="251"/>
                    <a:pt x="46199" y="183"/>
                    <a:pt x="45514" y="114"/>
                  </a:cubicBezTo>
                  <a:cubicBezTo>
                    <a:pt x="45377" y="92"/>
                    <a:pt x="45240" y="114"/>
                    <a:pt x="45149" y="0"/>
                  </a:cubicBezTo>
                  <a:lnTo>
                    <a:pt x="48870" y="0"/>
                  </a:lnTo>
                  <a:cubicBezTo>
                    <a:pt x="50353" y="137"/>
                    <a:pt x="51837" y="343"/>
                    <a:pt x="53229" y="868"/>
                  </a:cubicBezTo>
                  <a:cubicBezTo>
                    <a:pt x="53435" y="959"/>
                    <a:pt x="53640" y="1005"/>
                    <a:pt x="53823" y="1142"/>
                  </a:cubicBezTo>
                  <a:cubicBezTo>
                    <a:pt x="54234" y="1438"/>
                    <a:pt x="54371" y="1895"/>
                    <a:pt x="54165" y="2351"/>
                  </a:cubicBezTo>
                  <a:cubicBezTo>
                    <a:pt x="54051" y="2580"/>
                    <a:pt x="53891" y="2831"/>
                    <a:pt x="53709" y="3013"/>
                  </a:cubicBezTo>
                  <a:cubicBezTo>
                    <a:pt x="53435" y="3310"/>
                    <a:pt x="53229" y="2945"/>
                    <a:pt x="52978" y="2899"/>
                  </a:cubicBezTo>
                  <a:cubicBezTo>
                    <a:pt x="52476" y="2785"/>
                    <a:pt x="51928" y="2785"/>
                    <a:pt x="51403" y="2739"/>
                  </a:cubicBezTo>
                  <a:cubicBezTo>
                    <a:pt x="51244" y="2717"/>
                    <a:pt x="51152" y="2808"/>
                    <a:pt x="51061" y="2922"/>
                  </a:cubicBezTo>
                  <a:cubicBezTo>
                    <a:pt x="50833" y="3264"/>
                    <a:pt x="50559" y="3242"/>
                    <a:pt x="50353" y="2922"/>
                  </a:cubicBezTo>
                  <a:cubicBezTo>
                    <a:pt x="50239" y="2739"/>
                    <a:pt x="50079" y="2671"/>
                    <a:pt x="49874" y="2648"/>
                  </a:cubicBezTo>
                  <a:cubicBezTo>
                    <a:pt x="46313" y="2397"/>
                    <a:pt x="42775" y="1963"/>
                    <a:pt x="39260" y="1416"/>
                  </a:cubicBezTo>
                  <a:cubicBezTo>
                    <a:pt x="38530" y="1301"/>
                    <a:pt x="37777" y="1210"/>
                    <a:pt x="37023" y="1096"/>
                  </a:cubicBezTo>
                  <a:cubicBezTo>
                    <a:pt x="40698" y="3470"/>
                    <a:pt x="44282" y="5912"/>
                    <a:pt x="47706" y="8605"/>
                  </a:cubicBezTo>
                  <a:cubicBezTo>
                    <a:pt x="48893" y="9541"/>
                    <a:pt x="50148" y="10386"/>
                    <a:pt x="51289" y="11367"/>
                  </a:cubicBezTo>
                  <a:cubicBezTo>
                    <a:pt x="51517" y="11573"/>
                    <a:pt x="51723" y="11755"/>
                    <a:pt x="51928" y="11984"/>
                  </a:cubicBezTo>
                  <a:cubicBezTo>
                    <a:pt x="52202" y="12303"/>
                    <a:pt x="52385" y="12646"/>
                    <a:pt x="52225" y="13079"/>
                  </a:cubicBezTo>
                  <a:cubicBezTo>
                    <a:pt x="52042" y="13490"/>
                    <a:pt x="51654" y="13490"/>
                    <a:pt x="51289" y="13467"/>
                  </a:cubicBezTo>
                  <a:cubicBezTo>
                    <a:pt x="50878" y="13444"/>
                    <a:pt x="50513" y="13307"/>
                    <a:pt x="50148" y="13079"/>
                  </a:cubicBezTo>
                  <a:cubicBezTo>
                    <a:pt x="49965" y="12897"/>
                    <a:pt x="49737" y="12782"/>
                    <a:pt x="49509" y="12668"/>
                  </a:cubicBezTo>
                  <a:cubicBezTo>
                    <a:pt x="48390" y="12098"/>
                    <a:pt x="47363" y="11367"/>
                    <a:pt x="46245" y="10820"/>
                  </a:cubicBezTo>
                  <a:cubicBezTo>
                    <a:pt x="45126" y="10249"/>
                    <a:pt x="44213" y="9382"/>
                    <a:pt x="43163" y="8720"/>
                  </a:cubicBezTo>
                  <a:cubicBezTo>
                    <a:pt x="42091" y="8080"/>
                    <a:pt x="41086" y="7304"/>
                    <a:pt x="40036" y="6597"/>
                  </a:cubicBezTo>
                  <a:cubicBezTo>
                    <a:pt x="39694" y="6369"/>
                    <a:pt x="39352" y="6118"/>
                    <a:pt x="38918" y="6118"/>
                  </a:cubicBezTo>
                  <a:cubicBezTo>
                    <a:pt x="38735" y="6118"/>
                    <a:pt x="38575" y="6003"/>
                    <a:pt x="38530" y="5844"/>
                  </a:cubicBezTo>
                  <a:cubicBezTo>
                    <a:pt x="38347" y="5387"/>
                    <a:pt x="37959" y="5205"/>
                    <a:pt x="37594" y="4976"/>
                  </a:cubicBezTo>
                  <a:cubicBezTo>
                    <a:pt x="36681" y="4428"/>
                    <a:pt x="35814" y="3812"/>
                    <a:pt x="34878" y="3196"/>
                  </a:cubicBezTo>
                  <a:cubicBezTo>
                    <a:pt x="35814" y="4794"/>
                    <a:pt x="36612" y="6369"/>
                    <a:pt x="37480" y="7944"/>
                  </a:cubicBezTo>
                  <a:cubicBezTo>
                    <a:pt x="39306" y="11208"/>
                    <a:pt x="41200" y="14472"/>
                    <a:pt x="43346" y="17530"/>
                  </a:cubicBezTo>
                  <a:cubicBezTo>
                    <a:pt x="46222" y="21639"/>
                    <a:pt x="48756" y="25975"/>
                    <a:pt x="51335" y="30267"/>
                  </a:cubicBezTo>
                  <a:cubicBezTo>
                    <a:pt x="52042" y="31454"/>
                    <a:pt x="52773" y="32663"/>
                    <a:pt x="53435" y="33896"/>
                  </a:cubicBezTo>
                  <a:cubicBezTo>
                    <a:pt x="53754" y="34535"/>
                    <a:pt x="53549" y="34991"/>
                    <a:pt x="52933" y="35106"/>
                  </a:cubicBezTo>
                  <a:cubicBezTo>
                    <a:pt x="52704" y="35151"/>
                    <a:pt x="52499" y="35106"/>
                    <a:pt x="52339" y="34923"/>
                  </a:cubicBezTo>
                  <a:cubicBezTo>
                    <a:pt x="52020" y="34512"/>
                    <a:pt x="51609" y="34147"/>
                    <a:pt x="51289" y="33736"/>
                  </a:cubicBezTo>
                  <a:cubicBezTo>
                    <a:pt x="51015" y="33417"/>
                    <a:pt x="50787" y="33028"/>
                    <a:pt x="50308" y="32937"/>
                  </a:cubicBezTo>
                  <a:cubicBezTo>
                    <a:pt x="50102" y="32892"/>
                    <a:pt x="49988" y="32709"/>
                    <a:pt x="50011" y="32504"/>
                  </a:cubicBezTo>
                  <a:cubicBezTo>
                    <a:pt x="50034" y="32184"/>
                    <a:pt x="49851" y="31933"/>
                    <a:pt x="49669" y="31682"/>
                  </a:cubicBezTo>
                  <a:cubicBezTo>
                    <a:pt x="48482" y="30175"/>
                    <a:pt x="47455" y="28555"/>
                    <a:pt x="46359" y="26980"/>
                  </a:cubicBezTo>
                  <a:cubicBezTo>
                    <a:pt x="46199" y="26752"/>
                    <a:pt x="46062" y="26478"/>
                    <a:pt x="45743" y="26409"/>
                  </a:cubicBezTo>
                  <a:cubicBezTo>
                    <a:pt x="45537" y="26386"/>
                    <a:pt x="45469" y="26227"/>
                    <a:pt x="45492" y="26044"/>
                  </a:cubicBezTo>
                  <a:cubicBezTo>
                    <a:pt x="45537" y="25656"/>
                    <a:pt x="45332" y="25382"/>
                    <a:pt x="45149" y="25085"/>
                  </a:cubicBezTo>
                  <a:cubicBezTo>
                    <a:pt x="43277" y="22209"/>
                    <a:pt x="41178" y="19516"/>
                    <a:pt x="39283" y="16663"/>
                  </a:cubicBezTo>
                  <a:cubicBezTo>
                    <a:pt x="37959" y="14631"/>
                    <a:pt x="36749" y="12531"/>
                    <a:pt x="35563" y="10431"/>
                  </a:cubicBezTo>
                  <a:cubicBezTo>
                    <a:pt x="35060" y="9518"/>
                    <a:pt x="34444" y="8674"/>
                    <a:pt x="34056" y="7829"/>
                  </a:cubicBezTo>
                  <a:cubicBezTo>
                    <a:pt x="34261" y="8811"/>
                    <a:pt x="34421" y="9929"/>
                    <a:pt x="34581" y="11048"/>
                  </a:cubicBezTo>
                  <a:cubicBezTo>
                    <a:pt x="34741" y="12098"/>
                    <a:pt x="34923" y="13171"/>
                    <a:pt x="35038" y="14220"/>
                  </a:cubicBezTo>
                  <a:cubicBezTo>
                    <a:pt x="35060" y="14312"/>
                    <a:pt x="35038" y="14449"/>
                    <a:pt x="35106" y="14494"/>
                  </a:cubicBezTo>
                  <a:cubicBezTo>
                    <a:pt x="35677" y="14768"/>
                    <a:pt x="35448" y="15133"/>
                    <a:pt x="35289" y="15567"/>
                  </a:cubicBezTo>
                  <a:cubicBezTo>
                    <a:pt x="35152" y="15910"/>
                    <a:pt x="35334" y="16320"/>
                    <a:pt x="35380" y="16686"/>
                  </a:cubicBezTo>
                  <a:cubicBezTo>
                    <a:pt x="35677" y="19105"/>
                    <a:pt x="35928" y="21502"/>
                    <a:pt x="36133" y="23921"/>
                  </a:cubicBezTo>
                  <a:cubicBezTo>
                    <a:pt x="36316" y="25884"/>
                    <a:pt x="36590" y="27847"/>
                    <a:pt x="36841" y="29810"/>
                  </a:cubicBezTo>
                  <a:cubicBezTo>
                    <a:pt x="37023" y="31339"/>
                    <a:pt x="37092" y="32869"/>
                    <a:pt x="37206" y="34375"/>
                  </a:cubicBezTo>
                  <a:cubicBezTo>
                    <a:pt x="37366" y="36224"/>
                    <a:pt x="37434" y="38096"/>
                    <a:pt x="37685" y="39922"/>
                  </a:cubicBezTo>
                  <a:cubicBezTo>
                    <a:pt x="37845" y="40972"/>
                    <a:pt x="37914" y="42022"/>
                    <a:pt x="38050" y="43072"/>
                  </a:cubicBezTo>
                  <a:cubicBezTo>
                    <a:pt x="38073" y="43277"/>
                    <a:pt x="38050" y="43460"/>
                    <a:pt x="38005" y="43665"/>
                  </a:cubicBezTo>
                  <a:cubicBezTo>
                    <a:pt x="37914" y="43985"/>
                    <a:pt x="37754" y="44259"/>
                    <a:pt x="37366" y="44236"/>
                  </a:cubicBezTo>
                  <a:cubicBezTo>
                    <a:pt x="37001" y="44213"/>
                    <a:pt x="36704" y="44007"/>
                    <a:pt x="36635" y="43619"/>
                  </a:cubicBezTo>
                  <a:cubicBezTo>
                    <a:pt x="36544" y="43026"/>
                    <a:pt x="36339" y="42455"/>
                    <a:pt x="36224" y="41862"/>
                  </a:cubicBezTo>
                  <a:cubicBezTo>
                    <a:pt x="36156" y="41611"/>
                    <a:pt x="36110" y="41337"/>
                    <a:pt x="35928" y="41131"/>
                  </a:cubicBezTo>
                  <a:cubicBezTo>
                    <a:pt x="35836" y="41017"/>
                    <a:pt x="35745" y="40903"/>
                    <a:pt x="35791" y="40766"/>
                  </a:cubicBezTo>
                  <a:cubicBezTo>
                    <a:pt x="36042" y="39922"/>
                    <a:pt x="35722" y="39146"/>
                    <a:pt x="35471" y="38370"/>
                  </a:cubicBezTo>
                  <a:cubicBezTo>
                    <a:pt x="35197" y="37457"/>
                    <a:pt x="35175" y="36521"/>
                    <a:pt x="34969" y="35608"/>
                  </a:cubicBezTo>
                  <a:cubicBezTo>
                    <a:pt x="34923" y="35288"/>
                    <a:pt x="34809" y="34946"/>
                    <a:pt x="34855" y="34626"/>
                  </a:cubicBezTo>
                  <a:cubicBezTo>
                    <a:pt x="34923" y="34101"/>
                    <a:pt x="34170" y="33873"/>
                    <a:pt x="34353" y="33462"/>
                  </a:cubicBezTo>
                  <a:cubicBezTo>
                    <a:pt x="34558" y="33006"/>
                    <a:pt x="34535" y="32618"/>
                    <a:pt x="34467" y="32207"/>
                  </a:cubicBezTo>
                  <a:cubicBezTo>
                    <a:pt x="34307" y="30906"/>
                    <a:pt x="34079" y="29605"/>
                    <a:pt x="33828" y="28326"/>
                  </a:cubicBezTo>
                  <a:cubicBezTo>
                    <a:pt x="33394" y="26021"/>
                    <a:pt x="33166" y="23670"/>
                    <a:pt x="32892" y="21342"/>
                  </a:cubicBezTo>
                  <a:cubicBezTo>
                    <a:pt x="32550" y="18420"/>
                    <a:pt x="32207" y="15499"/>
                    <a:pt x="31751" y="12577"/>
                  </a:cubicBezTo>
                  <a:cubicBezTo>
                    <a:pt x="31568" y="11299"/>
                    <a:pt x="31363" y="10021"/>
                    <a:pt x="31180" y="8765"/>
                  </a:cubicBezTo>
                  <a:cubicBezTo>
                    <a:pt x="30267" y="12509"/>
                    <a:pt x="29149" y="16206"/>
                    <a:pt x="28099" y="19950"/>
                  </a:cubicBezTo>
                  <a:cubicBezTo>
                    <a:pt x="26615" y="25108"/>
                    <a:pt x="25177" y="30289"/>
                    <a:pt x="24173" y="35562"/>
                  </a:cubicBezTo>
                  <a:cubicBezTo>
                    <a:pt x="23944" y="36772"/>
                    <a:pt x="23671" y="37982"/>
                    <a:pt x="23237" y="39168"/>
                  </a:cubicBezTo>
                  <a:cubicBezTo>
                    <a:pt x="23100" y="39579"/>
                    <a:pt x="22872" y="39853"/>
                    <a:pt x="22370" y="39785"/>
                  </a:cubicBezTo>
                  <a:cubicBezTo>
                    <a:pt x="21867" y="39739"/>
                    <a:pt x="21730" y="39374"/>
                    <a:pt x="21662" y="38963"/>
                  </a:cubicBezTo>
                  <a:cubicBezTo>
                    <a:pt x="21548" y="38301"/>
                    <a:pt x="21708" y="37685"/>
                    <a:pt x="21753" y="37046"/>
                  </a:cubicBezTo>
                  <a:cubicBezTo>
                    <a:pt x="21981" y="34284"/>
                    <a:pt x="22484" y="31568"/>
                    <a:pt x="23054" y="28851"/>
                  </a:cubicBezTo>
                  <a:cubicBezTo>
                    <a:pt x="23579" y="26409"/>
                    <a:pt x="24127" y="23990"/>
                    <a:pt x="24698" y="21570"/>
                  </a:cubicBezTo>
                  <a:cubicBezTo>
                    <a:pt x="25360" y="18808"/>
                    <a:pt x="26181" y="16069"/>
                    <a:pt x="26912" y="13330"/>
                  </a:cubicBezTo>
                  <a:cubicBezTo>
                    <a:pt x="27505" y="11071"/>
                    <a:pt x="28076" y="8811"/>
                    <a:pt x="28555" y="6528"/>
                  </a:cubicBezTo>
                  <a:cubicBezTo>
                    <a:pt x="28624" y="6186"/>
                    <a:pt x="28692" y="5866"/>
                    <a:pt x="28783" y="5638"/>
                  </a:cubicBezTo>
                  <a:cubicBezTo>
                    <a:pt x="28441" y="6277"/>
                    <a:pt x="27962" y="6962"/>
                    <a:pt x="27505" y="7670"/>
                  </a:cubicBezTo>
                  <a:cubicBezTo>
                    <a:pt x="24104" y="12828"/>
                    <a:pt x="20612" y="17941"/>
                    <a:pt x="17439" y="23282"/>
                  </a:cubicBezTo>
                  <a:cubicBezTo>
                    <a:pt x="15910" y="25861"/>
                    <a:pt x="14312" y="28395"/>
                    <a:pt x="12714" y="30951"/>
                  </a:cubicBezTo>
                  <a:cubicBezTo>
                    <a:pt x="12509" y="31294"/>
                    <a:pt x="12235" y="31591"/>
                    <a:pt x="11938" y="31864"/>
                  </a:cubicBezTo>
                  <a:cubicBezTo>
                    <a:pt x="11596" y="32184"/>
                    <a:pt x="11071" y="32252"/>
                    <a:pt x="10797" y="32024"/>
                  </a:cubicBezTo>
                  <a:cubicBezTo>
                    <a:pt x="10432" y="31727"/>
                    <a:pt x="10478" y="31362"/>
                    <a:pt x="10637" y="30974"/>
                  </a:cubicBezTo>
                  <a:cubicBezTo>
                    <a:pt x="11139" y="29810"/>
                    <a:pt x="11756" y="28692"/>
                    <a:pt x="12372" y="27573"/>
                  </a:cubicBezTo>
                  <a:cubicBezTo>
                    <a:pt x="13559" y="25405"/>
                    <a:pt x="14723" y="23214"/>
                    <a:pt x="15887" y="21045"/>
                  </a:cubicBezTo>
                  <a:cubicBezTo>
                    <a:pt x="17553" y="17987"/>
                    <a:pt x="19425" y="15088"/>
                    <a:pt x="21228" y="12143"/>
                  </a:cubicBezTo>
                  <a:cubicBezTo>
                    <a:pt x="23146" y="9016"/>
                    <a:pt x="25223" y="6003"/>
                    <a:pt x="27049" y="2831"/>
                  </a:cubicBezTo>
                  <a:cubicBezTo>
                    <a:pt x="27072" y="2785"/>
                    <a:pt x="27117" y="2739"/>
                    <a:pt x="27094" y="2671"/>
                  </a:cubicBezTo>
                  <a:cubicBezTo>
                    <a:pt x="25451" y="3972"/>
                    <a:pt x="23830" y="5250"/>
                    <a:pt x="22233" y="6574"/>
                  </a:cubicBezTo>
                  <a:cubicBezTo>
                    <a:pt x="21023" y="7601"/>
                    <a:pt x="19813" y="8605"/>
                    <a:pt x="18581" y="9610"/>
                  </a:cubicBezTo>
                  <a:cubicBezTo>
                    <a:pt x="17941" y="10158"/>
                    <a:pt x="17211" y="10614"/>
                    <a:pt x="16640" y="11208"/>
                  </a:cubicBezTo>
                  <a:cubicBezTo>
                    <a:pt x="15727" y="12166"/>
                    <a:pt x="14540" y="12714"/>
                    <a:pt x="13536" y="13536"/>
                  </a:cubicBezTo>
                  <a:cubicBezTo>
                    <a:pt x="12532" y="14357"/>
                    <a:pt x="11391" y="15019"/>
                    <a:pt x="10295" y="15773"/>
                  </a:cubicBezTo>
                  <a:cubicBezTo>
                    <a:pt x="9199" y="16526"/>
                    <a:pt x="8104" y="17256"/>
                    <a:pt x="6985" y="17964"/>
                  </a:cubicBezTo>
                  <a:cubicBezTo>
                    <a:pt x="6574" y="18215"/>
                    <a:pt x="6164" y="18466"/>
                    <a:pt x="5684" y="18489"/>
                  </a:cubicBezTo>
                  <a:cubicBezTo>
                    <a:pt x="5365" y="18512"/>
                    <a:pt x="5091" y="18466"/>
                    <a:pt x="4931" y="18146"/>
                  </a:cubicBezTo>
                  <a:cubicBezTo>
                    <a:pt x="4771" y="17850"/>
                    <a:pt x="4862" y="17576"/>
                    <a:pt x="5068" y="17348"/>
                  </a:cubicBezTo>
                  <a:cubicBezTo>
                    <a:pt x="5410" y="16960"/>
                    <a:pt x="5753" y="16594"/>
                    <a:pt x="6164" y="16275"/>
                  </a:cubicBezTo>
                  <a:cubicBezTo>
                    <a:pt x="6323" y="16138"/>
                    <a:pt x="6506" y="16046"/>
                    <a:pt x="6369" y="15750"/>
                  </a:cubicBezTo>
                  <a:cubicBezTo>
                    <a:pt x="6209" y="15453"/>
                    <a:pt x="6460" y="15270"/>
                    <a:pt x="6734" y="15362"/>
                  </a:cubicBezTo>
                  <a:cubicBezTo>
                    <a:pt x="7099" y="15499"/>
                    <a:pt x="7305" y="15293"/>
                    <a:pt x="7556" y="15111"/>
                  </a:cubicBezTo>
                  <a:cubicBezTo>
                    <a:pt x="11071" y="12280"/>
                    <a:pt x="14540" y="9382"/>
                    <a:pt x="17987" y="6460"/>
                  </a:cubicBezTo>
                  <a:cubicBezTo>
                    <a:pt x="18307" y="6186"/>
                    <a:pt x="18352" y="5981"/>
                    <a:pt x="18010" y="5684"/>
                  </a:cubicBezTo>
                  <a:cubicBezTo>
                    <a:pt x="17804" y="5478"/>
                    <a:pt x="17508" y="5319"/>
                    <a:pt x="17508" y="4931"/>
                  </a:cubicBezTo>
                  <a:cubicBezTo>
                    <a:pt x="17873" y="4657"/>
                    <a:pt x="18215" y="4383"/>
                    <a:pt x="18581" y="4109"/>
                  </a:cubicBezTo>
                  <a:cubicBezTo>
                    <a:pt x="18444" y="4040"/>
                    <a:pt x="18352" y="4086"/>
                    <a:pt x="18284" y="4109"/>
                  </a:cubicBezTo>
                  <a:cubicBezTo>
                    <a:pt x="15659" y="5090"/>
                    <a:pt x="12988" y="5821"/>
                    <a:pt x="10249" y="6300"/>
                  </a:cubicBezTo>
                  <a:cubicBezTo>
                    <a:pt x="8674" y="6574"/>
                    <a:pt x="7122" y="6779"/>
                    <a:pt x="5547" y="6916"/>
                  </a:cubicBezTo>
                  <a:cubicBezTo>
                    <a:pt x="4474" y="7008"/>
                    <a:pt x="3402" y="7008"/>
                    <a:pt x="2329" y="7008"/>
                  </a:cubicBezTo>
                  <a:cubicBezTo>
                    <a:pt x="1758" y="7008"/>
                    <a:pt x="1210" y="6894"/>
                    <a:pt x="640" y="6848"/>
                  </a:cubicBezTo>
                  <a:cubicBezTo>
                    <a:pt x="343" y="6825"/>
                    <a:pt x="115" y="6665"/>
                    <a:pt x="46" y="6346"/>
                  </a:cubicBezTo>
                  <a:cubicBezTo>
                    <a:pt x="1" y="6095"/>
                    <a:pt x="115" y="5866"/>
                    <a:pt x="434" y="5707"/>
                  </a:cubicBezTo>
                  <a:cubicBezTo>
                    <a:pt x="3128" y="4269"/>
                    <a:pt x="5776" y="2717"/>
                    <a:pt x="8674" y="1689"/>
                  </a:cubicBezTo>
                  <a:cubicBezTo>
                    <a:pt x="10363" y="1073"/>
                    <a:pt x="12098" y="571"/>
                    <a:pt x="13833" y="114"/>
                  </a:cubicBezTo>
                  <a:cubicBezTo>
                    <a:pt x="13947" y="92"/>
                    <a:pt x="14061" y="114"/>
                    <a:pt x="14130" y="0"/>
                  </a:cubicBezTo>
                  <a:lnTo>
                    <a:pt x="21662" y="0"/>
                  </a:lnTo>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50"/>
            <p:cNvSpPr/>
            <p:nvPr/>
          </p:nvSpPr>
          <p:spPr>
            <a:xfrm>
              <a:off x="2255850" y="820050"/>
              <a:ext cx="552975" cy="360100"/>
            </a:xfrm>
            <a:custGeom>
              <a:rect b="b" l="l" r="r" t="t"/>
              <a:pathLst>
                <a:path extrusionOk="0" h="14404" w="22119">
                  <a:moveTo>
                    <a:pt x="14609" y="13330"/>
                  </a:moveTo>
                  <a:cubicBezTo>
                    <a:pt x="14678" y="13330"/>
                    <a:pt x="14746" y="13330"/>
                    <a:pt x="14815" y="13330"/>
                  </a:cubicBezTo>
                  <a:cubicBezTo>
                    <a:pt x="15431" y="13307"/>
                    <a:pt x="15659" y="12942"/>
                    <a:pt x="15385" y="12394"/>
                  </a:cubicBezTo>
                  <a:cubicBezTo>
                    <a:pt x="15294" y="12235"/>
                    <a:pt x="15180" y="12121"/>
                    <a:pt x="15066" y="12006"/>
                  </a:cubicBezTo>
                  <a:cubicBezTo>
                    <a:pt x="14267" y="11208"/>
                    <a:pt x="13377" y="10546"/>
                    <a:pt x="12464" y="9861"/>
                  </a:cubicBezTo>
                  <a:cubicBezTo>
                    <a:pt x="11551" y="9176"/>
                    <a:pt x="10615" y="8469"/>
                    <a:pt x="9725" y="7761"/>
                  </a:cubicBezTo>
                  <a:cubicBezTo>
                    <a:pt x="8971" y="7167"/>
                    <a:pt x="8195" y="6620"/>
                    <a:pt x="7442" y="6095"/>
                  </a:cubicBezTo>
                  <a:cubicBezTo>
                    <a:pt x="5890" y="4999"/>
                    <a:pt x="4361" y="3903"/>
                    <a:pt x="2786" y="2876"/>
                  </a:cubicBezTo>
                  <a:cubicBezTo>
                    <a:pt x="1964" y="2351"/>
                    <a:pt x="1142" y="1804"/>
                    <a:pt x="321" y="1279"/>
                  </a:cubicBezTo>
                  <a:cubicBezTo>
                    <a:pt x="229" y="1210"/>
                    <a:pt x="138" y="1119"/>
                    <a:pt x="1" y="1027"/>
                  </a:cubicBezTo>
                  <a:cubicBezTo>
                    <a:pt x="640" y="891"/>
                    <a:pt x="1188" y="1073"/>
                    <a:pt x="1736" y="1142"/>
                  </a:cubicBezTo>
                  <a:cubicBezTo>
                    <a:pt x="2626" y="1210"/>
                    <a:pt x="3516" y="1393"/>
                    <a:pt x="4406" y="1530"/>
                  </a:cubicBezTo>
                  <a:cubicBezTo>
                    <a:pt x="5342" y="1667"/>
                    <a:pt x="6255" y="1849"/>
                    <a:pt x="7191" y="1940"/>
                  </a:cubicBezTo>
                  <a:cubicBezTo>
                    <a:pt x="7647" y="1986"/>
                    <a:pt x="8127" y="2055"/>
                    <a:pt x="8583" y="2100"/>
                  </a:cubicBezTo>
                  <a:cubicBezTo>
                    <a:pt x="9131" y="2146"/>
                    <a:pt x="9679" y="2146"/>
                    <a:pt x="10204" y="2260"/>
                  </a:cubicBezTo>
                  <a:cubicBezTo>
                    <a:pt x="10638" y="2351"/>
                    <a:pt x="11117" y="2351"/>
                    <a:pt x="11551" y="2374"/>
                  </a:cubicBezTo>
                  <a:cubicBezTo>
                    <a:pt x="12167" y="2420"/>
                    <a:pt x="12783" y="2557"/>
                    <a:pt x="13399" y="2511"/>
                  </a:cubicBezTo>
                  <a:cubicBezTo>
                    <a:pt x="13605" y="2511"/>
                    <a:pt x="13856" y="2465"/>
                    <a:pt x="13765" y="2831"/>
                  </a:cubicBezTo>
                  <a:cubicBezTo>
                    <a:pt x="13742" y="2990"/>
                    <a:pt x="13902" y="3036"/>
                    <a:pt x="14039" y="3059"/>
                  </a:cubicBezTo>
                  <a:cubicBezTo>
                    <a:pt x="14153" y="3059"/>
                    <a:pt x="14267" y="3013"/>
                    <a:pt x="14267" y="2876"/>
                  </a:cubicBezTo>
                  <a:cubicBezTo>
                    <a:pt x="14267" y="2488"/>
                    <a:pt x="14472" y="2511"/>
                    <a:pt x="14769" y="2580"/>
                  </a:cubicBezTo>
                  <a:cubicBezTo>
                    <a:pt x="15271" y="2671"/>
                    <a:pt x="15773" y="2602"/>
                    <a:pt x="16275" y="2739"/>
                  </a:cubicBezTo>
                  <a:cubicBezTo>
                    <a:pt x="16367" y="2762"/>
                    <a:pt x="16458" y="2717"/>
                    <a:pt x="16549" y="2762"/>
                  </a:cubicBezTo>
                  <a:cubicBezTo>
                    <a:pt x="16732" y="2831"/>
                    <a:pt x="16960" y="2739"/>
                    <a:pt x="17097" y="2602"/>
                  </a:cubicBezTo>
                  <a:cubicBezTo>
                    <a:pt x="17234" y="2465"/>
                    <a:pt x="17371" y="2374"/>
                    <a:pt x="17417" y="2169"/>
                  </a:cubicBezTo>
                  <a:cubicBezTo>
                    <a:pt x="17554" y="1712"/>
                    <a:pt x="17348" y="1324"/>
                    <a:pt x="16869" y="1142"/>
                  </a:cubicBezTo>
                  <a:cubicBezTo>
                    <a:pt x="16070" y="845"/>
                    <a:pt x="15294" y="594"/>
                    <a:pt x="14472" y="434"/>
                  </a:cubicBezTo>
                  <a:cubicBezTo>
                    <a:pt x="13742" y="320"/>
                    <a:pt x="13034" y="206"/>
                    <a:pt x="12327" y="92"/>
                  </a:cubicBezTo>
                  <a:cubicBezTo>
                    <a:pt x="12281" y="92"/>
                    <a:pt x="12235" y="23"/>
                    <a:pt x="12190" y="0"/>
                  </a:cubicBezTo>
                  <a:lnTo>
                    <a:pt x="15043" y="0"/>
                  </a:lnTo>
                  <a:cubicBezTo>
                    <a:pt x="15203" y="206"/>
                    <a:pt x="15385" y="388"/>
                    <a:pt x="15659" y="457"/>
                  </a:cubicBezTo>
                  <a:cubicBezTo>
                    <a:pt x="15773" y="502"/>
                    <a:pt x="15887" y="525"/>
                    <a:pt x="16002" y="548"/>
                  </a:cubicBezTo>
                  <a:cubicBezTo>
                    <a:pt x="16047" y="548"/>
                    <a:pt x="16093" y="571"/>
                    <a:pt x="16138" y="571"/>
                  </a:cubicBezTo>
                  <a:cubicBezTo>
                    <a:pt x="16253" y="617"/>
                    <a:pt x="16367" y="639"/>
                    <a:pt x="16481" y="662"/>
                  </a:cubicBezTo>
                  <a:cubicBezTo>
                    <a:pt x="16641" y="708"/>
                    <a:pt x="16778" y="754"/>
                    <a:pt x="16915" y="799"/>
                  </a:cubicBezTo>
                  <a:cubicBezTo>
                    <a:pt x="17051" y="845"/>
                    <a:pt x="17166" y="845"/>
                    <a:pt x="17303" y="891"/>
                  </a:cubicBezTo>
                  <a:cubicBezTo>
                    <a:pt x="18489" y="1210"/>
                    <a:pt x="19631" y="1598"/>
                    <a:pt x="20772" y="2032"/>
                  </a:cubicBezTo>
                  <a:cubicBezTo>
                    <a:pt x="21114" y="2169"/>
                    <a:pt x="21434" y="2306"/>
                    <a:pt x="21753" y="2511"/>
                  </a:cubicBezTo>
                  <a:cubicBezTo>
                    <a:pt x="21959" y="2648"/>
                    <a:pt x="22119" y="2831"/>
                    <a:pt x="22073" y="3082"/>
                  </a:cubicBezTo>
                  <a:cubicBezTo>
                    <a:pt x="22050" y="3356"/>
                    <a:pt x="21822" y="3470"/>
                    <a:pt x="21571" y="3515"/>
                  </a:cubicBezTo>
                  <a:cubicBezTo>
                    <a:pt x="20932" y="3675"/>
                    <a:pt x="20293" y="3744"/>
                    <a:pt x="19654" y="3835"/>
                  </a:cubicBezTo>
                  <a:cubicBezTo>
                    <a:pt x="19402" y="3881"/>
                    <a:pt x="19129" y="3858"/>
                    <a:pt x="18946" y="4086"/>
                  </a:cubicBezTo>
                  <a:cubicBezTo>
                    <a:pt x="18809" y="4223"/>
                    <a:pt x="18672" y="4109"/>
                    <a:pt x="18535" y="4063"/>
                  </a:cubicBezTo>
                  <a:cubicBezTo>
                    <a:pt x="18193" y="3926"/>
                    <a:pt x="17896" y="3972"/>
                    <a:pt x="17668" y="4269"/>
                  </a:cubicBezTo>
                  <a:lnTo>
                    <a:pt x="17668" y="4269"/>
                  </a:lnTo>
                  <a:cubicBezTo>
                    <a:pt x="17280" y="4360"/>
                    <a:pt x="16915" y="4314"/>
                    <a:pt x="16549" y="4155"/>
                  </a:cubicBezTo>
                  <a:cubicBezTo>
                    <a:pt x="15979" y="3903"/>
                    <a:pt x="15385" y="3903"/>
                    <a:pt x="14815" y="4155"/>
                  </a:cubicBezTo>
                  <a:cubicBezTo>
                    <a:pt x="14495" y="4291"/>
                    <a:pt x="14175" y="4383"/>
                    <a:pt x="13833" y="4269"/>
                  </a:cubicBezTo>
                  <a:lnTo>
                    <a:pt x="13833" y="4269"/>
                  </a:lnTo>
                  <a:cubicBezTo>
                    <a:pt x="13605" y="4018"/>
                    <a:pt x="13331" y="3926"/>
                    <a:pt x="12989" y="4086"/>
                  </a:cubicBezTo>
                  <a:cubicBezTo>
                    <a:pt x="12920" y="4132"/>
                    <a:pt x="12829" y="4177"/>
                    <a:pt x="12737" y="4155"/>
                  </a:cubicBezTo>
                  <a:cubicBezTo>
                    <a:pt x="11505" y="3607"/>
                    <a:pt x="10158" y="3652"/>
                    <a:pt x="8880" y="3310"/>
                  </a:cubicBezTo>
                  <a:cubicBezTo>
                    <a:pt x="7967" y="3036"/>
                    <a:pt x="7031" y="2899"/>
                    <a:pt x="6118" y="2648"/>
                  </a:cubicBezTo>
                  <a:cubicBezTo>
                    <a:pt x="5913" y="2580"/>
                    <a:pt x="5707" y="2534"/>
                    <a:pt x="5502" y="2648"/>
                  </a:cubicBezTo>
                  <a:cubicBezTo>
                    <a:pt x="5342" y="2762"/>
                    <a:pt x="5319" y="2876"/>
                    <a:pt x="5433" y="3036"/>
                  </a:cubicBezTo>
                  <a:cubicBezTo>
                    <a:pt x="6346" y="3789"/>
                    <a:pt x="7396" y="4337"/>
                    <a:pt x="8332" y="5090"/>
                  </a:cubicBezTo>
                  <a:cubicBezTo>
                    <a:pt x="8446" y="5205"/>
                    <a:pt x="8606" y="5273"/>
                    <a:pt x="8720" y="5387"/>
                  </a:cubicBezTo>
                  <a:cubicBezTo>
                    <a:pt x="8812" y="5478"/>
                    <a:pt x="8903" y="5547"/>
                    <a:pt x="9017" y="5615"/>
                  </a:cubicBezTo>
                  <a:cubicBezTo>
                    <a:pt x="10980" y="6985"/>
                    <a:pt x="12829" y="8514"/>
                    <a:pt x="14655" y="10112"/>
                  </a:cubicBezTo>
                  <a:cubicBezTo>
                    <a:pt x="14860" y="10295"/>
                    <a:pt x="15043" y="10477"/>
                    <a:pt x="15043" y="10797"/>
                  </a:cubicBezTo>
                  <a:cubicBezTo>
                    <a:pt x="15043" y="10820"/>
                    <a:pt x="15020" y="10820"/>
                    <a:pt x="14997" y="10842"/>
                  </a:cubicBezTo>
                  <a:cubicBezTo>
                    <a:pt x="15020" y="10820"/>
                    <a:pt x="15043" y="10797"/>
                    <a:pt x="15066" y="10774"/>
                  </a:cubicBezTo>
                  <a:cubicBezTo>
                    <a:pt x="15431" y="10728"/>
                    <a:pt x="15682" y="10911"/>
                    <a:pt x="15865" y="11139"/>
                  </a:cubicBezTo>
                  <a:cubicBezTo>
                    <a:pt x="16207" y="11618"/>
                    <a:pt x="16641" y="11961"/>
                    <a:pt x="17029" y="12349"/>
                  </a:cubicBezTo>
                  <a:cubicBezTo>
                    <a:pt x="17234" y="12577"/>
                    <a:pt x="17440" y="12782"/>
                    <a:pt x="17691" y="12942"/>
                  </a:cubicBezTo>
                  <a:cubicBezTo>
                    <a:pt x="17873" y="13102"/>
                    <a:pt x="18033" y="13239"/>
                    <a:pt x="18147" y="13444"/>
                  </a:cubicBezTo>
                  <a:cubicBezTo>
                    <a:pt x="18193" y="13627"/>
                    <a:pt x="18079" y="13718"/>
                    <a:pt x="17964" y="13832"/>
                  </a:cubicBezTo>
                  <a:cubicBezTo>
                    <a:pt x="17850" y="13947"/>
                    <a:pt x="17873" y="14152"/>
                    <a:pt x="17805" y="14289"/>
                  </a:cubicBezTo>
                  <a:cubicBezTo>
                    <a:pt x="17736" y="14357"/>
                    <a:pt x="17668" y="14403"/>
                    <a:pt x="17576" y="14403"/>
                  </a:cubicBezTo>
                  <a:cubicBezTo>
                    <a:pt x="16663" y="14266"/>
                    <a:pt x="15796" y="13901"/>
                    <a:pt x="14906" y="13627"/>
                  </a:cubicBezTo>
                  <a:cubicBezTo>
                    <a:pt x="14769" y="13604"/>
                    <a:pt x="14586" y="13559"/>
                    <a:pt x="14609" y="13330"/>
                  </a:cubicBezTo>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50"/>
            <p:cNvSpPr/>
            <p:nvPr/>
          </p:nvSpPr>
          <p:spPr>
            <a:xfrm>
              <a:off x="2631900" y="820050"/>
              <a:ext cx="191775" cy="107300"/>
            </a:xfrm>
            <a:custGeom>
              <a:rect b="b" l="l" r="r" t="t"/>
              <a:pathLst>
                <a:path extrusionOk="0" h="4292" w="7671">
                  <a:moveTo>
                    <a:pt x="2626" y="4269"/>
                  </a:moveTo>
                  <a:cubicBezTo>
                    <a:pt x="2603" y="4109"/>
                    <a:pt x="2603" y="3903"/>
                    <a:pt x="2808" y="3858"/>
                  </a:cubicBezTo>
                  <a:cubicBezTo>
                    <a:pt x="3082" y="3812"/>
                    <a:pt x="3379" y="3744"/>
                    <a:pt x="3630" y="3949"/>
                  </a:cubicBezTo>
                  <a:cubicBezTo>
                    <a:pt x="3676" y="3972"/>
                    <a:pt x="3699" y="4018"/>
                    <a:pt x="3767" y="4086"/>
                  </a:cubicBezTo>
                  <a:cubicBezTo>
                    <a:pt x="3836" y="3789"/>
                    <a:pt x="4018" y="3721"/>
                    <a:pt x="4292" y="3698"/>
                  </a:cubicBezTo>
                  <a:cubicBezTo>
                    <a:pt x="5068" y="3675"/>
                    <a:pt x="5821" y="3493"/>
                    <a:pt x="6575" y="3378"/>
                  </a:cubicBezTo>
                  <a:cubicBezTo>
                    <a:pt x="6757" y="3356"/>
                    <a:pt x="6917" y="3264"/>
                    <a:pt x="6940" y="3105"/>
                  </a:cubicBezTo>
                  <a:cubicBezTo>
                    <a:pt x="6985" y="2922"/>
                    <a:pt x="6871" y="2739"/>
                    <a:pt x="6689" y="2648"/>
                  </a:cubicBezTo>
                  <a:cubicBezTo>
                    <a:pt x="6369" y="2465"/>
                    <a:pt x="6027" y="2306"/>
                    <a:pt x="5662" y="2169"/>
                  </a:cubicBezTo>
                  <a:cubicBezTo>
                    <a:pt x="4612" y="1781"/>
                    <a:pt x="3562" y="1393"/>
                    <a:pt x="2489" y="1096"/>
                  </a:cubicBezTo>
                  <a:cubicBezTo>
                    <a:pt x="2375" y="1073"/>
                    <a:pt x="2283" y="1027"/>
                    <a:pt x="2169" y="982"/>
                  </a:cubicBezTo>
                  <a:cubicBezTo>
                    <a:pt x="2101" y="868"/>
                    <a:pt x="1941" y="982"/>
                    <a:pt x="1850" y="868"/>
                  </a:cubicBezTo>
                  <a:cubicBezTo>
                    <a:pt x="1690" y="891"/>
                    <a:pt x="1553" y="845"/>
                    <a:pt x="1416" y="776"/>
                  </a:cubicBezTo>
                  <a:cubicBezTo>
                    <a:pt x="1325" y="662"/>
                    <a:pt x="1165" y="754"/>
                    <a:pt x="1096" y="662"/>
                  </a:cubicBezTo>
                  <a:lnTo>
                    <a:pt x="982" y="662"/>
                  </a:lnTo>
                  <a:cubicBezTo>
                    <a:pt x="891" y="548"/>
                    <a:pt x="731" y="639"/>
                    <a:pt x="640" y="548"/>
                  </a:cubicBezTo>
                  <a:cubicBezTo>
                    <a:pt x="92" y="457"/>
                    <a:pt x="69" y="434"/>
                    <a:pt x="1" y="0"/>
                  </a:cubicBezTo>
                  <a:lnTo>
                    <a:pt x="549" y="0"/>
                  </a:lnTo>
                  <a:cubicBezTo>
                    <a:pt x="731" y="160"/>
                    <a:pt x="982" y="160"/>
                    <a:pt x="1211" y="229"/>
                  </a:cubicBezTo>
                  <a:cubicBezTo>
                    <a:pt x="2808" y="639"/>
                    <a:pt x="4383" y="1142"/>
                    <a:pt x="5913" y="1735"/>
                  </a:cubicBezTo>
                  <a:cubicBezTo>
                    <a:pt x="6232" y="1872"/>
                    <a:pt x="6552" y="2032"/>
                    <a:pt x="6848" y="2169"/>
                  </a:cubicBezTo>
                  <a:cubicBezTo>
                    <a:pt x="7031" y="2260"/>
                    <a:pt x="7191" y="2397"/>
                    <a:pt x="7328" y="2534"/>
                  </a:cubicBezTo>
                  <a:cubicBezTo>
                    <a:pt x="7670" y="2968"/>
                    <a:pt x="7533" y="3493"/>
                    <a:pt x="7054" y="3721"/>
                  </a:cubicBezTo>
                  <a:cubicBezTo>
                    <a:pt x="6826" y="3812"/>
                    <a:pt x="6575" y="3835"/>
                    <a:pt x="6346" y="3881"/>
                  </a:cubicBezTo>
                  <a:cubicBezTo>
                    <a:pt x="5205" y="4040"/>
                    <a:pt x="4064" y="4246"/>
                    <a:pt x="2900" y="4291"/>
                  </a:cubicBezTo>
                  <a:cubicBezTo>
                    <a:pt x="2808" y="4291"/>
                    <a:pt x="2717" y="4269"/>
                    <a:pt x="2626" y="4269"/>
                  </a:cubicBezTo>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50"/>
            <p:cNvSpPr/>
            <p:nvPr/>
          </p:nvSpPr>
          <p:spPr>
            <a:xfrm>
              <a:off x="1376525" y="877675"/>
              <a:ext cx="1356975" cy="1172675"/>
            </a:xfrm>
            <a:custGeom>
              <a:rect b="b" l="l" r="r" t="t"/>
              <a:pathLst>
                <a:path extrusionOk="0" h="46907" w="54279">
                  <a:moveTo>
                    <a:pt x="16001" y="2626"/>
                  </a:moveTo>
                  <a:cubicBezTo>
                    <a:pt x="16366" y="3014"/>
                    <a:pt x="16708" y="3379"/>
                    <a:pt x="17074" y="3744"/>
                  </a:cubicBezTo>
                  <a:cubicBezTo>
                    <a:pt x="16685" y="4269"/>
                    <a:pt x="16160" y="4566"/>
                    <a:pt x="15727" y="4977"/>
                  </a:cubicBezTo>
                  <a:cubicBezTo>
                    <a:pt x="15156" y="5502"/>
                    <a:pt x="14540" y="5981"/>
                    <a:pt x="13946" y="6483"/>
                  </a:cubicBezTo>
                  <a:cubicBezTo>
                    <a:pt x="13102" y="7168"/>
                    <a:pt x="12280" y="7875"/>
                    <a:pt x="11436" y="8560"/>
                  </a:cubicBezTo>
                  <a:cubicBezTo>
                    <a:pt x="10705" y="9176"/>
                    <a:pt x="9998" y="9770"/>
                    <a:pt x="9267" y="10386"/>
                  </a:cubicBezTo>
                  <a:cubicBezTo>
                    <a:pt x="8468" y="11025"/>
                    <a:pt x="7669" y="11664"/>
                    <a:pt x="6871" y="12326"/>
                  </a:cubicBezTo>
                  <a:cubicBezTo>
                    <a:pt x="6505" y="12600"/>
                    <a:pt x="6163" y="12897"/>
                    <a:pt x="5821" y="13194"/>
                  </a:cubicBezTo>
                  <a:cubicBezTo>
                    <a:pt x="5638" y="13331"/>
                    <a:pt x="5501" y="13513"/>
                    <a:pt x="5318" y="13194"/>
                  </a:cubicBezTo>
                  <a:cubicBezTo>
                    <a:pt x="5296" y="13171"/>
                    <a:pt x="5227" y="13148"/>
                    <a:pt x="5182" y="13125"/>
                  </a:cubicBezTo>
                  <a:cubicBezTo>
                    <a:pt x="5067" y="13102"/>
                    <a:pt x="4953" y="13148"/>
                    <a:pt x="4908" y="13262"/>
                  </a:cubicBezTo>
                  <a:cubicBezTo>
                    <a:pt x="4862" y="13353"/>
                    <a:pt x="4908" y="13422"/>
                    <a:pt x="4999" y="13490"/>
                  </a:cubicBezTo>
                  <a:cubicBezTo>
                    <a:pt x="5067" y="13536"/>
                    <a:pt x="5182" y="13513"/>
                    <a:pt x="5227" y="13650"/>
                  </a:cubicBezTo>
                  <a:cubicBezTo>
                    <a:pt x="4862" y="14061"/>
                    <a:pt x="4360" y="14335"/>
                    <a:pt x="3995" y="14769"/>
                  </a:cubicBezTo>
                  <a:cubicBezTo>
                    <a:pt x="3880" y="14928"/>
                    <a:pt x="3721" y="15065"/>
                    <a:pt x="3584" y="15225"/>
                  </a:cubicBezTo>
                  <a:cubicBezTo>
                    <a:pt x="3447" y="15385"/>
                    <a:pt x="3401" y="15590"/>
                    <a:pt x="3538" y="15819"/>
                  </a:cubicBezTo>
                  <a:cubicBezTo>
                    <a:pt x="3652" y="16024"/>
                    <a:pt x="3835" y="16047"/>
                    <a:pt x="4040" y="16070"/>
                  </a:cubicBezTo>
                  <a:cubicBezTo>
                    <a:pt x="4542" y="16093"/>
                    <a:pt x="4908" y="15819"/>
                    <a:pt x="5296" y="15613"/>
                  </a:cubicBezTo>
                  <a:cubicBezTo>
                    <a:pt x="6163" y="15157"/>
                    <a:pt x="6985" y="14563"/>
                    <a:pt x="7761" y="14015"/>
                  </a:cubicBezTo>
                  <a:cubicBezTo>
                    <a:pt x="9039" y="13102"/>
                    <a:pt x="10409" y="12281"/>
                    <a:pt x="11664" y="11322"/>
                  </a:cubicBezTo>
                  <a:cubicBezTo>
                    <a:pt x="12280" y="10843"/>
                    <a:pt x="12919" y="10341"/>
                    <a:pt x="13581" y="9907"/>
                  </a:cubicBezTo>
                  <a:cubicBezTo>
                    <a:pt x="13673" y="9816"/>
                    <a:pt x="13764" y="9724"/>
                    <a:pt x="13901" y="9724"/>
                  </a:cubicBezTo>
                  <a:cubicBezTo>
                    <a:pt x="14243" y="9747"/>
                    <a:pt x="14426" y="9564"/>
                    <a:pt x="14517" y="9291"/>
                  </a:cubicBezTo>
                  <a:cubicBezTo>
                    <a:pt x="14654" y="8925"/>
                    <a:pt x="14974" y="8766"/>
                    <a:pt x="15247" y="8583"/>
                  </a:cubicBezTo>
                  <a:cubicBezTo>
                    <a:pt x="16206" y="7944"/>
                    <a:pt x="17005" y="7145"/>
                    <a:pt x="17895" y="6437"/>
                  </a:cubicBezTo>
                  <a:cubicBezTo>
                    <a:pt x="18694" y="5821"/>
                    <a:pt x="19493" y="5182"/>
                    <a:pt x="20246" y="4520"/>
                  </a:cubicBezTo>
                  <a:cubicBezTo>
                    <a:pt x="20931" y="3904"/>
                    <a:pt x="21661" y="3333"/>
                    <a:pt x="22369" y="2740"/>
                  </a:cubicBezTo>
                  <a:cubicBezTo>
                    <a:pt x="23145" y="2123"/>
                    <a:pt x="23944" y="1507"/>
                    <a:pt x="24720" y="891"/>
                  </a:cubicBezTo>
                  <a:cubicBezTo>
                    <a:pt x="25017" y="640"/>
                    <a:pt x="25336" y="389"/>
                    <a:pt x="25656" y="138"/>
                  </a:cubicBezTo>
                  <a:cubicBezTo>
                    <a:pt x="25724" y="69"/>
                    <a:pt x="25770" y="1"/>
                    <a:pt x="25907" y="69"/>
                  </a:cubicBezTo>
                  <a:cubicBezTo>
                    <a:pt x="25793" y="480"/>
                    <a:pt x="25542" y="822"/>
                    <a:pt x="25313" y="1188"/>
                  </a:cubicBezTo>
                  <a:cubicBezTo>
                    <a:pt x="24127" y="3242"/>
                    <a:pt x="22780" y="5205"/>
                    <a:pt x="21524" y="7236"/>
                  </a:cubicBezTo>
                  <a:cubicBezTo>
                    <a:pt x="20018" y="9633"/>
                    <a:pt x="18534" y="12030"/>
                    <a:pt x="17051" y="14449"/>
                  </a:cubicBezTo>
                  <a:cubicBezTo>
                    <a:pt x="15795" y="16549"/>
                    <a:pt x="14563" y="18672"/>
                    <a:pt x="13444" y="20840"/>
                  </a:cubicBezTo>
                  <a:cubicBezTo>
                    <a:pt x="12508" y="22643"/>
                    <a:pt x="11527" y="24401"/>
                    <a:pt x="10545" y="26158"/>
                  </a:cubicBezTo>
                  <a:cubicBezTo>
                    <a:pt x="10135" y="26889"/>
                    <a:pt x="9792" y="27642"/>
                    <a:pt x="9404" y="28395"/>
                  </a:cubicBezTo>
                  <a:cubicBezTo>
                    <a:pt x="9336" y="28532"/>
                    <a:pt x="9267" y="28692"/>
                    <a:pt x="9222" y="28852"/>
                  </a:cubicBezTo>
                  <a:cubicBezTo>
                    <a:pt x="9085" y="29194"/>
                    <a:pt x="9153" y="29491"/>
                    <a:pt x="9336" y="29651"/>
                  </a:cubicBezTo>
                  <a:cubicBezTo>
                    <a:pt x="9518" y="29765"/>
                    <a:pt x="9975" y="29742"/>
                    <a:pt x="10203" y="29559"/>
                  </a:cubicBezTo>
                  <a:cubicBezTo>
                    <a:pt x="10591" y="29240"/>
                    <a:pt x="10911" y="28875"/>
                    <a:pt x="11162" y="28441"/>
                  </a:cubicBezTo>
                  <a:cubicBezTo>
                    <a:pt x="12029" y="27094"/>
                    <a:pt x="12874" y="25748"/>
                    <a:pt x="13718" y="24401"/>
                  </a:cubicBezTo>
                  <a:cubicBezTo>
                    <a:pt x="14380" y="23328"/>
                    <a:pt x="15019" y="22255"/>
                    <a:pt x="15636" y="21160"/>
                  </a:cubicBezTo>
                  <a:cubicBezTo>
                    <a:pt x="16275" y="20041"/>
                    <a:pt x="16937" y="18946"/>
                    <a:pt x="17644" y="17873"/>
                  </a:cubicBezTo>
                  <a:cubicBezTo>
                    <a:pt x="19288" y="15316"/>
                    <a:pt x="20977" y="12806"/>
                    <a:pt x="22597" y="10249"/>
                  </a:cubicBezTo>
                  <a:cubicBezTo>
                    <a:pt x="23761" y="8446"/>
                    <a:pt x="24971" y="6711"/>
                    <a:pt x="26112" y="4931"/>
                  </a:cubicBezTo>
                  <a:cubicBezTo>
                    <a:pt x="26455" y="4383"/>
                    <a:pt x="26797" y="3813"/>
                    <a:pt x="27162" y="3265"/>
                  </a:cubicBezTo>
                  <a:cubicBezTo>
                    <a:pt x="27231" y="3151"/>
                    <a:pt x="27322" y="3036"/>
                    <a:pt x="27413" y="2900"/>
                  </a:cubicBezTo>
                  <a:cubicBezTo>
                    <a:pt x="27527" y="3059"/>
                    <a:pt x="27459" y="3151"/>
                    <a:pt x="27413" y="3288"/>
                  </a:cubicBezTo>
                  <a:cubicBezTo>
                    <a:pt x="27117" y="4680"/>
                    <a:pt x="26820" y="6072"/>
                    <a:pt x="26478" y="7465"/>
                  </a:cubicBezTo>
                  <a:cubicBezTo>
                    <a:pt x="26158" y="8766"/>
                    <a:pt x="25793" y="10044"/>
                    <a:pt x="25450" y="11345"/>
                  </a:cubicBezTo>
                  <a:cubicBezTo>
                    <a:pt x="25176" y="12440"/>
                    <a:pt x="24880" y="13513"/>
                    <a:pt x="24583" y="14609"/>
                  </a:cubicBezTo>
                  <a:cubicBezTo>
                    <a:pt x="24286" y="15750"/>
                    <a:pt x="23967" y="16914"/>
                    <a:pt x="23647" y="18055"/>
                  </a:cubicBezTo>
                  <a:cubicBezTo>
                    <a:pt x="23305" y="19265"/>
                    <a:pt x="23054" y="20498"/>
                    <a:pt x="22780" y="21708"/>
                  </a:cubicBezTo>
                  <a:cubicBezTo>
                    <a:pt x="22506" y="22940"/>
                    <a:pt x="22209" y="24173"/>
                    <a:pt x="21935" y="25405"/>
                  </a:cubicBezTo>
                  <a:cubicBezTo>
                    <a:pt x="21593" y="27026"/>
                    <a:pt x="21251" y="28624"/>
                    <a:pt x="20954" y="30244"/>
                  </a:cubicBezTo>
                  <a:cubicBezTo>
                    <a:pt x="20794" y="31180"/>
                    <a:pt x="20657" y="32139"/>
                    <a:pt x="20566" y="33097"/>
                  </a:cubicBezTo>
                  <a:cubicBezTo>
                    <a:pt x="20497" y="33942"/>
                    <a:pt x="20429" y="34786"/>
                    <a:pt x="20292" y="35631"/>
                  </a:cubicBezTo>
                  <a:cubicBezTo>
                    <a:pt x="20223" y="36042"/>
                    <a:pt x="20201" y="36498"/>
                    <a:pt x="20360" y="36932"/>
                  </a:cubicBezTo>
                  <a:cubicBezTo>
                    <a:pt x="20497" y="37274"/>
                    <a:pt x="20589" y="37366"/>
                    <a:pt x="20954" y="37366"/>
                  </a:cubicBezTo>
                  <a:cubicBezTo>
                    <a:pt x="21319" y="37366"/>
                    <a:pt x="21410" y="37320"/>
                    <a:pt x="21547" y="36955"/>
                  </a:cubicBezTo>
                  <a:cubicBezTo>
                    <a:pt x="21890" y="36042"/>
                    <a:pt x="22141" y="35083"/>
                    <a:pt x="22323" y="34124"/>
                  </a:cubicBezTo>
                  <a:cubicBezTo>
                    <a:pt x="22529" y="33234"/>
                    <a:pt x="22689" y="32321"/>
                    <a:pt x="22848" y="31408"/>
                  </a:cubicBezTo>
                  <a:cubicBezTo>
                    <a:pt x="23122" y="30062"/>
                    <a:pt x="23487" y="28738"/>
                    <a:pt x="23830" y="27391"/>
                  </a:cubicBezTo>
                  <a:cubicBezTo>
                    <a:pt x="24263" y="25611"/>
                    <a:pt x="24720" y="23807"/>
                    <a:pt x="25199" y="22027"/>
                  </a:cubicBezTo>
                  <a:cubicBezTo>
                    <a:pt x="25610" y="20475"/>
                    <a:pt x="26044" y="18923"/>
                    <a:pt x="26500" y="17371"/>
                  </a:cubicBezTo>
                  <a:cubicBezTo>
                    <a:pt x="27071" y="15453"/>
                    <a:pt x="27642" y="13559"/>
                    <a:pt x="28144" y="11619"/>
                  </a:cubicBezTo>
                  <a:cubicBezTo>
                    <a:pt x="28463" y="10409"/>
                    <a:pt x="28829" y="9222"/>
                    <a:pt x="29148" y="8012"/>
                  </a:cubicBezTo>
                  <a:cubicBezTo>
                    <a:pt x="29308" y="7419"/>
                    <a:pt x="29422" y="6803"/>
                    <a:pt x="29559" y="6209"/>
                  </a:cubicBezTo>
                  <a:cubicBezTo>
                    <a:pt x="29582" y="6118"/>
                    <a:pt x="29582" y="6027"/>
                    <a:pt x="29719" y="5958"/>
                  </a:cubicBezTo>
                  <a:cubicBezTo>
                    <a:pt x="29810" y="6483"/>
                    <a:pt x="29901" y="6985"/>
                    <a:pt x="29993" y="7487"/>
                  </a:cubicBezTo>
                  <a:cubicBezTo>
                    <a:pt x="30152" y="8606"/>
                    <a:pt x="30335" y="9724"/>
                    <a:pt x="30495" y="10866"/>
                  </a:cubicBezTo>
                  <a:cubicBezTo>
                    <a:pt x="30586" y="11482"/>
                    <a:pt x="30677" y="12121"/>
                    <a:pt x="30746" y="12737"/>
                  </a:cubicBezTo>
                  <a:cubicBezTo>
                    <a:pt x="30860" y="13468"/>
                    <a:pt x="30997" y="14198"/>
                    <a:pt x="31043" y="14928"/>
                  </a:cubicBezTo>
                  <a:cubicBezTo>
                    <a:pt x="31088" y="15659"/>
                    <a:pt x="31271" y="16366"/>
                    <a:pt x="31316" y="17097"/>
                  </a:cubicBezTo>
                  <a:cubicBezTo>
                    <a:pt x="31362" y="17873"/>
                    <a:pt x="31499" y="18626"/>
                    <a:pt x="31590" y="19402"/>
                  </a:cubicBezTo>
                  <a:cubicBezTo>
                    <a:pt x="31659" y="19813"/>
                    <a:pt x="31727" y="20224"/>
                    <a:pt x="31727" y="20635"/>
                  </a:cubicBezTo>
                  <a:cubicBezTo>
                    <a:pt x="31773" y="21411"/>
                    <a:pt x="31910" y="22187"/>
                    <a:pt x="31978" y="22963"/>
                  </a:cubicBezTo>
                  <a:cubicBezTo>
                    <a:pt x="32047" y="23579"/>
                    <a:pt x="32207" y="24195"/>
                    <a:pt x="32275" y="24835"/>
                  </a:cubicBezTo>
                  <a:cubicBezTo>
                    <a:pt x="32366" y="25588"/>
                    <a:pt x="32549" y="26318"/>
                    <a:pt x="32663" y="27071"/>
                  </a:cubicBezTo>
                  <a:cubicBezTo>
                    <a:pt x="32800" y="27893"/>
                    <a:pt x="32914" y="28715"/>
                    <a:pt x="33051" y="29537"/>
                  </a:cubicBezTo>
                  <a:cubicBezTo>
                    <a:pt x="33120" y="29902"/>
                    <a:pt x="33120" y="30267"/>
                    <a:pt x="33188" y="30609"/>
                  </a:cubicBezTo>
                  <a:cubicBezTo>
                    <a:pt x="33257" y="30838"/>
                    <a:pt x="33257" y="30975"/>
                    <a:pt x="33006" y="31066"/>
                  </a:cubicBezTo>
                  <a:cubicBezTo>
                    <a:pt x="32823" y="31134"/>
                    <a:pt x="32800" y="31340"/>
                    <a:pt x="32960" y="31385"/>
                  </a:cubicBezTo>
                  <a:cubicBezTo>
                    <a:pt x="33462" y="31522"/>
                    <a:pt x="33416" y="31910"/>
                    <a:pt x="33485" y="32253"/>
                  </a:cubicBezTo>
                  <a:cubicBezTo>
                    <a:pt x="33576" y="32938"/>
                    <a:pt x="33622" y="33622"/>
                    <a:pt x="33804" y="34284"/>
                  </a:cubicBezTo>
                  <a:cubicBezTo>
                    <a:pt x="33896" y="34649"/>
                    <a:pt x="33690" y="35037"/>
                    <a:pt x="33941" y="35425"/>
                  </a:cubicBezTo>
                  <a:cubicBezTo>
                    <a:pt x="34170" y="35745"/>
                    <a:pt x="34192" y="36202"/>
                    <a:pt x="34261" y="36635"/>
                  </a:cubicBezTo>
                  <a:cubicBezTo>
                    <a:pt x="34329" y="37023"/>
                    <a:pt x="34421" y="37411"/>
                    <a:pt x="34535" y="37799"/>
                  </a:cubicBezTo>
                  <a:cubicBezTo>
                    <a:pt x="34581" y="37982"/>
                    <a:pt x="34603" y="38142"/>
                    <a:pt x="34466" y="38301"/>
                  </a:cubicBezTo>
                  <a:cubicBezTo>
                    <a:pt x="34329" y="38484"/>
                    <a:pt x="34352" y="38644"/>
                    <a:pt x="34535" y="38758"/>
                  </a:cubicBezTo>
                  <a:cubicBezTo>
                    <a:pt x="34695" y="38872"/>
                    <a:pt x="34763" y="39032"/>
                    <a:pt x="34809" y="39214"/>
                  </a:cubicBezTo>
                  <a:cubicBezTo>
                    <a:pt x="34854" y="39717"/>
                    <a:pt x="35014" y="40173"/>
                    <a:pt x="35151" y="40652"/>
                  </a:cubicBezTo>
                  <a:cubicBezTo>
                    <a:pt x="35197" y="40835"/>
                    <a:pt x="35242" y="41041"/>
                    <a:pt x="35242" y="41246"/>
                  </a:cubicBezTo>
                  <a:cubicBezTo>
                    <a:pt x="35220" y="41406"/>
                    <a:pt x="35311" y="41520"/>
                    <a:pt x="35471" y="41634"/>
                  </a:cubicBezTo>
                  <a:cubicBezTo>
                    <a:pt x="35950" y="41976"/>
                    <a:pt x="36155" y="41885"/>
                    <a:pt x="36361" y="41314"/>
                  </a:cubicBezTo>
                  <a:cubicBezTo>
                    <a:pt x="36521" y="40767"/>
                    <a:pt x="36315" y="40264"/>
                    <a:pt x="36292" y="39762"/>
                  </a:cubicBezTo>
                  <a:cubicBezTo>
                    <a:pt x="36247" y="39306"/>
                    <a:pt x="36201" y="38826"/>
                    <a:pt x="36133" y="38370"/>
                  </a:cubicBezTo>
                  <a:cubicBezTo>
                    <a:pt x="35996" y="37457"/>
                    <a:pt x="35927" y="36567"/>
                    <a:pt x="35790" y="35677"/>
                  </a:cubicBezTo>
                  <a:cubicBezTo>
                    <a:pt x="35745" y="35197"/>
                    <a:pt x="35722" y="34695"/>
                    <a:pt x="35699" y="34216"/>
                  </a:cubicBezTo>
                  <a:cubicBezTo>
                    <a:pt x="35676" y="33394"/>
                    <a:pt x="35608" y="32572"/>
                    <a:pt x="35539" y="31773"/>
                  </a:cubicBezTo>
                  <a:cubicBezTo>
                    <a:pt x="35471" y="31066"/>
                    <a:pt x="35494" y="30358"/>
                    <a:pt x="35379" y="29651"/>
                  </a:cubicBezTo>
                  <a:cubicBezTo>
                    <a:pt x="35288" y="29149"/>
                    <a:pt x="35311" y="28624"/>
                    <a:pt x="35242" y="28099"/>
                  </a:cubicBezTo>
                  <a:cubicBezTo>
                    <a:pt x="35128" y="27300"/>
                    <a:pt x="35037" y="26524"/>
                    <a:pt x="34946" y="25725"/>
                  </a:cubicBezTo>
                  <a:cubicBezTo>
                    <a:pt x="34854" y="25017"/>
                    <a:pt x="34786" y="24287"/>
                    <a:pt x="34695" y="23579"/>
                  </a:cubicBezTo>
                  <a:cubicBezTo>
                    <a:pt x="34603" y="23009"/>
                    <a:pt x="34603" y="22415"/>
                    <a:pt x="34489" y="21844"/>
                  </a:cubicBezTo>
                  <a:cubicBezTo>
                    <a:pt x="34421" y="21411"/>
                    <a:pt x="34421" y="20954"/>
                    <a:pt x="34398" y="20498"/>
                  </a:cubicBezTo>
                  <a:cubicBezTo>
                    <a:pt x="34329" y="19585"/>
                    <a:pt x="34215" y="18672"/>
                    <a:pt x="34124" y="17759"/>
                  </a:cubicBezTo>
                  <a:cubicBezTo>
                    <a:pt x="34010" y="16663"/>
                    <a:pt x="33919" y="15545"/>
                    <a:pt x="33736" y="14472"/>
                  </a:cubicBezTo>
                  <a:cubicBezTo>
                    <a:pt x="33668" y="14152"/>
                    <a:pt x="33645" y="13833"/>
                    <a:pt x="33622" y="13490"/>
                  </a:cubicBezTo>
                  <a:cubicBezTo>
                    <a:pt x="33576" y="13262"/>
                    <a:pt x="33508" y="13011"/>
                    <a:pt x="33827" y="12828"/>
                  </a:cubicBezTo>
                  <a:cubicBezTo>
                    <a:pt x="34010" y="12737"/>
                    <a:pt x="33941" y="12463"/>
                    <a:pt x="33713" y="12486"/>
                  </a:cubicBezTo>
                  <a:cubicBezTo>
                    <a:pt x="33485" y="12486"/>
                    <a:pt x="33485" y="12349"/>
                    <a:pt x="33439" y="12235"/>
                  </a:cubicBezTo>
                  <a:cubicBezTo>
                    <a:pt x="33325" y="11915"/>
                    <a:pt x="33325" y="11596"/>
                    <a:pt x="33279" y="11276"/>
                  </a:cubicBezTo>
                  <a:cubicBezTo>
                    <a:pt x="33028" y="9359"/>
                    <a:pt x="32754" y="7442"/>
                    <a:pt x="32412" y="5547"/>
                  </a:cubicBezTo>
                  <a:cubicBezTo>
                    <a:pt x="32389" y="5410"/>
                    <a:pt x="32366" y="5273"/>
                    <a:pt x="32458" y="5091"/>
                  </a:cubicBezTo>
                  <a:cubicBezTo>
                    <a:pt x="32732" y="5570"/>
                    <a:pt x="33028" y="6027"/>
                    <a:pt x="33257" y="6529"/>
                  </a:cubicBezTo>
                  <a:cubicBezTo>
                    <a:pt x="33553" y="7191"/>
                    <a:pt x="34056" y="7761"/>
                    <a:pt x="34398" y="8423"/>
                  </a:cubicBezTo>
                  <a:cubicBezTo>
                    <a:pt x="34900" y="9428"/>
                    <a:pt x="35494" y="10409"/>
                    <a:pt x="36064" y="11368"/>
                  </a:cubicBezTo>
                  <a:cubicBezTo>
                    <a:pt x="37046" y="12988"/>
                    <a:pt x="38096" y="14586"/>
                    <a:pt x="39191" y="16138"/>
                  </a:cubicBezTo>
                  <a:cubicBezTo>
                    <a:pt x="39716" y="16891"/>
                    <a:pt x="40241" y="17667"/>
                    <a:pt x="40789" y="18421"/>
                  </a:cubicBezTo>
                  <a:cubicBezTo>
                    <a:pt x="41862" y="19881"/>
                    <a:pt x="42866" y="21388"/>
                    <a:pt x="43870" y="22894"/>
                  </a:cubicBezTo>
                  <a:cubicBezTo>
                    <a:pt x="44053" y="23168"/>
                    <a:pt x="44281" y="23397"/>
                    <a:pt x="44099" y="23785"/>
                  </a:cubicBezTo>
                  <a:cubicBezTo>
                    <a:pt x="44053" y="23899"/>
                    <a:pt x="44144" y="24059"/>
                    <a:pt x="44304" y="24013"/>
                  </a:cubicBezTo>
                  <a:cubicBezTo>
                    <a:pt x="44601" y="23922"/>
                    <a:pt x="44669" y="24150"/>
                    <a:pt x="44783" y="24332"/>
                  </a:cubicBezTo>
                  <a:cubicBezTo>
                    <a:pt x="46016" y="26090"/>
                    <a:pt x="47180" y="27916"/>
                    <a:pt x="48527" y="29605"/>
                  </a:cubicBezTo>
                  <a:cubicBezTo>
                    <a:pt x="48641" y="29765"/>
                    <a:pt x="48687" y="29925"/>
                    <a:pt x="48641" y="30107"/>
                  </a:cubicBezTo>
                  <a:cubicBezTo>
                    <a:pt x="48595" y="30427"/>
                    <a:pt x="48687" y="30541"/>
                    <a:pt x="49006" y="30518"/>
                  </a:cubicBezTo>
                  <a:cubicBezTo>
                    <a:pt x="49189" y="30518"/>
                    <a:pt x="49280" y="30564"/>
                    <a:pt x="49371" y="30701"/>
                  </a:cubicBezTo>
                  <a:cubicBezTo>
                    <a:pt x="49828" y="31385"/>
                    <a:pt x="50467" y="31933"/>
                    <a:pt x="50992" y="32595"/>
                  </a:cubicBezTo>
                  <a:cubicBezTo>
                    <a:pt x="51152" y="32801"/>
                    <a:pt x="51311" y="32664"/>
                    <a:pt x="51471" y="32641"/>
                  </a:cubicBezTo>
                  <a:cubicBezTo>
                    <a:pt x="51700" y="32618"/>
                    <a:pt x="51905" y="32527"/>
                    <a:pt x="51951" y="32276"/>
                  </a:cubicBezTo>
                  <a:cubicBezTo>
                    <a:pt x="51973" y="32116"/>
                    <a:pt x="51973" y="31933"/>
                    <a:pt x="51882" y="31796"/>
                  </a:cubicBezTo>
                  <a:cubicBezTo>
                    <a:pt x="51243" y="30701"/>
                    <a:pt x="50672" y="29605"/>
                    <a:pt x="50010" y="28532"/>
                  </a:cubicBezTo>
                  <a:cubicBezTo>
                    <a:pt x="49189" y="27231"/>
                    <a:pt x="48435" y="25885"/>
                    <a:pt x="47637" y="24561"/>
                  </a:cubicBezTo>
                  <a:cubicBezTo>
                    <a:pt x="46336" y="22438"/>
                    <a:pt x="45126" y="20224"/>
                    <a:pt x="43688" y="18170"/>
                  </a:cubicBezTo>
                  <a:cubicBezTo>
                    <a:pt x="42752" y="16869"/>
                    <a:pt x="41839" y="15568"/>
                    <a:pt x="40972" y="14221"/>
                  </a:cubicBezTo>
                  <a:cubicBezTo>
                    <a:pt x="39808" y="12395"/>
                    <a:pt x="38643" y="10546"/>
                    <a:pt x="37548" y="8674"/>
                  </a:cubicBezTo>
                  <a:cubicBezTo>
                    <a:pt x="36658" y="7122"/>
                    <a:pt x="35790" y="5570"/>
                    <a:pt x="34946" y="3995"/>
                  </a:cubicBezTo>
                  <a:cubicBezTo>
                    <a:pt x="34352" y="2900"/>
                    <a:pt x="33759" y="1781"/>
                    <a:pt x="33097" y="731"/>
                  </a:cubicBezTo>
                  <a:cubicBezTo>
                    <a:pt x="33097" y="708"/>
                    <a:pt x="33097" y="663"/>
                    <a:pt x="33120" y="640"/>
                  </a:cubicBezTo>
                  <a:cubicBezTo>
                    <a:pt x="33211" y="594"/>
                    <a:pt x="33279" y="640"/>
                    <a:pt x="33348" y="685"/>
                  </a:cubicBezTo>
                  <a:cubicBezTo>
                    <a:pt x="34466" y="1416"/>
                    <a:pt x="35562" y="2169"/>
                    <a:pt x="36680" y="2877"/>
                  </a:cubicBezTo>
                  <a:cubicBezTo>
                    <a:pt x="36886" y="3036"/>
                    <a:pt x="37091" y="3151"/>
                    <a:pt x="37114" y="3447"/>
                  </a:cubicBezTo>
                  <a:cubicBezTo>
                    <a:pt x="37137" y="3653"/>
                    <a:pt x="37297" y="3744"/>
                    <a:pt x="37479" y="3698"/>
                  </a:cubicBezTo>
                  <a:cubicBezTo>
                    <a:pt x="37776" y="3607"/>
                    <a:pt x="38004" y="3767"/>
                    <a:pt x="38233" y="3927"/>
                  </a:cubicBezTo>
                  <a:cubicBezTo>
                    <a:pt x="39990" y="5114"/>
                    <a:pt x="41725" y="6300"/>
                    <a:pt x="43482" y="7510"/>
                  </a:cubicBezTo>
                  <a:cubicBezTo>
                    <a:pt x="43574" y="7556"/>
                    <a:pt x="43688" y="7602"/>
                    <a:pt x="43733" y="7716"/>
                  </a:cubicBezTo>
                  <a:cubicBezTo>
                    <a:pt x="43848" y="7990"/>
                    <a:pt x="44007" y="8126"/>
                    <a:pt x="44304" y="8081"/>
                  </a:cubicBezTo>
                  <a:cubicBezTo>
                    <a:pt x="44487" y="8058"/>
                    <a:pt x="44624" y="8195"/>
                    <a:pt x="44738" y="8309"/>
                  </a:cubicBezTo>
                  <a:cubicBezTo>
                    <a:pt x="45194" y="8697"/>
                    <a:pt x="45742" y="8880"/>
                    <a:pt x="46244" y="9199"/>
                  </a:cubicBezTo>
                  <a:cubicBezTo>
                    <a:pt x="46541" y="9382"/>
                    <a:pt x="46792" y="9633"/>
                    <a:pt x="47089" y="9747"/>
                  </a:cubicBezTo>
                  <a:cubicBezTo>
                    <a:pt x="47522" y="9930"/>
                    <a:pt x="47910" y="10204"/>
                    <a:pt x="48344" y="10386"/>
                  </a:cubicBezTo>
                  <a:cubicBezTo>
                    <a:pt x="48504" y="10432"/>
                    <a:pt x="48664" y="10500"/>
                    <a:pt x="48687" y="10706"/>
                  </a:cubicBezTo>
                  <a:cubicBezTo>
                    <a:pt x="48481" y="10797"/>
                    <a:pt x="48321" y="10660"/>
                    <a:pt x="48162" y="10592"/>
                  </a:cubicBezTo>
                  <a:cubicBezTo>
                    <a:pt x="47249" y="10272"/>
                    <a:pt x="46404" y="9816"/>
                    <a:pt x="45537" y="9405"/>
                  </a:cubicBezTo>
                  <a:cubicBezTo>
                    <a:pt x="42524" y="8012"/>
                    <a:pt x="39830" y="6118"/>
                    <a:pt x="37160" y="4223"/>
                  </a:cubicBezTo>
                  <a:cubicBezTo>
                    <a:pt x="36886" y="4041"/>
                    <a:pt x="36566" y="3676"/>
                    <a:pt x="36292" y="3949"/>
                  </a:cubicBezTo>
                  <a:cubicBezTo>
                    <a:pt x="35996" y="4269"/>
                    <a:pt x="36407" y="4589"/>
                    <a:pt x="36612" y="4817"/>
                  </a:cubicBezTo>
                  <a:cubicBezTo>
                    <a:pt x="39967" y="8446"/>
                    <a:pt x="42569" y="12600"/>
                    <a:pt x="45217" y="16709"/>
                  </a:cubicBezTo>
                  <a:cubicBezTo>
                    <a:pt x="47637" y="20498"/>
                    <a:pt x="49600" y="24538"/>
                    <a:pt x="51426" y="28646"/>
                  </a:cubicBezTo>
                  <a:cubicBezTo>
                    <a:pt x="52339" y="30678"/>
                    <a:pt x="53115" y="32778"/>
                    <a:pt x="53891" y="34832"/>
                  </a:cubicBezTo>
                  <a:cubicBezTo>
                    <a:pt x="54051" y="35243"/>
                    <a:pt x="54187" y="35631"/>
                    <a:pt x="54233" y="36042"/>
                  </a:cubicBezTo>
                  <a:cubicBezTo>
                    <a:pt x="54279" y="36407"/>
                    <a:pt x="54096" y="36521"/>
                    <a:pt x="53777" y="36361"/>
                  </a:cubicBezTo>
                  <a:cubicBezTo>
                    <a:pt x="53411" y="36156"/>
                    <a:pt x="53069" y="35928"/>
                    <a:pt x="52818" y="35654"/>
                  </a:cubicBezTo>
                  <a:cubicBezTo>
                    <a:pt x="52361" y="35152"/>
                    <a:pt x="51791" y="34809"/>
                    <a:pt x="51334" y="34353"/>
                  </a:cubicBezTo>
                  <a:cubicBezTo>
                    <a:pt x="51220" y="34261"/>
                    <a:pt x="51106" y="34216"/>
                    <a:pt x="50969" y="34239"/>
                  </a:cubicBezTo>
                  <a:cubicBezTo>
                    <a:pt x="50923" y="34239"/>
                    <a:pt x="50901" y="34239"/>
                    <a:pt x="50855" y="34193"/>
                  </a:cubicBezTo>
                  <a:cubicBezTo>
                    <a:pt x="50010" y="33485"/>
                    <a:pt x="49303" y="32618"/>
                    <a:pt x="48572" y="31796"/>
                  </a:cubicBezTo>
                  <a:cubicBezTo>
                    <a:pt x="45742" y="28578"/>
                    <a:pt x="43391" y="25017"/>
                    <a:pt x="41223" y="21365"/>
                  </a:cubicBezTo>
                  <a:cubicBezTo>
                    <a:pt x="39785" y="18923"/>
                    <a:pt x="38324" y="16503"/>
                    <a:pt x="36909" y="14084"/>
                  </a:cubicBezTo>
                  <a:cubicBezTo>
                    <a:pt x="35950" y="12463"/>
                    <a:pt x="35105" y="10774"/>
                    <a:pt x="34284" y="9108"/>
                  </a:cubicBezTo>
                  <a:cubicBezTo>
                    <a:pt x="34192" y="8925"/>
                    <a:pt x="34078" y="8743"/>
                    <a:pt x="33919" y="8606"/>
                  </a:cubicBezTo>
                  <a:cubicBezTo>
                    <a:pt x="34101" y="9199"/>
                    <a:pt x="34261" y="9793"/>
                    <a:pt x="34421" y="10363"/>
                  </a:cubicBezTo>
                  <a:cubicBezTo>
                    <a:pt x="35242" y="13285"/>
                    <a:pt x="35836" y="16252"/>
                    <a:pt x="36338" y="19220"/>
                  </a:cubicBezTo>
                  <a:cubicBezTo>
                    <a:pt x="36703" y="21479"/>
                    <a:pt x="37000" y="23762"/>
                    <a:pt x="37274" y="26021"/>
                  </a:cubicBezTo>
                  <a:cubicBezTo>
                    <a:pt x="37434" y="27345"/>
                    <a:pt x="37548" y="28669"/>
                    <a:pt x="37616" y="29993"/>
                  </a:cubicBezTo>
                  <a:cubicBezTo>
                    <a:pt x="37685" y="31682"/>
                    <a:pt x="37776" y="33348"/>
                    <a:pt x="37730" y="35015"/>
                  </a:cubicBezTo>
                  <a:cubicBezTo>
                    <a:pt x="37685" y="37388"/>
                    <a:pt x="37548" y="39762"/>
                    <a:pt x="37342" y="42113"/>
                  </a:cubicBezTo>
                  <a:cubicBezTo>
                    <a:pt x="37251" y="43369"/>
                    <a:pt x="37137" y="44601"/>
                    <a:pt x="37000" y="45857"/>
                  </a:cubicBezTo>
                  <a:cubicBezTo>
                    <a:pt x="36977" y="46016"/>
                    <a:pt x="36954" y="46176"/>
                    <a:pt x="36909" y="46336"/>
                  </a:cubicBezTo>
                  <a:cubicBezTo>
                    <a:pt x="36863" y="46633"/>
                    <a:pt x="36680" y="46838"/>
                    <a:pt x="36361" y="46884"/>
                  </a:cubicBezTo>
                  <a:cubicBezTo>
                    <a:pt x="36064" y="46907"/>
                    <a:pt x="35836" y="46792"/>
                    <a:pt x="35676" y="46541"/>
                  </a:cubicBezTo>
                  <a:cubicBezTo>
                    <a:pt x="35516" y="46245"/>
                    <a:pt x="35379" y="45948"/>
                    <a:pt x="35265" y="45651"/>
                  </a:cubicBezTo>
                  <a:cubicBezTo>
                    <a:pt x="34603" y="43939"/>
                    <a:pt x="34101" y="42205"/>
                    <a:pt x="33668" y="40424"/>
                  </a:cubicBezTo>
                  <a:cubicBezTo>
                    <a:pt x="32983" y="37754"/>
                    <a:pt x="32298" y="35060"/>
                    <a:pt x="31796" y="32344"/>
                  </a:cubicBezTo>
                  <a:cubicBezTo>
                    <a:pt x="31476" y="30564"/>
                    <a:pt x="31225" y="28761"/>
                    <a:pt x="30974" y="26957"/>
                  </a:cubicBezTo>
                  <a:cubicBezTo>
                    <a:pt x="30723" y="25154"/>
                    <a:pt x="30472" y="23351"/>
                    <a:pt x="30244" y="21548"/>
                  </a:cubicBezTo>
                  <a:cubicBezTo>
                    <a:pt x="30015" y="19859"/>
                    <a:pt x="29810" y="18147"/>
                    <a:pt x="29650" y="16458"/>
                  </a:cubicBezTo>
                  <a:cubicBezTo>
                    <a:pt x="29627" y="16070"/>
                    <a:pt x="29559" y="15704"/>
                    <a:pt x="29513" y="15271"/>
                  </a:cubicBezTo>
                  <a:cubicBezTo>
                    <a:pt x="29308" y="15773"/>
                    <a:pt x="29331" y="16275"/>
                    <a:pt x="29262" y="16754"/>
                  </a:cubicBezTo>
                  <a:cubicBezTo>
                    <a:pt x="28577" y="21274"/>
                    <a:pt x="27459" y="25702"/>
                    <a:pt x="25953" y="30039"/>
                  </a:cubicBezTo>
                  <a:cubicBezTo>
                    <a:pt x="24766" y="33463"/>
                    <a:pt x="23259" y="36749"/>
                    <a:pt x="21433" y="39899"/>
                  </a:cubicBezTo>
                  <a:cubicBezTo>
                    <a:pt x="21091" y="40470"/>
                    <a:pt x="20817" y="41086"/>
                    <a:pt x="20520" y="41702"/>
                  </a:cubicBezTo>
                  <a:cubicBezTo>
                    <a:pt x="20452" y="41817"/>
                    <a:pt x="20406" y="41931"/>
                    <a:pt x="20338" y="42045"/>
                  </a:cubicBezTo>
                  <a:cubicBezTo>
                    <a:pt x="20132" y="42433"/>
                    <a:pt x="19904" y="42570"/>
                    <a:pt x="19584" y="42501"/>
                  </a:cubicBezTo>
                  <a:cubicBezTo>
                    <a:pt x="19288" y="42456"/>
                    <a:pt x="19105" y="42250"/>
                    <a:pt x="19036" y="41839"/>
                  </a:cubicBezTo>
                  <a:cubicBezTo>
                    <a:pt x="19014" y="41702"/>
                    <a:pt x="18968" y="41543"/>
                    <a:pt x="18968" y="41406"/>
                  </a:cubicBezTo>
                  <a:cubicBezTo>
                    <a:pt x="18968" y="40036"/>
                    <a:pt x="18831" y="38644"/>
                    <a:pt x="18900" y="37252"/>
                  </a:cubicBezTo>
                  <a:cubicBezTo>
                    <a:pt x="18991" y="35905"/>
                    <a:pt x="19105" y="34581"/>
                    <a:pt x="19265" y="33234"/>
                  </a:cubicBezTo>
                  <a:cubicBezTo>
                    <a:pt x="19607" y="30335"/>
                    <a:pt x="20064" y="27437"/>
                    <a:pt x="20748" y="24584"/>
                  </a:cubicBezTo>
                  <a:cubicBezTo>
                    <a:pt x="21912" y="19653"/>
                    <a:pt x="23145" y="14723"/>
                    <a:pt x="24560" y="9838"/>
                  </a:cubicBezTo>
                  <a:cubicBezTo>
                    <a:pt x="24583" y="9770"/>
                    <a:pt x="24606" y="9701"/>
                    <a:pt x="24560" y="9610"/>
                  </a:cubicBezTo>
                  <a:cubicBezTo>
                    <a:pt x="24355" y="10044"/>
                    <a:pt x="24149" y="10455"/>
                    <a:pt x="23967" y="10888"/>
                  </a:cubicBezTo>
                  <a:cubicBezTo>
                    <a:pt x="21684" y="15864"/>
                    <a:pt x="19036" y="20635"/>
                    <a:pt x="15909" y="25131"/>
                  </a:cubicBezTo>
                  <a:cubicBezTo>
                    <a:pt x="13764" y="28258"/>
                    <a:pt x="11367" y="31134"/>
                    <a:pt x="8582" y="33714"/>
                  </a:cubicBezTo>
                  <a:cubicBezTo>
                    <a:pt x="8217" y="34079"/>
                    <a:pt x="7829" y="34467"/>
                    <a:pt x="7464" y="34832"/>
                  </a:cubicBezTo>
                  <a:cubicBezTo>
                    <a:pt x="7213" y="35083"/>
                    <a:pt x="6939" y="35243"/>
                    <a:pt x="6574" y="35083"/>
                  </a:cubicBezTo>
                  <a:cubicBezTo>
                    <a:pt x="6254" y="34923"/>
                    <a:pt x="6117" y="34672"/>
                    <a:pt x="6163" y="34216"/>
                  </a:cubicBezTo>
                  <a:cubicBezTo>
                    <a:pt x="6186" y="33736"/>
                    <a:pt x="6323" y="33280"/>
                    <a:pt x="6437" y="32823"/>
                  </a:cubicBezTo>
                  <a:cubicBezTo>
                    <a:pt x="7259" y="29445"/>
                    <a:pt x="8468" y="26227"/>
                    <a:pt x="9952" y="23100"/>
                  </a:cubicBezTo>
                  <a:cubicBezTo>
                    <a:pt x="11847" y="19151"/>
                    <a:pt x="13969" y="15316"/>
                    <a:pt x="16160" y="11550"/>
                  </a:cubicBezTo>
                  <a:cubicBezTo>
                    <a:pt x="16914" y="10249"/>
                    <a:pt x="17713" y="8948"/>
                    <a:pt x="18466" y="7647"/>
                  </a:cubicBezTo>
                  <a:cubicBezTo>
                    <a:pt x="18512" y="7579"/>
                    <a:pt x="18603" y="7510"/>
                    <a:pt x="18557" y="7350"/>
                  </a:cubicBezTo>
                  <a:cubicBezTo>
                    <a:pt x="18123" y="7738"/>
                    <a:pt x="17735" y="8126"/>
                    <a:pt x="17302" y="8492"/>
                  </a:cubicBezTo>
                  <a:cubicBezTo>
                    <a:pt x="14152" y="11299"/>
                    <a:pt x="10728" y="13719"/>
                    <a:pt x="6916" y="15568"/>
                  </a:cubicBezTo>
                  <a:cubicBezTo>
                    <a:pt x="5250" y="16366"/>
                    <a:pt x="3515" y="16960"/>
                    <a:pt x="1758" y="17439"/>
                  </a:cubicBezTo>
                  <a:cubicBezTo>
                    <a:pt x="1484" y="17530"/>
                    <a:pt x="1233" y="17622"/>
                    <a:pt x="959" y="17690"/>
                  </a:cubicBezTo>
                  <a:cubicBezTo>
                    <a:pt x="662" y="17759"/>
                    <a:pt x="388" y="17759"/>
                    <a:pt x="183" y="17485"/>
                  </a:cubicBezTo>
                  <a:cubicBezTo>
                    <a:pt x="0" y="17234"/>
                    <a:pt x="0" y="16960"/>
                    <a:pt x="251" y="16617"/>
                  </a:cubicBezTo>
                  <a:cubicBezTo>
                    <a:pt x="1438" y="15043"/>
                    <a:pt x="2716" y="13559"/>
                    <a:pt x="4177" y="12235"/>
                  </a:cubicBezTo>
                  <a:cubicBezTo>
                    <a:pt x="6642" y="9998"/>
                    <a:pt x="9267" y="7990"/>
                    <a:pt x="11847" y="5890"/>
                  </a:cubicBezTo>
                  <a:cubicBezTo>
                    <a:pt x="13125" y="4840"/>
                    <a:pt x="14426" y="3790"/>
                    <a:pt x="15772" y="2785"/>
                  </a:cubicBezTo>
                  <a:cubicBezTo>
                    <a:pt x="15841" y="2717"/>
                    <a:pt x="15932" y="2694"/>
                    <a:pt x="16001" y="2626"/>
                  </a:cubicBezTo>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50"/>
            <p:cNvSpPr/>
            <p:nvPr/>
          </p:nvSpPr>
          <p:spPr>
            <a:xfrm>
              <a:off x="2274125" y="877675"/>
              <a:ext cx="477075" cy="922175"/>
            </a:xfrm>
            <a:custGeom>
              <a:rect b="b" l="l" r="r" t="t"/>
              <a:pathLst>
                <a:path extrusionOk="0" h="36887" w="19083">
                  <a:moveTo>
                    <a:pt x="15407" y="34193"/>
                  </a:moveTo>
                  <a:cubicBezTo>
                    <a:pt x="15864" y="34672"/>
                    <a:pt x="16480" y="34969"/>
                    <a:pt x="16914" y="35494"/>
                  </a:cubicBezTo>
                  <a:cubicBezTo>
                    <a:pt x="17233" y="35836"/>
                    <a:pt x="17690" y="36133"/>
                    <a:pt x="18124" y="36361"/>
                  </a:cubicBezTo>
                  <a:cubicBezTo>
                    <a:pt x="18283" y="36224"/>
                    <a:pt x="18238" y="36087"/>
                    <a:pt x="18192" y="35973"/>
                  </a:cubicBezTo>
                  <a:cubicBezTo>
                    <a:pt x="18032" y="35425"/>
                    <a:pt x="17827" y="34878"/>
                    <a:pt x="17644" y="34330"/>
                  </a:cubicBezTo>
                  <a:cubicBezTo>
                    <a:pt x="17348" y="33508"/>
                    <a:pt x="17028" y="32664"/>
                    <a:pt x="16709" y="31842"/>
                  </a:cubicBezTo>
                  <a:cubicBezTo>
                    <a:pt x="16298" y="30838"/>
                    <a:pt x="15887" y="29833"/>
                    <a:pt x="15476" y="28852"/>
                  </a:cubicBezTo>
                  <a:cubicBezTo>
                    <a:pt x="14426" y="26432"/>
                    <a:pt x="13262" y="24104"/>
                    <a:pt x="12098" y="21776"/>
                  </a:cubicBezTo>
                  <a:cubicBezTo>
                    <a:pt x="11687" y="20954"/>
                    <a:pt x="11230" y="20178"/>
                    <a:pt x="10774" y="19379"/>
                  </a:cubicBezTo>
                  <a:cubicBezTo>
                    <a:pt x="9404" y="17028"/>
                    <a:pt x="7921" y="14746"/>
                    <a:pt x="6391" y="12486"/>
                  </a:cubicBezTo>
                  <a:cubicBezTo>
                    <a:pt x="5250" y="10820"/>
                    <a:pt x="4109" y="9131"/>
                    <a:pt x="2876" y="7533"/>
                  </a:cubicBezTo>
                  <a:cubicBezTo>
                    <a:pt x="2466" y="7008"/>
                    <a:pt x="1986" y="6552"/>
                    <a:pt x="1621" y="6027"/>
                  </a:cubicBezTo>
                  <a:cubicBezTo>
                    <a:pt x="1256" y="5502"/>
                    <a:pt x="708" y="5159"/>
                    <a:pt x="366" y="4611"/>
                  </a:cubicBezTo>
                  <a:cubicBezTo>
                    <a:pt x="343" y="4566"/>
                    <a:pt x="297" y="4520"/>
                    <a:pt x="274" y="4474"/>
                  </a:cubicBezTo>
                  <a:cubicBezTo>
                    <a:pt x="160" y="4269"/>
                    <a:pt x="0" y="4064"/>
                    <a:pt x="183" y="3813"/>
                  </a:cubicBezTo>
                  <a:cubicBezTo>
                    <a:pt x="297" y="3653"/>
                    <a:pt x="662" y="3653"/>
                    <a:pt x="936" y="3835"/>
                  </a:cubicBezTo>
                  <a:cubicBezTo>
                    <a:pt x="1667" y="4337"/>
                    <a:pt x="2397" y="4840"/>
                    <a:pt x="3105" y="5365"/>
                  </a:cubicBezTo>
                  <a:cubicBezTo>
                    <a:pt x="4223" y="6141"/>
                    <a:pt x="5364" y="6894"/>
                    <a:pt x="6528" y="7602"/>
                  </a:cubicBezTo>
                  <a:cubicBezTo>
                    <a:pt x="6962" y="7853"/>
                    <a:pt x="7464" y="8012"/>
                    <a:pt x="7807" y="8400"/>
                  </a:cubicBezTo>
                  <a:cubicBezTo>
                    <a:pt x="7875" y="8469"/>
                    <a:pt x="7966" y="8492"/>
                    <a:pt x="8035" y="8515"/>
                  </a:cubicBezTo>
                  <a:cubicBezTo>
                    <a:pt x="8948" y="8834"/>
                    <a:pt x="9770" y="9291"/>
                    <a:pt x="10591" y="9770"/>
                  </a:cubicBezTo>
                  <a:cubicBezTo>
                    <a:pt x="10979" y="9998"/>
                    <a:pt x="11413" y="10135"/>
                    <a:pt x="11824" y="10272"/>
                  </a:cubicBezTo>
                  <a:cubicBezTo>
                    <a:pt x="12143" y="10409"/>
                    <a:pt x="12463" y="10546"/>
                    <a:pt x="12783" y="10706"/>
                  </a:cubicBezTo>
                  <a:cubicBezTo>
                    <a:pt x="13148" y="10774"/>
                    <a:pt x="13467" y="11048"/>
                    <a:pt x="13855" y="11025"/>
                  </a:cubicBezTo>
                  <a:cubicBezTo>
                    <a:pt x="13992" y="11185"/>
                    <a:pt x="14175" y="11185"/>
                    <a:pt x="14358" y="11231"/>
                  </a:cubicBezTo>
                  <a:cubicBezTo>
                    <a:pt x="15202" y="11505"/>
                    <a:pt x="16069" y="11756"/>
                    <a:pt x="16937" y="12007"/>
                  </a:cubicBezTo>
                  <a:cubicBezTo>
                    <a:pt x="17302" y="12121"/>
                    <a:pt x="17713" y="12144"/>
                    <a:pt x="18147" y="12281"/>
                  </a:cubicBezTo>
                  <a:cubicBezTo>
                    <a:pt x="17964" y="12052"/>
                    <a:pt x="17873" y="11801"/>
                    <a:pt x="17553" y="12052"/>
                  </a:cubicBezTo>
                  <a:cubicBezTo>
                    <a:pt x="17370" y="12189"/>
                    <a:pt x="17165" y="12098"/>
                    <a:pt x="17028" y="11893"/>
                  </a:cubicBezTo>
                  <a:cubicBezTo>
                    <a:pt x="16937" y="11733"/>
                    <a:pt x="16982" y="11573"/>
                    <a:pt x="17142" y="11459"/>
                  </a:cubicBezTo>
                  <a:cubicBezTo>
                    <a:pt x="17233" y="11368"/>
                    <a:pt x="17553" y="11436"/>
                    <a:pt x="17370" y="11139"/>
                  </a:cubicBezTo>
                  <a:cubicBezTo>
                    <a:pt x="17188" y="11025"/>
                    <a:pt x="17028" y="10888"/>
                    <a:pt x="16937" y="10706"/>
                  </a:cubicBezTo>
                  <a:cubicBezTo>
                    <a:pt x="16686" y="10546"/>
                    <a:pt x="16526" y="10295"/>
                    <a:pt x="16275" y="10158"/>
                  </a:cubicBezTo>
                  <a:cubicBezTo>
                    <a:pt x="15864" y="9816"/>
                    <a:pt x="15453" y="9519"/>
                    <a:pt x="15156" y="9085"/>
                  </a:cubicBezTo>
                  <a:cubicBezTo>
                    <a:pt x="14951" y="8743"/>
                    <a:pt x="14654" y="8606"/>
                    <a:pt x="14312" y="8515"/>
                  </a:cubicBezTo>
                  <a:cubicBezTo>
                    <a:pt x="13992" y="7875"/>
                    <a:pt x="13376" y="7510"/>
                    <a:pt x="12874" y="7054"/>
                  </a:cubicBezTo>
                  <a:cubicBezTo>
                    <a:pt x="12212" y="6437"/>
                    <a:pt x="11459" y="5935"/>
                    <a:pt x="10774" y="5342"/>
                  </a:cubicBezTo>
                  <a:cubicBezTo>
                    <a:pt x="10089" y="4748"/>
                    <a:pt x="9336" y="4269"/>
                    <a:pt x="8606" y="3698"/>
                  </a:cubicBezTo>
                  <a:cubicBezTo>
                    <a:pt x="8469" y="3584"/>
                    <a:pt x="8332" y="3493"/>
                    <a:pt x="8195" y="3379"/>
                  </a:cubicBezTo>
                  <a:cubicBezTo>
                    <a:pt x="8103" y="3310"/>
                    <a:pt x="8012" y="3242"/>
                    <a:pt x="7966" y="3151"/>
                  </a:cubicBezTo>
                  <a:cubicBezTo>
                    <a:pt x="7350" y="2854"/>
                    <a:pt x="6871" y="2397"/>
                    <a:pt x="6323" y="2009"/>
                  </a:cubicBezTo>
                  <a:cubicBezTo>
                    <a:pt x="5866" y="1713"/>
                    <a:pt x="5433" y="1416"/>
                    <a:pt x="4976" y="1119"/>
                  </a:cubicBezTo>
                  <a:cubicBezTo>
                    <a:pt x="4817" y="1028"/>
                    <a:pt x="4657" y="937"/>
                    <a:pt x="4588" y="754"/>
                  </a:cubicBezTo>
                  <a:cubicBezTo>
                    <a:pt x="4497" y="617"/>
                    <a:pt x="4497" y="457"/>
                    <a:pt x="4588" y="320"/>
                  </a:cubicBezTo>
                  <a:cubicBezTo>
                    <a:pt x="4748" y="1"/>
                    <a:pt x="5045" y="69"/>
                    <a:pt x="5296" y="138"/>
                  </a:cubicBezTo>
                  <a:cubicBezTo>
                    <a:pt x="6734" y="548"/>
                    <a:pt x="8217" y="868"/>
                    <a:pt x="9678" y="1142"/>
                  </a:cubicBezTo>
                  <a:cubicBezTo>
                    <a:pt x="10272" y="1279"/>
                    <a:pt x="10888" y="1416"/>
                    <a:pt x="11504" y="1416"/>
                  </a:cubicBezTo>
                  <a:cubicBezTo>
                    <a:pt x="11755" y="1393"/>
                    <a:pt x="11892" y="1553"/>
                    <a:pt x="12006" y="1850"/>
                  </a:cubicBezTo>
                  <a:cubicBezTo>
                    <a:pt x="12235" y="1507"/>
                    <a:pt x="12531" y="1462"/>
                    <a:pt x="12828" y="1530"/>
                  </a:cubicBezTo>
                  <a:cubicBezTo>
                    <a:pt x="13034" y="1598"/>
                    <a:pt x="13079" y="1781"/>
                    <a:pt x="13102" y="1964"/>
                  </a:cubicBezTo>
                  <a:cubicBezTo>
                    <a:pt x="11733" y="1964"/>
                    <a:pt x="10386" y="1713"/>
                    <a:pt x="9039" y="1462"/>
                  </a:cubicBezTo>
                  <a:cubicBezTo>
                    <a:pt x="7875" y="1256"/>
                    <a:pt x="6734" y="982"/>
                    <a:pt x="5593" y="685"/>
                  </a:cubicBezTo>
                  <a:cubicBezTo>
                    <a:pt x="5501" y="663"/>
                    <a:pt x="5410" y="640"/>
                    <a:pt x="5273" y="708"/>
                  </a:cubicBezTo>
                  <a:cubicBezTo>
                    <a:pt x="5570" y="914"/>
                    <a:pt x="5866" y="1119"/>
                    <a:pt x="6163" y="1325"/>
                  </a:cubicBezTo>
                  <a:cubicBezTo>
                    <a:pt x="10477" y="4315"/>
                    <a:pt x="14540" y="7602"/>
                    <a:pt x="18169" y="11368"/>
                  </a:cubicBezTo>
                  <a:cubicBezTo>
                    <a:pt x="18398" y="11596"/>
                    <a:pt x="18580" y="11824"/>
                    <a:pt x="18808" y="12052"/>
                  </a:cubicBezTo>
                  <a:cubicBezTo>
                    <a:pt x="18968" y="12235"/>
                    <a:pt x="19082" y="12463"/>
                    <a:pt x="18945" y="12692"/>
                  </a:cubicBezTo>
                  <a:cubicBezTo>
                    <a:pt x="18808" y="12943"/>
                    <a:pt x="18557" y="12943"/>
                    <a:pt x="18329" y="12897"/>
                  </a:cubicBezTo>
                  <a:cubicBezTo>
                    <a:pt x="18032" y="12828"/>
                    <a:pt x="17758" y="12760"/>
                    <a:pt x="17485" y="12669"/>
                  </a:cubicBezTo>
                  <a:cubicBezTo>
                    <a:pt x="15544" y="12075"/>
                    <a:pt x="13604" y="11505"/>
                    <a:pt x="11755" y="10729"/>
                  </a:cubicBezTo>
                  <a:cubicBezTo>
                    <a:pt x="8834" y="9496"/>
                    <a:pt x="6095" y="7990"/>
                    <a:pt x="3493" y="6186"/>
                  </a:cubicBezTo>
                  <a:cubicBezTo>
                    <a:pt x="2808" y="5730"/>
                    <a:pt x="2146" y="5251"/>
                    <a:pt x="1461" y="4794"/>
                  </a:cubicBezTo>
                  <a:cubicBezTo>
                    <a:pt x="1370" y="4726"/>
                    <a:pt x="1279" y="4611"/>
                    <a:pt x="1142" y="4611"/>
                  </a:cubicBezTo>
                  <a:cubicBezTo>
                    <a:pt x="1096" y="4771"/>
                    <a:pt x="1233" y="4840"/>
                    <a:pt x="1301" y="4931"/>
                  </a:cubicBezTo>
                  <a:cubicBezTo>
                    <a:pt x="3059" y="6871"/>
                    <a:pt x="4611" y="8994"/>
                    <a:pt x="6072" y="11162"/>
                  </a:cubicBezTo>
                  <a:cubicBezTo>
                    <a:pt x="7807" y="13696"/>
                    <a:pt x="9519" y="16229"/>
                    <a:pt x="11048" y="18877"/>
                  </a:cubicBezTo>
                  <a:cubicBezTo>
                    <a:pt x="12509" y="21456"/>
                    <a:pt x="13810" y="24127"/>
                    <a:pt x="15088" y="26820"/>
                  </a:cubicBezTo>
                  <a:cubicBezTo>
                    <a:pt x="16435" y="29674"/>
                    <a:pt x="17553" y="32641"/>
                    <a:pt x="18603" y="35631"/>
                  </a:cubicBezTo>
                  <a:cubicBezTo>
                    <a:pt x="18671" y="35791"/>
                    <a:pt x="18740" y="35928"/>
                    <a:pt x="18763" y="36087"/>
                  </a:cubicBezTo>
                  <a:cubicBezTo>
                    <a:pt x="18831" y="36316"/>
                    <a:pt x="18808" y="36521"/>
                    <a:pt x="18626" y="36704"/>
                  </a:cubicBezTo>
                  <a:cubicBezTo>
                    <a:pt x="18420" y="36886"/>
                    <a:pt x="18192" y="36863"/>
                    <a:pt x="17964" y="36795"/>
                  </a:cubicBezTo>
                  <a:cubicBezTo>
                    <a:pt x="17850" y="36749"/>
                    <a:pt x="17736" y="36681"/>
                    <a:pt x="17622" y="36612"/>
                  </a:cubicBezTo>
                  <a:cubicBezTo>
                    <a:pt x="16663" y="35882"/>
                    <a:pt x="15750" y="35106"/>
                    <a:pt x="14951" y="34193"/>
                  </a:cubicBezTo>
                  <a:cubicBezTo>
                    <a:pt x="14997" y="34193"/>
                    <a:pt x="15042" y="34193"/>
                    <a:pt x="15065" y="34193"/>
                  </a:cubicBezTo>
                  <a:cubicBezTo>
                    <a:pt x="15179" y="34124"/>
                    <a:pt x="15293" y="34124"/>
                    <a:pt x="15407" y="34193"/>
                  </a:cubicBezTo>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50"/>
            <p:cNvSpPr/>
            <p:nvPr/>
          </p:nvSpPr>
          <p:spPr>
            <a:xfrm>
              <a:off x="2601675" y="911925"/>
              <a:ext cx="95875" cy="17700"/>
            </a:xfrm>
            <a:custGeom>
              <a:rect b="b" l="l" r="r" t="t"/>
              <a:pathLst>
                <a:path extrusionOk="0" h="708" w="3835">
                  <a:moveTo>
                    <a:pt x="0" y="594"/>
                  </a:moveTo>
                  <a:cubicBezTo>
                    <a:pt x="320" y="594"/>
                    <a:pt x="594" y="525"/>
                    <a:pt x="890" y="343"/>
                  </a:cubicBezTo>
                  <a:cubicBezTo>
                    <a:pt x="1507" y="0"/>
                    <a:pt x="2214" y="0"/>
                    <a:pt x="2808" y="343"/>
                  </a:cubicBezTo>
                  <a:cubicBezTo>
                    <a:pt x="3173" y="548"/>
                    <a:pt x="3470" y="571"/>
                    <a:pt x="3835" y="594"/>
                  </a:cubicBezTo>
                  <a:cubicBezTo>
                    <a:pt x="3766" y="616"/>
                    <a:pt x="3698" y="662"/>
                    <a:pt x="3629" y="662"/>
                  </a:cubicBezTo>
                  <a:cubicBezTo>
                    <a:pt x="2488" y="708"/>
                    <a:pt x="1347" y="708"/>
                    <a:pt x="183" y="662"/>
                  </a:cubicBezTo>
                  <a:cubicBezTo>
                    <a:pt x="137" y="662"/>
                    <a:pt x="69" y="616"/>
                    <a:pt x="0" y="594"/>
                  </a:cubicBezTo>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7" name="Google Shape;2017;p50"/>
          <p:cNvSpPr/>
          <p:nvPr/>
        </p:nvSpPr>
        <p:spPr>
          <a:xfrm>
            <a:off x="339916" y="3324038"/>
            <a:ext cx="419225" cy="407390"/>
          </a:xfrm>
          <a:custGeom>
            <a:rect b="b" l="l" r="r" t="t"/>
            <a:pathLst>
              <a:path extrusionOk="0" h="13811" w="14211">
                <a:moveTo>
                  <a:pt x="3409" y="1"/>
                </a:moveTo>
                <a:cubicBezTo>
                  <a:pt x="3409" y="1"/>
                  <a:pt x="2181" y="3485"/>
                  <a:pt x="3359" y="5239"/>
                </a:cubicBezTo>
                <a:lnTo>
                  <a:pt x="0" y="8723"/>
                </a:lnTo>
                <a:cubicBezTo>
                  <a:pt x="1211" y="9250"/>
                  <a:pt x="2399" y="9388"/>
                  <a:pt x="3308" y="9388"/>
                </a:cubicBezTo>
                <a:cubicBezTo>
                  <a:pt x="4301" y="9388"/>
                  <a:pt x="4963" y="9224"/>
                  <a:pt x="4963" y="9224"/>
                </a:cubicBezTo>
                <a:lnTo>
                  <a:pt x="6617" y="13810"/>
                </a:lnTo>
                <a:cubicBezTo>
                  <a:pt x="8421" y="12633"/>
                  <a:pt x="9023" y="9224"/>
                  <a:pt x="9023" y="9224"/>
                </a:cubicBezTo>
                <a:cubicBezTo>
                  <a:pt x="9441" y="9400"/>
                  <a:pt x="9888" y="9471"/>
                  <a:pt x="10337" y="9471"/>
                </a:cubicBezTo>
                <a:cubicBezTo>
                  <a:pt x="12253" y="9471"/>
                  <a:pt x="14211" y="8171"/>
                  <a:pt x="14211" y="8171"/>
                </a:cubicBezTo>
                <a:cubicBezTo>
                  <a:pt x="13183" y="6292"/>
                  <a:pt x="9624" y="5790"/>
                  <a:pt x="9624" y="5790"/>
                </a:cubicBezTo>
                <a:lnTo>
                  <a:pt x="10401" y="1530"/>
                </a:lnTo>
                <a:cubicBezTo>
                  <a:pt x="10329" y="1511"/>
                  <a:pt x="10252" y="1503"/>
                  <a:pt x="10171" y="1503"/>
                </a:cubicBezTo>
                <a:cubicBezTo>
                  <a:pt x="8830" y="1503"/>
                  <a:pt x="6467" y="3911"/>
                  <a:pt x="6467" y="3911"/>
                </a:cubicBezTo>
                <a:lnTo>
                  <a:pt x="340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2800"/>
              <a:buFont typeface="Barlow Condensed SemiBold"/>
              <a:buNone/>
              <a:defRPr sz="2800">
                <a:solidFill>
                  <a:schemeClr val="dk1"/>
                </a:solidFill>
                <a:latin typeface="Barlow Condensed SemiBold"/>
                <a:ea typeface="Barlow Condensed SemiBold"/>
                <a:cs typeface="Barlow Condensed SemiBold"/>
                <a:sym typeface="Barlow Condensed SemiBold"/>
              </a:defRPr>
            </a:lvl1pPr>
            <a:lvl2pPr lvl="1">
              <a:lnSpc>
                <a:spcPct val="80000"/>
              </a:lnSpc>
              <a:spcBef>
                <a:spcPts val="0"/>
              </a:spcBef>
              <a:spcAft>
                <a:spcPts val="0"/>
              </a:spcAft>
              <a:buClr>
                <a:schemeClr val="dk1"/>
              </a:buClr>
              <a:buSzPts val="2800"/>
              <a:buNone/>
              <a:defRPr sz="2800">
                <a:solidFill>
                  <a:schemeClr val="dk1"/>
                </a:solidFill>
              </a:defRPr>
            </a:lvl2pPr>
            <a:lvl3pPr lvl="2">
              <a:lnSpc>
                <a:spcPct val="80000"/>
              </a:lnSpc>
              <a:spcBef>
                <a:spcPts val="0"/>
              </a:spcBef>
              <a:spcAft>
                <a:spcPts val="0"/>
              </a:spcAft>
              <a:buClr>
                <a:schemeClr val="dk1"/>
              </a:buClr>
              <a:buSzPts val="2800"/>
              <a:buNone/>
              <a:defRPr sz="2800">
                <a:solidFill>
                  <a:schemeClr val="dk1"/>
                </a:solidFill>
              </a:defRPr>
            </a:lvl3pPr>
            <a:lvl4pPr lvl="3">
              <a:lnSpc>
                <a:spcPct val="80000"/>
              </a:lnSpc>
              <a:spcBef>
                <a:spcPts val="0"/>
              </a:spcBef>
              <a:spcAft>
                <a:spcPts val="0"/>
              </a:spcAft>
              <a:buClr>
                <a:schemeClr val="dk1"/>
              </a:buClr>
              <a:buSzPts val="2800"/>
              <a:buNone/>
              <a:defRPr sz="2800">
                <a:solidFill>
                  <a:schemeClr val="dk1"/>
                </a:solidFill>
              </a:defRPr>
            </a:lvl4pPr>
            <a:lvl5pPr lvl="4">
              <a:lnSpc>
                <a:spcPct val="80000"/>
              </a:lnSpc>
              <a:spcBef>
                <a:spcPts val="0"/>
              </a:spcBef>
              <a:spcAft>
                <a:spcPts val="0"/>
              </a:spcAft>
              <a:buClr>
                <a:schemeClr val="dk1"/>
              </a:buClr>
              <a:buSzPts val="2800"/>
              <a:buNone/>
              <a:defRPr sz="2800">
                <a:solidFill>
                  <a:schemeClr val="dk1"/>
                </a:solidFill>
              </a:defRPr>
            </a:lvl5pPr>
            <a:lvl6pPr lvl="5">
              <a:lnSpc>
                <a:spcPct val="80000"/>
              </a:lnSpc>
              <a:spcBef>
                <a:spcPts val="0"/>
              </a:spcBef>
              <a:spcAft>
                <a:spcPts val="0"/>
              </a:spcAft>
              <a:buClr>
                <a:schemeClr val="dk1"/>
              </a:buClr>
              <a:buSzPts val="2800"/>
              <a:buNone/>
              <a:defRPr sz="2800">
                <a:solidFill>
                  <a:schemeClr val="dk1"/>
                </a:solidFill>
              </a:defRPr>
            </a:lvl6pPr>
            <a:lvl7pPr lvl="6">
              <a:lnSpc>
                <a:spcPct val="80000"/>
              </a:lnSpc>
              <a:spcBef>
                <a:spcPts val="0"/>
              </a:spcBef>
              <a:spcAft>
                <a:spcPts val="0"/>
              </a:spcAft>
              <a:buClr>
                <a:schemeClr val="dk1"/>
              </a:buClr>
              <a:buSzPts val="2800"/>
              <a:buNone/>
              <a:defRPr sz="2800">
                <a:solidFill>
                  <a:schemeClr val="dk1"/>
                </a:solidFill>
              </a:defRPr>
            </a:lvl7pPr>
            <a:lvl8pPr lvl="7">
              <a:lnSpc>
                <a:spcPct val="80000"/>
              </a:lnSpc>
              <a:spcBef>
                <a:spcPts val="0"/>
              </a:spcBef>
              <a:spcAft>
                <a:spcPts val="0"/>
              </a:spcAft>
              <a:buClr>
                <a:schemeClr val="dk1"/>
              </a:buClr>
              <a:buSzPts val="2800"/>
              <a:buNone/>
              <a:defRPr sz="2800">
                <a:solidFill>
                  <a:schemeClr val="dk1"/>
                </a:solidFill>
              </a:defRPr>
            </a:lvl8pPr>
            <a:lvl9pPr lvl="8">
              <a:lnSpc>
                <a:spcPct val="80000"/>
              </a:lnSpc>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2"/>
              </a:buClr>
              <a:buSzPts val="1400"/>
              <a:buFont typeface="Arvo"/>
              <a:buChar char="●"/>
              <a:defRPr>
                <a:solidFill>
                  <a:schemeClr val="dk2"/>
                </a:solidFill>
                <a:latin typeface="Arvo"/>
                <a:ea typeface="Arvo"/>
                <a:cs typeface="Arvo"/>
                <a:sym typeface="Arvo"/>
              </a:defRPr>
            </a:lvl1pPr>
            <a:lvl2pPr indent="-317500" lvl="1" marL="9144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2pPr>
            <a:lvl3pPr indent="-317500" lvl="2" marL="13716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3pPr>
            <a:lvl4pPr indent="-317500" lvl="3" marL="18288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4pPr>
            <a:lvl5pPr indent="-317500" lvl="4" marL="22860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5pPr>
            <a:lvl6pPr indent="-317500" lvl="5" marL="27432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6pPr>
            <a:lvl7pPr indent="-317500" lvl="6" marL="32004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7pPr>
            <a:lvl8pPr indent="-317500" lvl="7" marL="3657600">
              <a:lnSpc>
                <a:spcPct val="100000"/>
              </a:lnSpc>
              <a:spcBef>
                <a:spcPts val="1600"/>
              </a:spcBef>
              <a:spcAft>
                <a:spcPts val="0"/>
              </a:spcAft>
              <a:buClr>
                <a:schemeClr val="dk2"/>
              </a:buClr>
              <a:buSzPts val="1400"/>
              <a:buFont typeface="Arvo"/>
              <a:buChar char="○"/>
              <a:defRPr>
                <a:solidFill>
                  <a:schemeClr val="dk2"/>
                </a:solidFill>
                <a:latin typeface="Arvo"/>
                <a:ea typeface="Arvo"/>
                <a:cs typeface="Arvo"/>
                <a:sym typeface="Arvo"/>
              </a:defRPr>
            </a:lvl8pPr>
            <a:lvl9pPr indent="-317500" lvl="8" marL="4114800">
              <a:lnSpc>
                <a:spcPct val="100000"/>
              </a:lnSpc>
              <a:spcBef>
                <a:spcPts val="1600"/>
              </a:spcBef>
              <a:spcAft>
                <a:spcPts val="1600"/>
              </a:spcAft>
              <a:buClr>
                <a:schemeClr val="dk2"/>
              </a:buClr>
              <a:buSzPts val="1400"/>
              <a:buFont typeface="Arvo"/>
              <a:buChar char="■"/>
              <a:defRPr>
                <a:solidFill>
                  <a:schemeClr val="dk2"/>
                </a:solidFill>
                <a:latin typeface="Arvo"/>
                <a:ea typeface="Arvo"/>
                <a:cs typeface="Arvo"/>
                <a:sym typeface="Arv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youtube.com/watch?v=uRJ4pHVGJzw"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www.youtube.com/watch?v=uRJ4pHVGJzw" TargetMode="Externa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www.youtube.com/watch?v=Pm2BvdiZUXA" TargetMode="External"/><Relationship Id="rId4" Type="http://schemas.openxmlformats.org/officeDocument/2006/relationships/image" Target="../media/image10.jpg"/><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docs.google.com/document/d/1PMCCTiYN-HJdItNe-4I7IGABTgB0ZAM2WQWvB951xYo/edit?usp=sharin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www.youtube.com/watch?v=Pm2BvdiZUXA" TargetMode="External"/><Relationship Id="rId4" Type="http://schemas.openxmlformats.org/officeDocument/2006/relationships/image" Target="../media/image1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www.youtube.com/watch?v=Pm2BvdiZUXA" TargetMode="External"/><Relationship Id="rId4" Type="http://schemas.openxmlformats.org/officeDocument/2006/relationships/image" Target="../media/image1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www.youtube.com/watch?v=Pm2BvdiZUXA" TargetMode="External"/><Relationship Id="rId4" Type="http://schemas.openxmlformats.org/officeDocument/2006/relationships/image" Target="../media/image10.jpg"/><Relationship Id="rId5"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16.png"/><Relationship Id="rId9" Type="http://schemas.openxmlformats.org/officeDocument/2006/relationships/image" Target="../media/image21.jp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hyperlink" Target="http://www.youtube.com/watch?v=u_BcMXgws6Y"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www.youtube.com/watch?v=Pm2BvdiZUXA" TargetMode="External"/><Relationship Id="rId4" Type="http://schemas.openxmlformats.org/officeDocument/2006/relationships/image" Target="../media/image10.jpg"/><Relationship Id="rId5"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www.menti.com/alumu9bm1jyy" TargetMode="Externa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www.youtube.com/watch?v=Pm2BvdiZUXA" TargetMode="External"/><Relationship Id="rId4" Type="http://schemas.openxmlformats.org/officeDocument/2006/relationships/image" Target="../media/image1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hyperlink" Target="http://www.youtube.com/watch?v=Pm2BvdiZUXA" TargetMode="External"/><Relationship Id="rId4" Type="http://schemas.openxmlformats.org/officeDocument/2006/relationships/image" Target="../media/image10.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hyperlink" Target="http://www.youtube.com/watch?v=Pm2BvdiZUXA" TargetMode="External"/><Relationship Id="rId4" Type="http://schemas.openxmlformats.org/officeDocument/2006/relationships/image" Target="../media/image10.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hyperlink" Target="http://www.youtube.com/watch?v=Pm2BvdiZUXA" TargetMode="External"/><Relationship Id="rId4" Type="http://schemas.openxmlformats.org/officeDocument/2006/relationships/image" Target="../media/image1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https://docs.google.com/document/d/1gOyC8OhcYVEamDbV99jzUbs-hY47brnAqx7ttMZ4PnY/edit?usp=sharing"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hyperlink" Target="http://www.youtube.com/watch?v=Pm2BvdiZUXA" TargetMode="External"/><Relationship Id="rId4" Type="http://schemas.openxmlformats.org/officeDocument/2006/relationships/image" Target="../media/image10.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hyperlink" Target="https://docs.google.com/document/d/1gOyC8OhcYVEamDbV99jzUbs-hY47brnAqx7ttMZ4PnY/edit?usp=sharing"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hyperlink" Target="http://www.youtube.com/watch?v=Pm2BvdiZUXA" TargetMode="External"/><Relationship Id="rId4" Type="http://schemas.openxmlformats.org/officeDocument/2006/relationships/image" Target="../media/image10.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hyperlink" Target="http://www.youtube.com/watch?v=Pm2BvdiZUXA" TargetMode="External"/><Relationship Id="rId4" Type="http://schemas.openxmlformats.org/officeDocument/2006/relationships/image" Target="../media/image10.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hyperlink" Target="http://www.youtube.com/watch?v=Pm2BvdiZUXA" TargetMode="External"/><Relationship Id="rId4" Type="http://schemas.openxmlformats.org/officeDocument/2006/relationships/image" Target="../media/image10.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hyperlink" Target="http://www.youtube.com/watch?v=Pm2BvdiZUXA" TargetMode="External"/><Relationship Id="rId4" Type="http://schemas.openxmlformats.org/officeDocument/2006/relationships/image" Target="../media/image10.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hyperlink" Target="https://www.health.govt.nz/maori-health/maori-health-models/te-whare-tapa-wha"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hyperlink" Target="https://www.health.govt.nz/maori-health/maori-health-models/te-whare-tapa-wh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2" name="Shape 2022"/>
        <p:cNvGrpSpPr/>
        <p:nvPr/>
      </p:nvGrpSpPr>
      <p:grpSpPr>
        <a:xfrm>
          <a:off x="0" y="0"/>
          <a:ext cx="0" cy="0"/>
          <a:chOff x="0" y="0"/>
          <a:chExt cx="0" cy="0"/>
        </a:xfrm>
      </p:grpSpPr>
      <p:sp>
        <p:nvSpPr>
          <p:cNvPr id="2023" name="Google Shape;2023;p51"/>
          <p:cNvSpPr txBox="1"/>
          <p:nvPr>
            <p:ph type="ctrTitle"/>
          </p:nvPr>
        </p:nvSpPr>
        <p:spPr>
          <a:xfrm>
            <a:off x="2194950" y="481575"/>
            <a:ext cx="4746300" cy="20526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121"/>
                </a:solidFill>
                <a:latin typeface="Luckiest Guy"/>
                <a:ea typeface="Luckiest Guy"/>
                <a:cs typeface="Luckiest Guy"/>
                <a:sym typeface="Luckiest Guy"/>
              </a:rPr>
              <a:t>L2 health</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Do now</a:t>
            </a:r>
            <a:endParaRPr>
              <a:solidFill>
                <a:srgbClr val="212121"/>
              </a:solidFill>
              <a:latin typeface="Luckiest Guy"/>
              <a:ea typeface="Luckiest Guy"/>
              <a:cs typeface="Luckiest Guy"/>
              <a:sym typeface="Luckiest Guy"/>
            </a:endParaRPr>
          </a:p>
        </p:txBody>
      </p:sp>
      <p:sp>
        <p:nvSpPr>
          <p:cNvPr id="2024" name="Google Shape;2024;p51"/>
          <p:cNvSpPr txBox="1"/>
          <p:nvPr>
            <p:ph idx="1" type="subTitle"/>
          </p:nvPr>
        </p:nvSpPr>
        <p:spPr>
          <a:xfrm>
            <a:off x="1540775" y="2381775"/>
            <a:ext cx="5718600" cy="1875000"/>
          </a:xfrm>
          <a:prstGeom prst="rect">
            <a:avLst/>
          </a:prstGeom>
        </p:spPr>
        <p:txBody>
          <a:bodyPr anchorCtr="0" anchor="t" bIns="91425" lIns="91425" spcFirstLastPara="1" rIns="91425" wrap="square" tIns="91425">
            <a:noAutofit/>
          </a:bodyPr>
          <a:lstStyle/>
          <a:p>
            <a:pPr indent="-342900" lvl="0" marL="457200" rtl="0" algn="ctr">
              <a:spcBef>
                <a:spcPts val="0"/>
              </a:spcBef>
              <a:spcAft>
                <a:spcPts val="0"/>
              </a:spcAft>
              <a:buSzPts val="1800"/>
              <a:buFont typeface="Jost"/>
              <a:buAutoNum type="arabicPeriod"/>
            </a:pPr>
            <a:r>
              <a:rPr lang="en">
                <a:latin typeface="Jost"/>
                <a:ea typeface="Jost"/>
                <a:cs typeface="Jost"/>
                <a:sym typeface="Jost"/>
              </a:rPr>
              <a:t>Create a line standing in alphabetical order of your first name</a:t>
            </a:r>
            <a:endParaRPr>
              <a:latin typeface="Jost"/>
              <a:ea typeface="Jost"/>
              <a:cs typeface="Jost"/>
              <a:sym typeface="Jost"/>
            </a:endParaRPr>
          </a:p>
        </p:txBody>
      </p:sp>
      <p:sp>
        <p:nvSpPr>
          <p:cNvPr id="2025" name="Google Shape;2025;p51"/>
          <p:cNvSpPr/>
          <p:nvPr/>
        </p:nvSpPr>
        <p:spPr>
          <a:xfrm rot="10800000">
            <a:off x="-76200" y="1690558"/>
            <a:ext cx="382257" cy="44170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51"/>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51"/>
          <p:cNvSpPr/>
          <p:nvPr/>
        </p:nvSpPr>
        <p:spPr>
          <a:xfrm rot="10800000">
            <a:off x="-76200" y="143724"/>
            <a:ext cx="382257" cy="663476"/>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51"/>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51"/>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51"/>
          <p:cNvSpPr/>
          <p:nvPr/>
        </p:nvSpPr>
        <p:spPr>
          <a:xfrm rot="10800000">
            <a:off x="686447" y="1690558"/>
            <a:ext cx="380418" cy="44170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51"/>
          <p:cNvSpPr/>
          <p:nvPr/>
        </p:nvSpPr>
        <p:spPr>
          <a:xfrm rot="10800000">
            <a:off x="684609" y="1248865"/>
            <a:ext cx="384095" cy="661630"/>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51"/>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51"/>
          <p:cNvSpPr/>
          <p:nvPr/>
        </p:nvSpPr>
        <p:spPr>
          <a:xfrm rot="10800000">
            <a:off x="680965" y="269200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51"/>
          <p:cNvSpPr/>
          <p:nvPr/>
        </p:nvSpPr>
        <p:spPr>
          <a:xfrm rot="10800000">
            <a:off x="306043" y="2132251"/>
            <a:ext cx="380418" cy="44216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51"/>
          <p:cNvSpPr/>
          <p:nvPr/>
        </p:nvSpPr>
        <p:spPr>
          <a:xfrm rot="10800000">
            <a:off x="306043" y="-76200"/>
            <a:ext cx="760822" cy="44170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51"/>
          <p:cNvSpPr/>
          <p:nvPr/>
        </p:nvSpPr>
        <p:spPr>
          <a:xfrm rot="10800000">
            <a:off x="306043" y="143724"/>
            <a:ext cx="380418" cy="663476"/>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51"/>
          <p:cNvSpPr/>
          <p:nvPr/>
        </p:nvSpPr>
        <p:spPr>
          <a:xfrm rot="10800000">
            <a:off x="306043" y="585416"/>
            <a:ext cx="380418" cy="44169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51"/>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51"/>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51"/>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51"/>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51"/>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51"/>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51"/>
          <p:cNvSpPr/>
          <p:nvPr/>
        </p:nvSpPr>
        <p:spPr>
          <a:xfrm rot="10800000">
            <a:off x="1066851" y="1248865"/>
            <a:ext cx="382257" cy="661630"/>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51"/>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51"/>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51"/>
          <p:cNvSpPr/>
          <p:nvPr/>
        </p:nvSpPr>
        <p:spPr>
          <a:xfrm rot="10800000">
            <a:off x="2069765" y="-76210"/>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51"/>
          <p:cNvSpPr/>
          <p:nvPr/>
        </p:nvSpPr>
        <p:spPr>
          <a:xfrm rot="10800000">
            <a:off x="1066851" y="-76200"/>
            <a:ext cx="382257" cy="88340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51"/>
          <p:cNvSpPr/>
          <p:nvPr/>
        </p:nvSpPr>
        <p:spPr>
          <a:xfrm rot="10800000">
            <a:off x="1066851" y="585416"/>
            <a:ext cx="382257" cy="44169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51"/>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51"/>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51"/>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51"/>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51"/>
          <p:cNvSpPr/>
          <p:nvPr/>
        </p:nvSpPr>
        <p:spPr>
          <a:xfrm>
            <a:off x="8652474" y="316885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51"/>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51"/>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51"/>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51"/>
          <p:cNvSpPr/>
          <p:nvPr/>
        </p:nvSpPr>
        <p:spPr>
          <a:xfrm>
            <a:off x="7822482" y="3491070"/>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51"/>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e 15 minute roller coaster countdown timer is here with a vengeance! 🎢 Can you make it through every coaster without needing a break or...puking your guts out! 🤮 Hold on tight and buckle up for a wild ride. These coasters hold nothing back.&#10;&#10;🚨 SUBSCRIBE https://bit.ly/30COX6E&#10;&#10;👉 Support Timer Topia&#10;https://bit.ly/3pkGmo7&#10; &#10;💬 JOIN US IN THE COMMENTS&#10;WE LIKE TO HAVE FUN!&#10;&#10;#timertopia &#10;&#10; ------" id="2060" name="Google Shape;2060;p51" title="15 Min Countdown Timer (Roller Coaster) 🎢">
            <a:hlinkClick r:id="rId3"/>
          </p:cNvPr>
          <p:cNvPicPr preferRelativeResize="0"/>
          <p:nvPr/>
        </p:nvPicPr>
        <p:blipFill>
          <a:blip r:embed="rId4">
            <a:alphaModFix/>
          </a:blip>
          <a:stretch>
            <a:fillRect/>
          </a:stretch>
        </p:blipFill>
        <p:spPr>
          <a:xfrm>
            <a:off x="3448371" y="3627925"/>
            <a:ext cx="2239466" cy="125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40"/>
                                        </p:tgtEl>
                                        <p:attrNameLst>
                                          <p:attrName>style.visibility</p:attrName>
                                        </p:attrNameLst>
                                      </p:cBhvr>
                                      <p:to>
                                        <p:strVal val="visible"/>
                                      </p:to>
                                    </p:set>
                                    <p:anim calcmode="lin" valueType="num">
                                      <p:cBhvr additive="base">
                                        <p:cTn dur="200"/>
                                        <p:tgtEl>
                                          <p:spTgt spid="2040"/>
                                        </p:tgtEl>
                                        <p:attrNameLst>
                                          <p:attrName>ppt_w</p:attrName>
                                        </p:attrNameLst>
                                      </p:cBhvr>
                                      <p:tavLst>
                                        <p:tav fmla="" tm="0">
                                          <p:val>
                                            <p:strVal val="0"/>
                                          </p:val>
                                        </p:tav>
                                        <p:tav fmla="" tm="100000">
                                          <p:val>
                                            <p:strVal val="#ppt_w"/>
                                          </p:val>
                                        </p:tav>
                                      </p:tavLst>
                                    </p:anim>
                                    <p:anim calcmode="lin" valueType="num">
                                      <p:cBhvr additive="base">
                                        <p:cTn dur="200"/>
                                        <p:tgtEl>
                                          <p:spTgt spid="2040"/>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048"/>
                                        </p:tgtEl>
                                        <p:attrNameLst>
                                          <p:attrName>style.visibility</p:attrName>
                                        </p:attrNameLst>
                                      </p:cBhvr>
                                      <p:to>
                                        <p:strVal val="visible"/>
                                      </p:to>
                                    </p:set>
                                    <p:anim calcmode="lin" valueType="num">
                                      <p:cBhvr additive="base">
                                        <p:cTn dur="200"/>
                                        <p:tgtEl>
                                          <p:spTgt spid="2048"/>
                                        </p:tgtEl>
                                        <p:attrNameLst>
                                          <p:attrName>ppt_w</p:attrName>
                                        </p:attrNameLst>
                                      </p:cBhvr>
                                      <p:tavLst>
                                        <p:tav fmla="" tm="0">
                                          <p:val>
                                            <p:strVal val="0"/>
                                          </p:val>
                                        </p:tav>
                                        <p:tav fmla="" tm="100000">
                                          <p:val>
                                            <p:strVal val="#ppt_w"/>
                                          </p:val>
                                        </p:tav>
                                      </p:tavLst>
                                    </p:anim>
                                    <p:anim calcmode="lin" valueType="num">
                                      <p:cBhvr additive="base">
                                        <p:cTn dur="200"/>
                                        <p:tgtEl>
                                          <p:spTgt spid="2048"/>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036"/>
                                        </p:tgtEl>
                                        <p:attrNameLst>
                                          <p:attrName>style.visibility</p:attrName>
                                        </p:attrNameLst>
                                      </p:cBhvr>
                                      <p:to>
                                        <p:strVal val="visible"/>
                                      </p:to>
                                    </p:set>
                                    <p:anim calcmode="lin" valueType="num">
                                      <p:cBhvr additive="base">
                                        <p:cTn dur="200"/>
                                        <p:tgtEl>
                                          <p:spTgt spid="2036"/>
                                        </p:tgtEl>
                                        <p:attrNameLst>
                                          <p:attrName>ppt_w</p:attrName>
                                        </p:attrNameLst>
                                      </p:cBhvr>
                                      <p:tavLst>
                                        <p:tav fmla="" tm="0">
                                          <p:val>
                                            <p:strVal val="0"/>
                                          </p:val>
                                        </p:tav>
                                        <p:tav fmla="" tm="100000">
                                          <p:val>
                                            <p:strVal val="#ppt_w"/>
                                          </p:val>
                                        </p:tav>
                                      </p:tavLst>
                                    </p:anim>
                                    <p:anim calcmode="lin" valueType="num">
                                      <p:cBhvr additive="base">
                                        <p:cTn dur="200"/>
                                        <p:tgtEl>
                                          <p:spTgt spid="203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023"/>
                                        </p:tgtEl>
                                        <p:attrNameLst>
                                          <p:attrName>style.visibility</p:attrName>
                                        </p:attrNameLst>
                                      </p:cBhvr>
                                      <p:to>
                                        <p:strVal val="visible"/>
                                      </p:to>
                                    </p:set>
                                    <p:animEffect filter="fade" transition="in">
                                      <p:cBhvr>
                                        <p:cTn dur="300"/>
                                        <p:tgtEl>
                                          <p:spTgt spid="2023"/>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026"/>
                                        </p:tgtEl>
                                        <p:attrNameLst>
                                          <p:attrName>style.visibility</p:attrName>
                                        </p:attrNameLst>
                                      </p:cBhvr>
                                      <p:to>
                                        <p:strVal val="visible"/>
                                      </p:to>
                                    </p:set>
                                    <p:anim calcmode="lin" valueType="num">
                                      <p:cBhvr additive="base">
                                        <p:cTn dur="200"/>
                                        <p:tgtEl>
                                          <p:spTgt spid="2026"/>
                                        </p:tgtEl>
                                        <p:attrNameLst>
                                          <p:attrName>ppt_w</p:attrName>
                                        </p:attrNameLst>
                                      </p:cBhvr>
                                      <p:tavLst>
                                        <p:tav fmla="" tm="0">
                                          <p:val>
                                            <p:strVal val="0"/>
                                          </p:val>
                                        </p:tav>
                                        <p:tav fmla="" tm="100000">
                                          <p:val>
                                            <p:strVal val="#ppt_w"/>
                                          </p:val>
                                        </p:tav>
                                      </p:tavLst>
                                    </p:anim>
                                    <p:anim calcmode="lin" valueType="num">
                                      <p:cBhvr additive="base">
                                        <p:cTn dur="200"/>
                                        <p:tgtEl>
                                          <p:spTgt spid="2026"/>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041"/>
                                        </p:tgtEl>
                                        <p:attrNameLst>
                                          <p:attrName>style.visibility</p:attrName>
                                        </p:attrNameLst>
                                      </p:cBhvr>
                                      <p:to>
                                        <p:strVal val="visible"/>
                                      </p:to>
                                    </p:set>
                                    <p:anim calcmode="lin" valueType="num">
                                      <p:cBhvr additive="base">
                                        <p:cTn dur="200"/>
                                        <p:tgtEl>
                                          <p:spTgt spid="2041"/>
                                        </p:tgtEl>
                                        <p:attrNameLst>
                                          <p:attrName>ppt_w</p:attrName>
                                        </p:attrNameLst>
                                      </p:cBhvr>
                                      <p:tavLst>
                                        <p:tav fmla="" tm="0">
                                          <p:val>
                                            <p:strVal val="0"/>
                                          </p:val>
                                        </p:tav>
                                        <p:tav fmla="" tm="100000">
                                          <p:val>
                                            <p:strVal val="#ppt_w"/>
                                          </p:val>
                                        </p:tav>
                                      </p:tavLst>
                                    </p:anim>
                                    <p:anim calcmode="lin" valueType="num">
                                      <p:cBhvr additive="base">
                                        <p:cTn dur="200"/>
                                        <p:tgtEl>
                                          <p:spTgt spid="2041"/>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028"/>
                                        </p:tgtEl>
                                        <p:attrNameLst>
                                          <p:attrName>style.visibility</p:attrName>
                                        </p:attrNameLst>
                                      </p:cBhvr>
                                      <p:to>
                                        <p:strVal val="visible"/>
                                      </p:to>
                                    </p:set>
                                    <p:anim calcmode="lin" valueType="num">
                                      <p:cBhvr additive="base">
                                        <p:cTn dur="200"/>
                                        <p:tgtEl>
                                          <p:spTgt spid="2028"/>
                                        </p:tgtEl>
                                        <p:attrNameLst>
                                          <p:attrName>ppt_w</p:attrName>
                                        </p:attrNameLst>
                                      </p:cBhvr>
                                      <p:tavLst>
                                        <p:tav fmla="" tm="0">
                                          <p:val>
                                            <p:strVal val="0"/>
                                          </p:val>
                                        </p:tav>
                                        <p:tav fmla="" tm="100000">
                                          <p:val>
                                            <p:strVal val="#ppt_w"/>
                                          </p:val>
                                        </p:tav>
                                      </p:tavLst>
                                    </p:anim>
                                    <p:anim calcmode="lin" valueType="num">
                                      <p:cBhvr additive="base">
                                        <p:cTn dur="200"/>
                                        <p:tgtEl>
                                          <p:spTgt spid="2028"/>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047"/>
                                        </p:tgtEl>
                                        <p:attrNameLst>
                                          <p:attrName>style.visibility</p:attrName>
                                        </p:attrNameLst>
                                      </p:cBhvr>
                                      <p:to>
                                        <p:strVal val="visible"/>
                                      </p:to>
                                    </p:set>
                                    <p:anim calcmode="lin" valueType="num">
                                      <p:cBhvr additive="base">
                                        <p:cTn dur="200"/>
                                        <p:tgtEl>
                                          <p:spTgt spid="2047"/>
                                        </p:tgtEl>
                                        <p:attrNameLst>
                                          <p:attrName>ppt_w</p:attrName>
                                        </p:attrNameLst>
                                      </p:cBhvr>
                                      <p:tavLst>
                                        <p:tav fmla="" tm="0">
                                          <p:val>
                                            <p:strVal val="0"/>
                                          </p:val>
                                        </p:tav>
                                        <p:tav fmla="" tm="100000">
                                          <p:val>
                                            <p:strVal val="#ppt_w"/>
                                          </p:val>
                                        </p:tav>
                                      </p:tavLst>
                                    </p:anim>
                                    <p:anim calcmode="lin" valueType="num">
                                      <p:cBhvr additive="base">
                                        <p:cTn dur="200"/>
                                        <p:tgtEl>
                                          <p:spTgt spid="2047"/>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039"/>
                                        </p:tgtEl>
                                        <p:attrNameLst>
                                          <p:attrName>style.visibility</p:attrName>
                                        </p:attrNameLst>
                                      </p:cBhvr>
                                      <p:to>
                                        <p:strVal val="visible"/>
                                      </p:to>
                                    </p:set>
                                    <p:anim calcmode="lin" valueType="num">
                                      <p:cBhvr additive="base">
                                        <p:cTn dur="200"/>
                                        <p:tgtEl>
                                          <p:spTgt spid="2039"/>
                                        </p:tgtEl>
                                        <p:attrNameLst>
                                          <p:attrName>ppt_w</p:attrName>
                                        </p:attrNameLst>
                                      </p:cBhvr>
                                      <p:tavLst>
                                        <p:tav fmla="" tm="0">
                                          <p:val>
                                            <p:strVal val="0"/>
                                          </p:val>
                                        </p:tav>
                                        <p:tav fmla="" tm="100000">
                                          <p:val>
                                            <p:strVal val="#ppt_w"/>
                                          </p:val>
                                        </p:tav>
                                      </p:tavLst>
                                    </p:anim>
                                    <p:anim calcmode="lin" valueType="num">
                                      <p:cBhvr additive="base">
                                        <p:cTn dur="200"/>
                                        <p:tgtEl>
                                          <p:spTgt spid="2039"/>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030"/>
                                        </p:tgtEl>
                                        <p:attrNameLst>
                                          <p:attrName>style.visibility</p:attrName>
                                        </p:attrNameLst>
                                      </p:cBhvr>
                                      <p:to>
                                        <p:strVal val="visible"/>
                                      </p:to>
                                    </p:set>
                                    <p:anim calcmode="lin" valueType="num">
                                      <p:cBhvr additive="base">
                                        <p:cTn dur="200"/>
                                        <p:tgtEl>
                                          <p:spTgt spid="2030"/>
                                        </p:tgtEl>
                                        <p:attrNameLst>
                                          <p:attrName>ppt_w</p:attrName>
                                        </p:attrNameLst>
                                      </p:cBhvr>
                                      <p:tavLst>
                                        <p:tav fmla="" tm="0">
                                          <p:val>
                                            <p:strVal val="0"/>
                                          </p:val>
                                        </p:tav>
                                        <p:tav fmla="" tm="100000">
                                          <p:val>
                                            <p:strVal val="#ppt_w"/>
                                          </p:val>
                                        </p:tav>
                                      </p:tavLst>
                                    </p:anim>
                                    <p:anim calcmode="lin" valueType="num">
                                      <p:cBhvr additive="base">
                                        <p:cTn dur="200"/>
                                        <p:tgtEl>
                                          <p:spTgt spid="2030"/>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033"/>
                                        </p:tgtEl>
                                        <p:attrNameLst>
                                          <p:attrName>style.visibility</p:attrName>
                                        </p:attrNameLst>
                                      </p:cBhvr>
                                      <p:to>
                                        <p:strVal val="visible"/>
                                      </p:to>
                                    </p:set>
                                    <p:anim calcmode="lin" valueType="num">
                                      <p:cBhvr additive="base">
                                        <p:cTn dur="200"/>
                                        <p:tgtEl>
                                          <p:spTgt spid="2033"/>
                                        </p:tgtEl>
                                        <p:attrNameLst>
                                          <p:attrName>ppt_w</p:attrName>
                                        </p:attrNameLst>
                                      </p:cBhvr>
                                      <p:tavLst>
                                        <p:tav fmla="" tm="0">
                                          <p:val>
                                            <p:strVal val="0"/>
                                          </p:val>
                                        </p:tav>
                                        <p:tav fmla="" tm="100000">
                                          <p:val>
                                            <p:strVal val="#ppt_w"/>
                                          </p:val>
                                        </p:tav>
                                      </p:tavLst>
                                    </p:anim>
                                    <p:anim calcmode="lin" valueType="num">
                                      <p:cBhvr additive="base">
                                        <p:cTn dur="200"/>
                                        <p:tgtEl>
                                          <p:spTgt spid="2033"/>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050"/>
                                        </p:tgtEl>
                                        <p:attrNameLst>
                                          <p:attrName>style.visibility</p:attrName>
                                        </p:attrNameLst>
                                      </p:cBhvr>
                                      <p:to>
                                        <p:strVal val="visible"/>
                                      </p:to>
                                    </p:set>
                                    <p:anim calcmode="lin" valueType="num">
                                      <p:cBhvr additive="base">
                                        <p:cTn dur="200"/>
                                        <p:tgtEl>
                                          <p:spTgt spid="2050"/>
                                        </p:tgtEl>
                                        <p:attrNameLst>
                                          <p:attrName>ppt_w</p:attrName>
                                        </p:attrNameLst>
                                      </p:cBhvr>
                                      <p:tavLst>
                                        <p:tav fmla="" tm="0">
                                          <p:val>
                                            <p:strVal val="0"/>
                                          </p:val>
                                        </p:tav>
                                        <p:tav fmla="" tm="100000">
                                          <p:val>
                                            <p:strVal val="#ppt_w"/>
                                          </p:val>
                                        </p:tav>
                                      </p:tavLst>
                                    </p:anim>
                                    <p:anim calcmode="lin" valueType="num">
                                      <p:cBhvr additive="base">
                                        <p:cTn dur="200"/>
                                        <p:tgtEl>
                                          <p:spTgt spid="2050"/>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035"/>
                                        </p:tgtEl>
                                        <p:attrNameLst>
                                          <p:attrName>style.visibility</p:attrName>
                                        </p:attrNameLst>
                                      </p:cBhvr>
                                      <p:to>
                                        <p:strVal val="visible"/>
                                      </p:to>
                                    </p:set>
                                    <p:anim calcmode="lin" valueType="num">
                                      <p:cBhvr additive="base">
                                        <p:cTn dur="200"/>
                                        <p:tgtEl>
                                          <p:spTgt spid="2035"/>
                                        </p:tgtEl>
                                        <p:attrNameLst>
                                          <p:attrName>ppt_w</p:attrName>
                                        </p:attrNameLst>
                                      </p:cBhvr>
                                      <p:tavLst>
                                        <p:tav fmla="" tm="0">
                                          <p:val>
                                            <p:strVal val="0"/>
                                          </p:val>
                                        </p:tav>
                                        <p:tav fmla="" tm="100000">
                                          <p:val>
                                            <p:strVal val="#ppt_w"/>
                                          </p:val>
                                        </p:tav>
                                      </p:tavLst>
                                    </p:anim>
                                    <p:anim calcmode="lin" valueType="num">
                                      <p:cBhvr additive="base">
                                        <p:cTn dur="200"/>
                                        <p:tgtEl>
                                          <p:spTgt spid="2035"/>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027"/>
                                        </p:tgtEl>
                                        <p:attrNameLst>
                                          <p:attrName>style.visibility</p:attrName>
                                        </p:attrNameLst>
                                      </p:cBhvr>
                                      <p:to>
                                        <p:strVal val="visible"/>
                                      </p:to>
                                    </p:set>
                                    <p:anim calcmode="lin" valueType="num">
                                      <p:cBhvr additive="base">
                                        <p:cTn dur="200"/>
                                        <p:tgtEl>
                                          <p:spTgt spid="2027"/>
                                        </p:tgtEl>
                                        <p:attrNameLst>
                                          <p:attrName>ppt_w</p:attrName>
                                        </p:attrNameLst>
                                      </p:cBhvr>
                                      <p:tavLst>
                                        <p:tav fmla="" tm="0">
                                          <p:val>
                                            <p:strVal val="0"/>
                                          </p:val>
                                        </p:tav>
                                        <p:tav fmla="" tm="100000">
                                          <p:val>
                                            <p:strVal val="#ppt_w"/>
                                          </p:val>
                                        </p:tav>
                                      </p:tavLst>
                                    </p:anim>
                                    <p:anim calcmode="lin" valueType="num">
                                      <p:cBhvr additive="base">
                                        <p:cTn dur="200"/>
                                        <p:tgtEl>
                                          <p:spTgt spid="2027"/>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025"/>
                                        </p:tgtEl>
                                        <p:attrNameLst>
                                          <p:attrName>style.visibility</p:attrName>
                                        </p:attrNameLst>
                                      </p:cBhvr>
                                      <p:to>
                                        <p:strVal val="visible"/>
                                      </p:to>
                                    </p:set>
                                    <p:anim calcmode="lin" valueType="num">
                                      <p:cBhvr additive="base">
                                        <p:cTn dur="200"/>
                                        <p:tgtEl>
                                          <p:spTgt spid="2025"/>
                                        </p:tgtEl>
                                        <p:attrNameLst>
                                          <p:attrName>ppt_w</p:attrName>
                                        </p:attrNameLst>
                                      </p:cBhvr>
                                      <p:tavLst>
                                        <p:tav fmla="" tm="0">
                                          <p:val>
                                            <p:strVal val="0"/>
                                          </p:val>
                                        </p:tav>
                                        <p:tav fmla="" tm="100000">
                                          <p:val>
                                            <p:strVal val="#ppt_w"/>
                                          </p:val>
                                        </p:tav>
                                      </p:tavLst>
                                    </p:anim>
                                    <p:anim calcmode="lin" valueType="num">
                                      <p:cBhvr additive="base">
                                        <p:cTn dur="200"/>
                                        <p:tgtEl>
                                          <p:spTgt spid="2025"/>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029"/>
                                        </p:tgtEl>
                                        <p:attrNameLst>
                                          <p:attrName>style.visibility</p:attrName>
                                        </p:attrNameLst>
                                      </p:cBhvr>
                                      <p:to>
                                        <p:strVal val="visible"/>
                                      </p:to>
                                    </p:set>
                                    <p:anim calcmode="lin" valueType="num">
                                      <p:cBhvr additive="base">
                                        <p:cTn dur="200"/>
                                        <p:tgtEl>
                                          <p:spTgt spid="2029"/>
                                        </p:tgtEl>
                                        <p:attrNameLst>
                                          <p:attrName>ppt_w</p:attrName>
                                        </p:attrNameLst>
                                      </p:cBhvr>
                                      <p:tavLst>
                                        <p:tav fmla="" tm="0">
                                          <p:val>
                                            <p:strVal val="0"/>
                                          </p:val>
                                        </p:tav>
                                        <p:tav fmla="" tm="100000">
                                          <p:val>
                                            <p:strVal val="#ppt_w"/>
                                          </p:val>
                                        </p:tav>
                                      </p:tavLst>
                                    </p:anim>
                                    <p:anim calcmode="lin" valueType="num">
                                      <p:cBhvr additive="base">
                                        <p:cTn dur="200"/>
                                        <p:tgtEl>
                                          <p:spTgt spid="2029"/>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042"/>
                                        </p:tgtEl>
                                        <p:attrNameLst>
                                          <p:attrName>style.visibility</p:attrName>
                                        </p:attrNameLst>
                                      </p:cBhvr>
                                      <p:to>
                                        <p:strVal val="visible"/>
                                      </p:to>
                                    </p:set>
                                    <p:anim calcmode="lin" valueType="num">
                                      <p:cBhvr additive="base">
                                        <p:cTn dur="200"/>
                                        <p:tgtEl>
                                          <p:spTgt spid="2042"/>
                                        </p:tgtEl>
                                        <p:attrNameLst>
                                          <p:attrName>ppt_w</p:attrName>
                                        </p:attrNameLst>
                                      </p:cBhvr>
                                      <p:tavLst>
                                        <p:tav fmla="" tm="0">
                                          <p:val>
                                            <p:strVal val="0"/>
                                          </p:val>
                                        </p:tav>
                                        <p:tav fmla="" tm="100000">
                                          <p:val>
                                            <p:strVal val="#ppt_w"/>
                                          </p:val>
                                        </p:tav>
                                      </p:tavLst>
                                    </p:anim>
                                    <p:anim calcmode="lin" valueType="num">
                                      <p:cBhvr additive="base">
                                        <p:cTn dur="200"/>
                                        <p:tgtEl>
                                          <p:spTgt spid="2042"/>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051"/>
                                        </p:tgtEl>
                                        <p:attrNameLst>
                                          <p:attrName>style.visibility</p:attrName>
                                        </p:attrNameLst>
                                      </p:cBhvr>
                                      <p:to>
                                        <p:strVal val="visible"/>
                                      </p:to>
                                    </p:set>
                                    <p:anim calcmode="lin" valueType="num">
                                      <p:cBhvr additive="base">
                                        <p:cTn dur="200"/>
                                        <p:tgtEl>
                                          <p:spTgt spid="2051"/>
                                        </p:tgtEl>
                                        <p:attrNameLst>
                                          <p:attrName>ppt_w</p:attrName>
                                        </p:attrNameLst>
                                      </p:cBhvr>
                                      <p:tavLst>
                                        <p:tav fmla="" tm="0">
                                          <p:val>
                                            <p:strVal val="0"/>
                                          </p:val>
                                        </p:tav>
                                        <p:tav fmla="" tm="100000">
                                          <p:val>
                                            <p:strVal val="#ppt_w"/>
                                          </p:val>
                                        </p:tav>
                                      </p:tavLst>
                                    </p:anim>
                                    <p:anim calcmode="lin" valueType="num">
                                      <p:cBhvr additive="base">
                                        <p:cTn dur="200"/>
                                        <p:tgtEl>
                                          <p:spTgt spid="2051"/>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032"/>
                                        </p:tgtEl>
                                        <p:attrNameLst>
                                          <p:attrName>style.visibility</p:attrName>
                                        </p:attrNameLst>
                                      </p:cBhvr>
                                      <p:to>
                                        <p:strVal val="visible"/>
                                      </p:to>
                                    </p:set>
                                    <p:anim calcmode="lin" valueType="num">
                                      <p:cBhvr additive="base">
                                        <p:cTn dur="200"/>
                                        <p:tgtEl>
                                          <p:spTgt spid="2032"/>
                                        </p:tgtEl>
                                        <p:attrNameLst>
                                          <p:attrName>ppt_w</p:attrName>
                                        </p:attrNameLst>
                                      </p:cBhvr>
                                      <p:tavLst>
                                        <p:tav fmla="" tm="0">
                                          <p:val>
                                            <p:strVal val="0"/>
                                          </p:val>
                                        </p:tav>
                                        <p:tav fmla="" tm="100000">
                                          <p:val>
                                            <p:strVal val="#ppt_w"/>
                                          </p:val>
                                        </p:tav>
                                      </p:tavLst>
                                    </p:anim>
                                    <p:anim calcmode="lin" valueType="num">
                                      <p:cBhvr additive="base">
                                        <p:cTn dur="200"/>
                                        <p:tgtEl>
                                          <p:spTgt spid="2032"/>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034"/>
                                        </p:tgtEl>
                                        <p:attrNameLst>
                                          <p:attrName>style.visibility</p:attrName>
                                        </p:attrNameLst>
                                      </p:cBhvr>
                                      <p:to>
                                        <p:strVal val="visible"/>
                                      </p:to>
                                    </p:set>
                                    <p:anim calcmode="lin" valueType="num">
                                      <p:cBhvr additive="base">
                                        <p:cTn dur="200"/>
                                        <p:tgtEl>
                                          <p:spTgt spid="2034"/>
                                        </p:tgtEl>
                                        <p:attrNameLst>
                                          <p:attrName>ppt_w</p:attrName>
                                        </p:attrNameLst>
                                      </p:cBhvr>
                                      <p:tavLst>
                                        <p:tav fmla="" tm="0">
                                          <p:val>
                                            <p:strVal val="0"/>
                                          </p:val>
                                        </p:tav>
                                        <p:tav fmla="" tm="100000">
                                          <p:val>
                                            <p:strVal val="#ppt_w"/>
                                          </p:val>
                                        </p:tav>
                                      </p:tavLst>
                                    </p:anim>
                                    <p:anim calcmode="lin" valueType="num">
                                      <p:cBhvr additive="base">
                                        <p:cTn dur="200"/>
                                        <p:tgtEl>
                                          <p:spTgt spid="2034"/>
                                        </p:tgtEl>
                                        <p:attrNameLst>
                                          <p:attrName>ppt_h</p:attrName>
                                        </p:attrNameLst>
                                      </p:cBhvr>
                                      <p:tavLst>
                                        <p:tav fmla="" tm="0">
                                          <p:val>
                                            <p:strVal val="0"/>
                                          </p:val>
                                        </p:tav>
                                        <p:tav fmla="" tm="100000">
                                          <p:val>
                                            <p:strVal val="#ppt_h"/>
                                          </p:val>
                                        </p:tav>
                                      </p:tavLst>
                                    </p:anim>
                                  </p:childTnLst>
                                </p:cTn>
                              </p:par>
                            </p:childTnLst>
                          </p:cTn>
                        </p:par>
                        <p:par>
                          <p:cTn fill="hold">
                            <p:stCondLst>
                              <p:cond delay="3900"/>
                            </p:stCondLst>
                            <p:childTnLst>
                              <p:par>
                                <p:cTn fill="hold" nodeType="afterEffect" presetClass="entr" presetID="23" presetSubtype="16">
                                  <p:stCondLst>
                                    <p:cond delay="0"/>
                                  </p:stCondLst>
                                  <p:childTnLst>
                                    <p:set>
                                      <p:cBhvr>
                                        <p:cTn dur="1" fill="hold">
                                          <p:stCondLst>
                                            <p:cond delay="0"/>
                                          </p:stCondLst>
                                        </p:cTn>
                                        <p:tgtEl>
                                          <p:spTgt spid="2043"/>
                                        </p:tgtEl>
                                        <p:attrNameLst>
                                          <p:attrName>style.visibility</p:attrName>
                                        </p:attrNameLst>
                                      </p:cBhvr>
                                      <p:to>
                                        <p:strVal val="visible"/>
                                      </p:to>
                                    </p:set>
                                    <p:anim calcmode="lin" valueType="num">
                                      <p:cBhvr additive="base">
                                        <p:cTn dur="200"/>
                                        <p:tgtEl>
                                          <p:spTgt spid="2043"/>
                                        </p:tgtEl>
                                        <p:attrNameLst>
                                          <p:attrName>ppt_w</p:attrName>
                                        </p:attrNameLst>
                                      </p:cBhvr>
                                      <p:tavLst>
                                        <p:tav fmla="" tm="0">
                                          <p:val>
                                            <p:strVal val="0"/>
                                          </p:val>
                                        </p:tav>
                                        <p:tav fmla="" tm="100000">
                                          <p:val>
                                            <p:strVal val="#ppt_w"/>
                                          </p:val>
                                        </p:tav>
                                      </p:tavLst>
                                    </p:anim>
                                    <p:anim calcmode="lin" valueType="num">
                                      <p:cBhvr additive="base">
                                        <p:cTn dur="200"/>
                                        <p:tgtEl>
                                          <p:spTgt spid="2043"/>
                                        </p:tgtEl>
                                        <p:attrNameLst>
                                          <p:attrName>ppt_h</p:attrName>
                                        </p:attrNameLst>
                                      </p:cBhvr>
                                      <p:tavLst>
                                        <p:tav fmla="" tm="0">
                                          <p:val>
                                            <p:strVal val="0"/>
                                          </p:val>
                                        </p:tav>
                                        <p:tav fmla="" tm="100000">
                                          <p:val>
                                            <p:strVal val="#ppt_h"/>
                                          </p:val>
                                        </p:tav>
                                      </p:tavLst>
                                    </p:anim>
                                  </p:childTnLst>
                                </p:cTn>
                              </p:par>
                            </p:childTnLst>
                          </p:cTn>
                        </p:par>
                        <p:par>
                          <p:cTn fill="hold">
                            <p:stCondLst>
                              <p:cond delay="4100"/>
                            </p:stCondLst>
                            <p:childTnLst>
                              <p:par>
                                <p:cTn fill="hold" nodeType="afterEffect" presetClass="entr" presetID="23" presetSubtype="16">
                                  <p:stCondLst>
                                    <p:cond delay="0"/>
                                  </p:stCondLst>
                                  <p:childTnLst>
                                    <p:set>
                                      <p:cBhvr>
                                        <p:cTn dur="1" fill="hold">
                                          <p:stCondLst>
                                            <p:cond delay="0"/>
                                          </p:stCondLst>
                                        </p:cTn>
                                        <p:tgtEl>
                                          <p:spTgt spid="2031"/>
                                        </p:tgtEl>
                                        <p:attrNameLst>
                                          <p:attrName>style.visibility</p:attrName>
                                        </p:attrNameLst>
                                      </p:cBhvr>
                                      <p:to>
                                        <p:strVal val="visible"/>
                                      </p:to>
                                    </p:set>
                                    <p:anim calcmode="lin" valueType="num">
                                      <p:cBhvr additive="base">
                                        <p:cTn dur="200"/>
                                        <p:tgtEl>
                                          <p:spTgt spid="2031"/>
                                        </p:tgtEl>
                                        <p:attrNameLst>
                                          <p:attrName>ppt_w</p:attrName>
                                        </p:attrNameLst>
                                      </p:cBhvr>
                                      <p:tavLst>
                                        <p:tav fmla="" tm="0">
                                          <p:val>
                                            <p:strVal val="0"/>
                                          </p:val>
                                        </p:tav>
                                        <p:tav fmla="" tm="100000">
                                          <p:val>
                                            <p:strVal val="#ppt_w"/>
                                          </p:val>
                                        </p:tav>
                                      </p:tavLst>
                                    </p:anim>
                                    <p:anim calcmode="lin" valueType="num">
                                      <p:cBhvr additive="base">
                                        <p:cTn dur="200"/>
                                        <p:tgtEl>
                                          <p:spTgt spid="203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024"/>
                                        </p:tgtEl>
                                        <p:attrNameLst>
                                          <p:attrName>style.visibility</p:attrName>
                                        </p:attrNameLst>
                                      </p:cBhvr>
                                      <p:to>
                                        <p:strVal val="visible"/>
                                      </p:to>
                                    </p:set>
                                    <p:animEffect filter="fade" transition="in">
                                      <p:cBhvr>
                                        <p:cTn dur="300"/>
                                        <p:tgtEl>
                                          <p:spTgt spid="2024"/>
                                        </p:tgtEl>
                                      </p:cBhvr>
                                    </p:animEffect>
                                  </p:childTnLst>
                                </p:cTn>
                              </p:par>
                            </p:childTnLst>
                          </p:cTn>
                        </p:par>
                        <p:par>
                          <p:cTn fill="hold">
                            <p:stCondLst>
                              <p:cond delay="4400"/>
                            </p:stCondLst>
                            <p:childTnLst>
                              <p:par>
                                <p:cTn fill="hold" nodeType="afterEffect" presetClass="entr" presetID="23" presetSubtype="16">
                                  <p:stCondLst>
                                    <p:cond delay="0"/>
                                  </p:stCondLst>
                                  <p:childTnLst>
                                    <p:set>
                                      <p:cBhvr>
                                        <p:cTn dur="1" fill="hold">
                                          <p:stCondLst>
                                            <p:cond delay="0"/>
                                          </p:stCondLst>
                                        </p:cTn>
                                        <p:tgtEl>
                                          <p:spTgt spid="2044"/>
                                        </p:tgtEl>
                                        <p:attrNameLst>
                                          <p:attrName>style.visibility</p:attrName>
                                        </p:attrNameLst>
                                      </p:cBhvr>
                                      <p:to>
                                        <p:strVal val="visible"/>
                                      </p:to>
                                    </p:set>
                                    <p:anim calcmode="lin" valueType="num">
                                      <p:cBhvr additive="base">
                                        <p:cTn dur="200"/>
                                        <p:tgtEl>
                                          <p:spTgt spid="2044"/>
                                        </p:tgtEl>
                                        <p:attrNameLst>
                                          <p:attrName>ppt_w</p:attrName>
                                        </p:attrNameLst>
                                      </p:cBhvr>
                                      <p:tavLst>
                                        <p:tav fmla="" tm="0">
                                          <p:val>
                                            <p:strVal val="0"/>
                                          </p:val>
                                        </p:tav>
                                        <p:tav fmla="" tm="100000">
                                          <p:val>
                                            <p:strVal val="#ppt_w"/>
                                          </p:val>
                                        </p:tav>
                                      </p:tavLst>
                                    </p:anim>
                                    <p:anim calcmode="lin" valueType="num">
                                      <p:cBhvr additive="base">
                                        <p:cTn dur="200"/>
                                        <p:tgtEl>
                                          <p:spTgt spid="2044"/>
                                        </p:tgtEl>
                                        <p:attrNameLst>
                                          <p:attrName>ppt_h</p:attrName>
                                        </p:attrNameLst>
                                      </p:cBhvr>
                                      <p:tavLst>
                                        <p:tav fmla="" tm="0">
                                          <p:val>
                                            <p:strVal val="0"/>
                                          </p:val>
                                        </p:tav>
                                        <p:tav fmla="" tm="100000">
                                          <p:val>
                                            <p:strVal val="#ppt_h"/>
                                          </p:val>
                                        </p:tav>
                                      </p:tavLst>
                                    </p:anim>
                                  </p:childTnLst>
                                </p:cTn>
                              </p:par>
                            </p:childTnLst>
                          </p:cTn>
                        </p:par>
                        <p:par>
                          <p:cTn fill="hold">
                            <p:stCondLst>
                              <p:cond delay="4600"/>
                            </p:stCondLst>
                            <p:childTnLst>
                              <p:par>
                                <p:cTn fill="hold" nodeType="afterEffect" presetClass="entr" presetID="23" presetSubtype="16">
                                  <p:stCondLst>
                                    <p:cond delay="0"/>
                                  </p:stCondLst>
                                  <p:childTnLst>
                                    <p:set>
                                      <p:cBhvr>
                                        <p:cTn dur="1" fill="hold">
                                          <p:stCondLst>
                                            <p:cond delay="0"/>
                                          </p:stCondLst>
                                        </p:cTn>
                                        <p:tgtEl>
                                          <p:spTgt spid="2049"/>
                                        </p:tgtEl>
                                        <p:attrNameLst>
                                          <p:attrName>style.visibility</p:attrName>
                                        </p:attrNameLst>
                                      </p:cBhvr>
                                      <p:to>
                                        <p:strVal val="visible"/>
                                      </p:to>
                                    </p:set>
                                    <p:anim calcmode="lin" valueType="num">
                                      <p:cBhvr additive="base">
                                        <p:cTn dur="200"/>
                                        <p:tgtEl>
                                          <p:spTgt spid="2049"/>
                                        </p:tgtEl>
                                        <p:attrNameLst>
                                          <p:attrName>ppt_w</p:attrName>
                                        </p:attrNameLst>
                                      </p:cBhvr>
                                      <p:tavLst>
                                        <p:tav fmla="" tm="0">
                                          <p:val>
                                            <p:strVal val="0"/>
                                          </p:val>
                                        </p:tav>
                                        <p:tav fmla="" tm="100000">
                                          <p:val>
                                            <p:strVal val="#ppt_w"/>
                                          </p:val>
                                        </p:tav>
                                      </p:tavLst>
                                    </p:anim>
                                    <p:anim calcmode="lin" valueType="num">
                                      <p:cBhvr additive="base">
                                        <p:cTn dur="200"/>
                                        <p:tgtEl>
                                          <p:spTgt spid="2049"/>
                                        </p:tgtEl>
                                        <p:attrNameLst>
                                          <p:attrName>ppt_h</p:attrName>
                                        </p:attrNameLst>
                                      </p:cBhvr>
                                      <p:tavLst>
                                        <p:tav fmla="" tm="0">
                                          <p:val>
                                            <p:strVal val="0"/>
                                          </p:val>
                                        </p:tav>
                                        <p:tav fmla="" tm="100000">
                                          <p:val>
                                            <p:strVal val="#ppt_h"/>
                                          </p:val>
                                        </p:tav>
                                      </p:tavLst>
                                    </p:anim>
                                  </p:childTnLst>
                                </p:cTn>
                              </p:par>
                            </p:childTnLst>
                          </p:cTn>
                        </p:par>
                        <p:par>
                          <p:cTn fill="hold">
                            <p:stCondLst>
                              <p:cond delay="4800"/>
                            </p:stCondLst>
                            <p:childTnLst>
                              <p:par>
                                <p:cTn fill="hold" nodeType="afterEffect" presetClass="entr" presetID="23" presetSubtype="16">
                                  <p:stCondLst>
                                    <p:cond delay="0"/>
                                  </p:stCondLst>
                                  <p:childTnLst>
                                    <p:set>
                                      <p:cBhvr>
                                        <p:cTn dur="1" fill="hold">
                                          <p:stCondLst>
                                            <p:cond delay="0"/>
                                          </p:stCondLst>
                                        </p:cTn>
                                        <p:tgtEl>
                                          <p:spTgt spid="2046"/>
                                        </p:tgtEl>
                                        <p:attrNameLst>
                                          <p:attrName>style.visibility</p:attrName>
                                        </p:attrNameLst>
                                      </p:cBhvr>
                                      <p:to>
                                        <p:strVal val="visible"/>
                                      </p:to>
                                    </p:set>
                                    <p:anim calcmode="lin" valueType="num">
                                      <p:cBhvr additive="base">
                                        <p:cTn dur="200"/>
                                        <p:tgtEl>
                                          <p:spTgt spid="2046"/>
                                        </p:tgtEl>
                                        <p:attrNameLst>
                                          <p:attrName>ppt_w</p:attrName>
                                        </p:attrNameLst>
                                      </p:cBhvr>
                                      <p:tavLst>
                                        <p:tav fmla="" tm="0">
                                          <p:val>
                                            <p:strVal val="0"/>
                                          </p:val>
                                        </p:tav>
                                        <p:tav fmla="" tm="100000">
                                          <p:val>
                                            <p:strVal val="#ppt_w"/>
                                          </p:val>
                                        </p:tav>
                                      </p:tavLst>
                                    </p:anim>
                                    <p:anim calcmode="lin" valueType="num">
                                      <p:cBhvr additive="base">
                                        <p:cTn dur="200"/>
                                        <p:tgtEl>
                                          <p:spTgt spid="2046"/>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2045"/>
                                        </p:tgtEl>
                                        <p:attrNameLst>
                                          <p:attrName>style.visibility</p:attrName>
                                        </p:attrNameLst>
                                      </p:cBhvr>
                                      <p:to>
                                        <p:strVal val="visible"/>
                                      </p:to>
                                    </p:set>
                                    <p:anim calcmode="lin" valueType="num">
                                      <p:cBhvr additive="base">
                                        <p:cTn dur="200"/>
                                        <p:tgtEl>
                                          <p:spTgt spid="2045"/>
                                        </p:tgtEl>
                                        <p:attrNameLst>
                                          <p:attrName>ppt_w</p:attrName>
                                        </p:attrNameLst>
                                      </p:cBhvr>
                                      <p:tavLst>
                                        <p:tav fmla="" tm="0">
                                          <p:val>
                                            <p:strVal val="0"/>
                                          </p:val>
                                        </p:tav>
                                        <p:tav fmla="" tm="100000">
                                          <p:val>
                                            <p:strVal val="#ppt_w"/>
                                          </p:val>
                                        </p:tav>
                                      </p:tavLst>
                                    </p:anim>
                                    <p:anim calcmode="lin" valueType="num">
                                      <p:cBhvr additive="base">
                                        <p:cTn dur="200"/>
                                        <p:tgtEl>
                                          <p:spTgt spid="2045"/>
                                        </p:tgtEl>
                                        <p:attrNameLst>
                                          <p:attrName>ppt_h</p:attrName>
                                        </p:attrNameLst>
                                      </p:cBhvr>
                                      <p:tavLst>
                                        <p:tav fmla="" tm="0">
                                          <p:val>
                                            <p:strVal val="0"/>
                                          </p:val>
                                        </p:tav>
                                        <p:tav fmla="" tm="100000">
                                          <p:val>
                                            <p:strVal val="#ppt_h"/>
                                          </p:val>
                                        </p:tav>
                                      </p:tavLst>
                                    </p:anim>
                                  </p:childTnLst>
                                </p:cTn>
                              </p:par>
                            </p:childTnLst>
                          </p:cTn>
                        </p:par>
                        <p:par>
                          <p:cTn fill="hold">
                            <p:stCondLst>
                              <p:cond delay="5200"/>
                            </p:stCondLst>
                            <p:childTnLst>
                              <p:par>
                                <p:cTn fill="hold" nodeType="afterEffect" presetClass="entr" presetID="23" presetSubtype="16">
                                  <p:stCondLst>
                                    <p:cond delay="0"/>
                                  </p:stCondLst>
                                  <p:childTnLst>
                                    <p:set>
                                      <p:cBhvr>
                                        <p:cTn dur="1" fill="hold">
                                          <p:stCondLst>
                                            <p:cond delay="0"/>
                                          </p:stCondLst>
                                        </p:cTn>
                                        <p:tgtEl>
                                          <p:spTgt spid="2037"/>
                                        </p:tgtEl>
                                        <p:attrNameLst>
                                          <p:attrName>style.visibility</p:attrName>
                                        </p:attrNameLst>
                                      </p:cBhvr>
                                      <p:to>
                                        <p:strVal val="visible"/>
                                      </p:to>
                                    </p:set>
                                    <p:anim calcmode="lin" valueType="num">
                                      <p:cBhvr additive="base">
                                        <p:cTn dur="200"/>
                                        <p:tgtEl>
                                          <p:spTgt spid="2037"/>
                                        </p:tgtEl>
                                        <p:attrNameLst>
                                          <p:attrName>ppt_w</p:attrName>
                                        </p:attrNameLst>
                                      </p:cBhvr>
                                      <p:tavLst>
                                        <p:tav fmla="" tm="0">
                                          <p:val>
                                            <p:strVal val="0"/>
                                          </p:val>
                                        </p:tav>
                                        <p:tav fmla="" tm="100000">
                                          <p:val>
                                            <p:strVal val="#ppt_w"/>
                                          </p:val>
                                        </p:tav>
                                      </p:tavLst>
                                    </p:anim>
                                    <p:anim calcmode="lin" valueType="num">
                                      <p:cBhvr additive="base">
                                        <p:cTn dur="200"/>
                                        <p:tgtEl>
                                          <p:spTgt spid="2037"/>
                                        </p:tgtEl>
                                        <p:attrNameLst>
                                          <p:attrName>ppt_h</p:attrName>
                                        </p:attrNameLst>
                                      </p:cBhvr>
                                      <p:tavLst>
                                        <p:tav fmla="" tm="0">
                                          <p:val>
                                            <p:strVal val="0"/>
                                          </p:val>
                                        </p:tav>
                                        <p:tav fmla="" tm="100000">
                                          <p:val>
                                            <p:strVal val="#ppt_h"/>
                                          </p:val>
                                        </p:tav>
                                      </p:tavLst>
                                    </p:anim>
                                  </p:childTnLst>
                                </p:cTn>
                              </p:par>
                            </p:childTnLst>
                          </p:cTn>
                        </p:par>
                        <p:par>
                          <p:cTn fill="hold">
                            <p:stCondLst>
                              <p:cond delay="5400"/>
                            </p:stCondLst>
                            <p:childTnLst>
                              <p:par>
                                <p:cTn fill="hold" nodeType="afterEffect" presetClass="entr" presetID="23" presetSubtype="16">
                                  <p:stCondLst>
                                    <p:cond delay="0"/>
                                  </p:stCondLst>
                                  <p:childTnLst>
                                    <p:set>
                                      <p:cBhvr>
                                        <p:cTn dur="1" fill="hold">
                                          <p:stCondLst>
                                            <p:cond delay="0"/>
                                          </p:stCondLst>
                                        </p:cTn>
                                        <p:tgtEl>
                                          <p:spTgt spid="2038"/>
                                        </p:tgtEl>
                                        <p:attrNameLst>
                                          <p:attrName>style.visibility</p:attrName>
                                        </p:attrNameLst>
                                      </p:cBhvr>
                                      <p:to>
                                        <p:strVal val="visible"/>
                                      </p:to>
                                    </p:set>
                                    <p:anim calcmode="lin" valueType="num">
                                      <p:cBhvr additive="base">
                                        <p:cTn dur="200"/>
                                        <p:tgtEl>
                                          <p:spTgt spid="2038"/>
                                        </p:tgtEl>
                                        <p:attrNameLst>
                                          <p:attrName>ppt_w</p:attrName>
                                        </p:attrNameLst>
                                      </p:cBhvr>
                                      <p:tavLst>
                                        <p:tav fmla="" tm="0">
                                          <p:val>
                                            <p:strVal val="0"/>
                                          </p:val>
                                        </p:tav>
                                        <p:tav fmla="" tm="100000">
                                          <p:val>
                                            <p:strVal val="#ppt_w"/>
                                          </p:val>
                                        </p:tav>
                                      </p:tavLst>
                                    </p:anim>
                                    <p:anim calcmode="lin" valueType="num">
                                      <p:cBhvr additive="base">
                                        <p:cTn dur="200"/>
                                        <p:tgtEl>
                                          <p:spTgt spid="2038"/>
                                        </p:tgtEl>
                                        <p:attrNameLst>
                                          <p:attrName>ppt_h</p:attrName>
                                        </p:attrNameLst>
                                      </p:cBhvr>
                                      <p:tavLst>
                                        <p:tav fmla="" tm="0">
                                          <p:val>
                                            <p:strVal val="0"/>
                                          </p:val>
                                        </p:tav>
                                        <p:tav fmla="" tm="100000">
                                          <p:val>
                                            <p:strVal val="#ppt_h"/>
                                          </p:val>
                                        </p:tav>
                                      </p:tavLst>
                                    </p:anim>
                                  </p:childTnLst>
                                </p:cTn>
                              </p:par>
                            </p:childTnLst>
                          </p:cTn>
                        </p:par>
                        <p:par>
                          <p:cTn fill="hold">
                            <p:stCondLst>
                              <p:cond delay="5600"/>
                            </p:stCondLst>
                            <p:childTnLst>
                              <p:par>
                                <p:cTn fill="hold" nodeType="afterEffect" presetClass="entr" presetID="23" presetSubtype="16">
                                  <p:stCondLst>
                                    <p:cond delay="0"/>
                                  </p:stCondLst>
                                  <p:childTnLst>
                                    <p:set>
                                      <p:cBhvr>
                                        <p:cTn dur="1" fill="hold">
                                          <p:stCondLst>
                                            <p:cond delay="0"/>
                                          </p:stCondLst>
                                        </p:cTn>
                                        <p:tgtEl>
                                          <p:spTgt spid="2029"/>
                                        </p:tgtEl>
                                        <p:attrNameLst>
                                          <p:attrName>style.visibility</p:attrName>
                                        </p:attrNameLst>
                                      </p:cBhvr>
                                      <p:to>
                                        <p:strVal val="visible"/>
                                      </p:to>
                                    </p:set>
                                    <p:anim calcmode="lin" valueType="num">
                                      <p:cBhvr additive="base">
                                        <p:cTn dur="200"/>
                                        <p:tgtEl>
                                          <p:spTgt spid="2029"/>
                                        </p:tgtEl>
                                        <p:attrNameLst>
                                          <p:attrName>ppt_w</p:attrName>
                                        </p:attrNameLst>
                                      </p:cBhvr>
                                      <p:tavLst>
                                        <p:tav fmla="" tm="0">
                                          <p:val>
                                            <p:strVal val="0"/>
                                          </p:val>
                                        </p:tav>
                                        <p:tav fmla="" tm="100000">
                                          <p:val>
                                            <p:strVal val="#ppt_w"/>
                                          </p:val>
                                        </p:tav>
                                      </p:tavLst>
                                    </p:anim>
                                    <p:anim calcmode="lin" valueType="num">
                                      <p:cBhvr additive="base">
                                        <p:cTn dur="200"/>
                                        <p:tgtEl>
                                          <p:spTgt spid="2029"/>
                                        </p:tgtEl>
                                        <p:attrNameLst>
                                          <p:attrName>ppt_h</p:attrName>
                                        </p:attrNameLst>
                                      </p:cBhvr>
                                      <p:tavLst>
                                        <p:tav fmla="" tm="0">
                                          <p:val>
                                            <p:strVal val="0"/>
                                          </p:val>
                                        </p:tav>
                                        <p:tav fmla="" tm="100000">
                                          <p:val>
                                            <p:strVal val="#ppt_h"/>
                                          </p:val>
                                        </p:tav>
                                      </p:tavLst>
                                    </p:anim>
                                  </p:childTnLst>
                                </p:cTn>
                              </p:par>
                            </p:childTnLst>
                          </p:cTn>
                        </p:par>
                        <p:par>
                          <p:cTn fill="hold">
                            <p:stCondLst>
                              <p:cond delay="5800"/>
                            </p:stCondLst>
                            <p:childTnLst>
                              <p:par>
                                <p:cTn fill="hold" nodeType="afterEffect" presetClass="entr" presetID="23" presetSubtype="16">
                                  <p:stCondLst>
                                    <p:cond delay="0"/>
                                  </p:stCondLst>
                                  <p:childTnLst>
                                    <p:set>
                                      <p:cBhvr>
                                        <p:cTn dur="1" fill="hold">
                                          <p:stCondLst>
                                            <p:cond delay="0"/>
                                          </p:stCondLst>
                                        </p:cTn>
                                        <p:tgtEl>
                                          <p:spTgt spid="2055"/>
                                        </p:tgtEl>
                                        <p:attrNameLst>
                                          <p:attrName>style.visibility</p:attrName>
                                        </p:attrNameLst>
                                      </p:cBhvr>
                                      <p:to>
                                        <p:strVal val="visible"/>
                                      </p:to>
                                    </p:set>
                                    <p:anim calcmode="lin" valueType="num">
                                      <p:cBhvr additive="base">
                                        <p:cTn dur="200"/>
                                        <p:tgtEl>
                                          <p:spTgt spid="2055"/>
                                        </p:tgtEl>
                                        <p:attrNameLst>
                                          <p:attrName>ppt_w</p:attrName>
                                        </p:attrNameLst>
                                      </p:cBhvr>
                                      <p:tavLst>
                                        <p:tav fmla="" tm="0">
                                          <p:val>
                                            <p:strVal val="0"/>
                                          </p:val>
                                        </p:tav>
                                        <p:tav fmla="" tm="100000">
                                          <p:val>
                                            <p:strVal val="#ppt_w"/>
                                          </p:val>
                                        </p:tav>
                                      </p:tavLst>
                                    </p:anim>
                                    <p:anim calcmode="lin" valueType="num">
                                      <p:cBhvr additive="base">
                                        <p:cTn dur="200"/>
                                        <p:tgtEl>
                                          <p:spTgt spid="2055"/>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23" presetSubtype="16">
                                  <p:stCondLst>
                                    <p:cond delay="0"/>
                                  </p:stCondLst>
                                  <p:childTnLst>
                                    <p:set>
                                      <p:cBhvr>
                                        <p:cTn dur="1" fill="hold">
                                          <p:stCondLst>
                                            <p:cond delay="0"/>
                                          </p:stCondLst>
                                        </p:cTn>
                                        <p:tgtEl>
                                          <p:spTgt spid="2052"/>
                                        </p:tgtEl>
                                        <p:attrNameLst>
                                          <p:attrName>style.visibility</p:attrName>
                                        </p:attrNameLst>
                                      </p:cBhvr>
                                      <p:to>
                                        <p:strVal val="visible"/>
                                      </p:to>
                                    </p:set>
                                    <p:anim calcmode="lin" valueType="num">
                                      <p:cBhvr additive="base">
                                        <p:cTn dur="200"/>
                                        <p:tgtEl>
                                          <p:spTgt spid="2052"/>
                                        </p:tgtEl>
                                        <p:attrNameLst>
                                          <p:attrName>ppt_w</p:attrName>
                                        </p:attrNameLst>
                                      </p:cBhvr>
                                      <p:tavLst>
                                        <p:tav fmla="" tm="0">
                                          <p:val>
                                            <p:strVal val="0"/>
                                          </p:val>
                                        </p:tav>
                                        <p:tav fmla="" tm="100000">
                                          <p:val>
                                            <p:strVal val="#ppt_w"/>
                                          </p:val>
                                        </p:tav>
                                      </p:tavLst>
                                    </p:anim>
                                    <p:anim calcmode="lin" valueType="num">
                                      <p:cBhvr additive="base">
                                        <p:cTn dur="200"/>
                                        <p:tgtEl>
                                          <p:spTgt spid="2052"/>
                                        </p:tgtEl>
                                        <p:attrNameLst>
                                          <p:attrName>ppt_h</p:attrName>
                                        </p:attrNameLst>
                                      </p:cBhvr>
                                      <p:tavLst>
                                        <p:tav fmla="" tm="0">
                                          <p:val>
                                            <p:strVal val="0"/>
                                          </p:val>
                                        </p:tav>
                                        <p:tav fmla="" tm="100000">
                                          <p:val>
                                            <p:strVal val="#ppt_h"/>
                                          </p:val>
                                        </p:tav>
                                      </p:tavLst>
                                    </p:anim>
                                  </p:childTnLst>
                                </p:cTn>
                              </p:par>
                            </p:childTnLst>
                          </p:cTn>
                        </p:par>
                        <p:par>
                          <p:cTn fill="hold">
                            <p:stCondLst>
                              <p:cond delay="6200"/>
                            </p:stCondLst>
                            <p:childTnLst>
                              <p:par>
                                <p:cTn fill="hold" nodeType="afterEffect" presetClass="entr" presetID="23" presetSubtype="16">
                                  <p:stCondLst>
                                    <p:cond delay="0"/>
                                  </p:stCondLst>
                                  <p:childTnLst>
                                    <p:set>
                                      <p:cBhvr>
                                        <p:cTn dur="1" fill="hold">
                                          <p:stCondLst>
                                            <p:cond delay="0"/>
                                          </p:stCondLst>
                                        </p:cTn>
                                        <p:tgtEl>
                                          <p:spTgt spid="2057"/>
                                        </p:tgtEl>
                                        <p:attrNameLst>
                                          <p:attrName>style.visibility</p:attrName>
                                        </p:attrNameLst>
                                      </p:cBhvr>
                                      <p:to>
                                        <p:strVal val="visible"/>
                                      </p:to>
                                    </p:set>
                                    <p:anim calcmode="lin" valueType="num">
                                      <p:cBhvr additive="base">
                                        <p:cTn dur="200"/>
                                        <p:tgtEl>
                                          <p:spTgt spid="2057"/>
                                        </p:tgtEl>
                                        <p:attrNameLst>
                                          <p:attrName>ppt_w</p:attrName>
                                        </p:attrNameLst>
                                      </p:cBhvr>
                                      <p:tavLst>
                                        <p:tav fmla="" tm="0">
                                          <p:val>
                                            <p:strVal val="0"/>
                                          </p:val>
                                        </p:tav>
                                        <p:tav fmla="" tm="100000">
                                          <p:val>
                                            <p:strVal val="#ppt_w"/>
                                          </p:val>
                                        </p:tav>
                                      </p:tavLst>
                                    </p:anim>
                                    <p:anim calcmode="lin" valueType="num">
                                      <p:cBhvr additive="base">
                                        <p:cTn dur="200"/>
                                        <p:tgtEl>
                                          <p:spTgt spid="2057"/>
                                        </p:tgtEl>
                                        <p:attrNameLst>
                                          <p:attrName>ppt_h</p:attrName>
                                        </p:attrNameLst>
                                      </p:cBhvr>
                                      <p:tavLst>
                                        <p:tav fmla="" tm="0">
                                          <p:val>
                                            <p:strVal val="0"/>
                                          </p:val>
                                        </p:tav>
                                        <p:tav fmla="" tm="100000">
                                          <p:val>
                                            <p:strVal val="#ppt_h"/>
                                          </p:val>
                                        </p:tav>
                                      </p:tavLst>
                                    </p:anim>
                                  </p:childTnLst>
                                </p:cTn>
                              </p:par>
                            </p:childTnLst>
                          </p:cTn>
                        </p:par>
                        <p:par>
                          <p:cTn fill="hold">
                            <p:stCondLst>
                              <p:cond delay="6400"/>
                            </p:stCondLst>
                            <p:childTnLst>
                              <p:par>
                                <p:cTn fill="hold" nodeType="afterEffect" presetClass="entr" presetID="23" presetSubtype="16">
                                  <p:stCondLst>
                                    <p:cond delay="0"/>
                                  </p:stCondLst>
                                  <p:childTnLst>
                                    <p:set>
                                      <p:cBhvr>
                                        <p:cTn dur="1" fill="hold">
                                          <p:stCondLst>
                                            <p:cond delay="0"/>
                                          </p:stCondLst>
                                        </p:cTn>
                                        <p:tgtEl>
                                          <p:spTgt spid="2054"/>
                                        </p:tgtEl>
                                        <p:attrNameLst>
                                          <p:attrName>style.visibility</p:attrName>
                                        </p:attrNameLst>
                                      </p:cBhvr>
                                      <p:to>
                                        <p:strVal val="visible"/>
                                      </p:to>
                                    </p:set>
                                    <p:anim calcmode="lin" valueType="num">
                                      <p:cBhvr additive="base">
                                        <p:cTn dur="200"/>
                                        <p:tgtEl>
                                          <p:spTgt spid="2054"/>
                                        </p:tgtEl>
                                        <p:attrNameLst>
                                          <p:attrName>ppt_w</p:attrName>
                                        </p:attrNameLst>
                                      </p:cBhvr>
                                      <p:tavLst>
                                        <p:tav fmla="" tm="0">
                                          <p:val>
                                            <p:strVal val="0"/>
                                          </p:val>
                                        </p:tav>
                                        <p:tav fmla="" tm="100000">
                                          <p:val>
                                            <p:strVal val="#ppt_w"/>
                                          </p:val>
                                        </p:tav>
                                      </p:tavLst>
                                    </p:anim>
                                    <p:anim calcmode="lin" valueType="num">
                                      <p:cBhvr additive="base">
                                        <p:cTn dur="200"/>
                                        <p:tgtEl>
                                          <p:spTgt spid="2054"/>
                                        </p:tgtEl>
                                        <p:attrNameLst>
                                          <p:attrName>ppt_h</p:attrName>
                                        </p:attrNameLst>
                                      </p:cBhvr>
                                      <p:tavLst>
                                        <p:tav fmla="" tm="0">
                                          <p:val>
                                            <p:strVal val="0"/>
                                          </p:val>
                                        </p:tav>
                                        <p:tav fmla="" tm="100000">
                                          <p:val>
                                            <p:strVal val="#ppt_h"/>
                                          </p:val>
                                        </p:tav>
                                      </p:tavLst>
                                    </p:anim>
                                  </p:childTnLst>
                                </p:cTn>
                              </p:par>
                            </p:childTnLst>
                          </p:cTn>
                        </p:par>
                        <p:par>
                          <p:cTn fill="hold">
                            <p:stCondLst>
                              <p:cond delay="6600"/>
                            </p:stCondLst>
                            <p:childTnLst>
                              <p:par>
                                <p:cTn fill="hold" nodeType="afterEffect" presetClass="entr" presetID="23" presetSubtype="16">
                                  <p:stCondLst>
                                    <p:cond delay="0"/>
                                  </p:stCondLst>
                                  <p:childTnLst>
                                    <p:set>
                                      <p:cBhvr>
                                        <p:cTn dur="1" fill="hold">
                                          <p:stCondLst>
                                            <p:cond delay="0"/>
                                          </p:stCondLst>
                                        </p:cTn>
                                        <p:tgtEl>
                                          <p:spTgt spid="2058"/>
                                        </p:tgtEl>
                                        <p:attrNameLst>
                                          <p:attrName>style.visibility</p:attrName>
                                        </p:attrNameLst>
                                      </p:cBhvr>
                                      <p:to>
                                        <p:strVal val="visible"/>
                                      </p:to>
                                    </p:set>
                                    <p:anim calcmode="lin" valueType="num">
                                      <p:cBhvr additive="base">
                                        <p:cTn dur="200"/>
                                        <p:tgtEl>
                                          <p:spTgt spid="2058"/>
                                        </p:tgtEl>
                                        <p:attrNameLst>
                                          <p:attrName>ppt_w</p:attrName>
                                        </p:attrNameLst>
                                      </p:cBhvr>
                                      <p:tavLst>
                                        <p:tav fmla="" tm="0">
                                          <p:val>
                                            <p:strVal val="0"/>
                                          </p:val>
                                        </p:tav>
                                        <p:tav fmla="" tm="100000">
                                          <p:val>
                                            <p:strVal val="#ppt_w"/>
                                          </p:val>
                                        </p:tav>
                                      </p:tavLst>
                                    </p:anim>
                                    <p:anim calcmode="lin" valueType="num">
                                      <p:cBhvr additive="base">
                                        <p:cTn dur="200"/>
                                        <p:tgtEl>
                                          <p:spTgt spid="2058"/>
                                        </p:tgtEl>
                                        <p:attrNameLst>
                                          <p:attrName>ppt_h</p:attrName>
                                        </p:attrNameLst>
                                      </p:cBhvr>
                                      <p:tavLst>
                                        <p:tav fmla="" tm="0">
                                          <p:val>
                                            <p:strVal val="0"/>
                                          </p:val>
                                        </p:tav>
                                        <p:tav fmla="" tm="100000">
                                          <p:val>
                                            <p:strVal val="#ppt_h"/>
                                          </p:val>
                                        </p:tav>
                                      </p:tavLst>
                                    </p:anim>
                                  </p:childTnLst>
                                </p:cTn>
                              </p:par>
                            </p:childTnLst>
                          </p:cTn>
                        </p:par>
                        <p:par>
                          <p:cTn fill="hold">
                            <p:stCondLst>
                              <p:cond delay="6800"/>
                            </p:stCondLst>
                            <p:childTnLst>
                              <p:par>
                                <p:cTn fill="hold" nodeType="afterEffect" presetClass="entr" presetID="23" presetSubtype="16">
                                  <p:stCondLst>
                                    <p:cond delay="0"/>
                                  </p:stCondLst>
                                  <p:childTnLst>
                                    <p:set>
                                      <p:cBhvr>
                                        <p:cTn dur="1" fill="hold">
                                          <p:stCondLst>
                                            <p:cond delay="0"/>
                                          </p:stCondLst>
                                        </p:cTn>
                                        <p:tgtEl>
                                          <p:spTgt spid="2059"/>
                                        </p:tgtEl>
                                        <p:attrNameLst>
                                          <p:attrName>style.visibility</p:attrName>
                                        </p:attrNameLst>
                                      </p:cBhvr>
                                      <p:to>
                                        <p:strVal val="visible"/>
                                      </p:to>
                                    </p:set>
                                    <p:anim calcmode="lin" valueType="num">
                                      <p:cBhvr additive="base">
                                        <p:cTn dur="200"/>
                                        <p:tgtEl>
                                          <p:spTgt spid="2059"/>
                                        </p:tgtEl>
                                        <p:attrNameLst>
                                          <p:attrName>ppt_w</p:attrName>
                                        </p:attrNameLst>
                                      </p:cBhvr>
                                      <p:tavLst>
                                        <p:tav fmla="" tm="0">
                                          <p:val>
                                            <p:strVal val="0"/>
                                          </p:val>
                                        </p:tav>
                                        <p:tav fmla="" tm="100000">
                                          <p:val>
                                            <p:strVal val="#ppt_w"/>
                                          </p:val>
                                        </p:tav>
                                      </p:tavLst>
                                    </p:anim>
                                    <p:anim calcmode="lin" valueType="num">
                                      <p:cBhvr additive="base">
                                        <p:cTn dur="200"/>
                                        <p:tgtEl>
                                          <p:spTgt spid="2059"/>
                                        </p:tgtEl>
                                        <p:attrNameLst>
                                          <p:attrName>ppt_h</p:attrName>
                                        </p:attrNameLst>
                                      </p:cBhvr>
                                      <p:tavLst>
                                        <p:tav fmla="" tm="0">
                                          <p:val>
                                            <p:strVal val="0"/>
                                          </p:val>
                                        </p:tav>
                                        <p:tav fmla="" tm="100000">
                                          <p:val>
                                            <p:strVal val="#ppt_h"/>
                                          </p:val>
                                        </p:tav>
                                      </p:tavLst>
                                    </p:anim>
                                  </p:childTnLst>
                                </p:cTn>
                              </p:par>
                            </p:childTnLst>
                          </p:cTn>
                        </p:par>
                        <p:par>
                          <p:cTn fill="hold">
                            <p:stCondLst>
                              <p:cond delay="7000"/>
                            </p:stCondLst>
                            <p:childTnLst>
                              <p:par>
                                <p:cTn fill="hold" nodeType="afterEffect" presetClass="entr" presetID="23" presetSubtype="16">
                                  <p:stCondLst>
                                    <p:cond delay="0"/>
                                  </p:stCondLst>
                                  <p:childTnLst>
                                    <p:set>
                                      <p:cBhvr>
                                        <p:cTn dur="1" fill="hold">
                                          <p:stCondLst>
                                            <p:cond delay="0"/>
                                          </p:stCondLst>
                                        </p:cTn>
                                        <p:tgtEl>
                                          <p:spTgt spid="2056"/>
                                        </p:tgtEl>
                                        <p:attrNameLst>
                                          <p:attrName>style.visibility</p:attrName>
                                        </p:attrNameLst>
                                      </p:cBhvr>
                                      <p:to>
                                        <p:strVal val="visible"/>
                                      </p:to>
                                    </p:set>
                                    <p:anim calcmode="lin" valueType="num">
                                      <p:cBhvr additive="base">
                                        <p:cTn dur="200"/>
                                        <p:tgtEl>
                                          <p:spTgt spid="2056"/>
                                        </p:tgtEl>
                                        <p:attrNameLst>
                                          <p:attrName>ppt_w</p:attrName>
                                        </p:attrNameLst>
                                      </p:cBhvr>
                                      <p:tavLst>
                                        <p:tav fmla="" tm="0">
                                          <p:val>
                                            <p:strVal val="0"/>
                                          </p:val>
                                        </p:tav>
                                        <p:tav fmla="" tm="100000">
                                          <p:val>
                                            <p:strVal val="#ppt_w"/>
                                          </p:val>
                                        </p:tav>
                                      </p:tavLst>
                                    </p:anim>
                                    <p:anim calcmode="lin" valueType="num">
                                      <p:cBhvr additive="base">
                                        <p:cTn dur="200"/>
                                        <p:tgtEl>
                                          <p:spTgt spid="2056"/>
                                        </p:tgtEl>
                                        <p:attrNameLst>
                                          <p:attrName>ppt_h</p:attrName>
                                        </p:attrNameLst>
                                      </p:cBhvr>
                                      <p:tavLst>
                                        <p:tav fmla="" tm="0">
                                          <p:val>
                                            <p:strVal val="0"/>
                                          </p:val>
                                        </p:tav>
                                        <p:tav fmla="" tm="100000">
                                          <p:val>
                                            <p:strVal val="#ppt_h"/>
                                          </p:val>
                                        </p:tav>
                                      </p:tavLst>
                                    </p:anim>
                                  </p:childTnLst>
                                </p:cTn>
                              </p:par>
                            </p:childTnLst>
                          </p:cTn>
                        </p:par>
                        <p:par>
                          <p:cTn fill="hold">
                            <p:stCondLst>
                              <p:cond delay="7200"/>
                            </p:stCondLst>
                            <p:childTnLst>
                              <p:par>
                                <p:cTn fill="hold" nodeType="afterEffect" presetClass="entr" presetID="23" presetSubtype="16">
                                  <p:stCondLst>
                                    <p:cond delay="0"/>
                                  </p:stCondLst>
                                  <p:childTnLst>
                                    <p:set>
                                      <p:cBhvr>
                                        <p:cTn dur="1" fill="hold">
                                          <p:stCondLst>
                                            <p:cond delay="0"/>
                                          </p:stCondLst>
                                        </p:cTn>
                                        <p:tgtEl>
                                          <p:spTgt spid="2053"/>
                                        </p:tgtEl>
                                        <p:attrNameLst>
                                          <p:attrName>style.visibility</p:attrName>
                                        </p:attrNameLst>
                                      </p:cBhvr>
                                      <p:to>
                                        <p:strVal val="visible"/>
                                      </p:to>
                                    </p:set>
                                    <p:anim calcmode="lin" valueType="num">
                                      <p:cBhvr additive="base">
                                        <p:cTn dur="200"/>
                                        <p:tgtEl>
                                          <p:spTgt spid="2053"/>
                                        </p:tgtEl>
                                        <p:attrNameLst>
                                          <p:attrName>ppt_w</p:attrName>
                                        </p:attrNameLst>
                                      </p:cBhvr>
                                      <p:tavLst>
                                        <p:tav fmla="" tm="0">
                                          <p:val>
                                            <p:strVal val="0"/>
                                          </p:val>
                                        </p:tav>
                                        <p:tav fmla="" tm="100000">
                                          <p:val>
                                            <p:strVal val="#ppt_w"/>
                                          </p:val>
                                        </p:tav>
                                      </p:tavLst>
                                    </p:anim>
                                    <p:anim calcmode="lin" valueType="num">
                                      <p:cBhvr additive="base">
                                        <p:cTn dur="200"/>
                                        <p:tgtEl>
                                          <p:spTgt spid="205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0"/>
                                        </p:tgtEl>
                                        <p:attrNameLst>
                                          <p:attrName>style.visibility</p:attrName>
                                        </p:attrNameLst>
                                      </p:cBhvr>
                                      <p:to>
                                        <p:strVal val="visible"/>
                                      </p:to>
                                    </p:set>
                                    <p:animEffect filter="fade" transition="in">
                                      <p:cBhvr>
                                        <p:cTn dur="1000"/>
                                        <p:tgtEl>
                                          <p:spTgt spid="20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4" name="Shape 2064"/>
        <p:cNvGrpSpPr/>
        <p:nvPr/>
      </p:nvGrpSpPr>
      <p:grpSpPr>
        <a:xfrm>
          <a:off x="0" y="0"/>
          <a:ext cx="0" cy="0"/>
          <a:chOff x="0" y="0"/>
          <a:chExt cx="0" cy="0"/>
        </a:xfrm>
      </p:grpSpPr>
      <p:sp>
        <p:nvSpPr>
          <p:cNvPr id="2065" name="Google Shape;2065;p52"/>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L</a:t>
            </a:r>
            <a:r>
              <a:rPr lang="en" sz="6100">
                <a:solidFill>
                  <a:srgbClr val="000000"/>
                </a:solidFill>
                <a:latin typeface="Luckiest Guy"/>
                <a:ea typeface="Luckiest Guy"/>
                <a:cs typeface="Luckiest Guy"/>
                <a:sym typeface="Luckiest Guy"/>
              </a:rPr>
              <a:t>earning </a:t>
            </a:r>
            <a:r>
              <a:rPr lang="en" sz="6100">
                <a:solidFill>
                  <a:schemeClr val="accent2"/>
                </a:solidFill>
                <a:latin typeface="Luckiest Guy"/>
                <a:ea typeface="Luckiest Guy"/>
                <a:cs typeface="Luckiest Guy"/>
                <a:sym typeface="Luckiest Guy"/>
              </a:rPr>
              <a:t>intention</a:t>
            </a:r>
            <a:endParaRPr sz="6100">
              <a:solidFill>
                <a:schemeClr val="accent2"/>
              </a:solidFill>
              <a:latin typeface="Luckiest Guy"/>
              <a:ea typeface="Luckiest Guy"/>
              <a:cs typeface="Luckiest Guy"/>
              <a:sym typeface="Luckiest Guy"/>
            </a:endParaRPr>
          </a:p>
        </p:txBody>
      </p:sp>
      <p:sp>
        <p:nvSpPr>
          <p:cNvPr id="2066" name="Google Shape;2066;p52"/>
          <p:cNvSpPr txBox="1"/>
          <p:nvPr>
            <p:ph idx="1" type="subTitle"/>
          </p:nvPr>
        </p:nvSpPr>
        <p:spPr>
          <a:xfrm>
            <a:off x="4904575" y="1939924"/>
            <a:ext cx="3526200" cy="16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BY THE END OF THE LESSON, I SHOULD BE ABLE TO:</a:t>
            </a:r>
            <a:endParaRPr sz="1600">
              <a:latin typeface="Jost"/>
              <a:ea typeface="Jost"/>
              <a:cs typeface="Jost"/>
              <a:sym typeface="Jost"/>
            </a:endParaRPr>
          </a:p>
          <a:p>
            <a:pPr indent="0" lvl="0" marL="0" rtl="0" algn="l">
              <a:spcBef>
                <a:spcPts val="0"/>
              </a:spcBef>
              <a:spcAft>
                <a:spcPts val="0"/>
              </a:spcAft>
              <a:buNone/>
            </a:pPr>
            <a:r>
              <a:rPr lang="en" sz="1600">
                <a:latin typeface="Jost"/>
                <a:ea typeface="Jost"/>
                <a:cs typeface="Jost"/>
                <a:sym typeface="Jost"/>
              </a:rPr>
              <a:t>BUILD KNOWLEDGE OF LEARNERS IN MY LEVEL 2 HEALTH CLASS</a:t>
            </a:r>
            <a:endParaRPr sz="1600">
              <a:latin typeface="Jost"/>
              <a:ea typeface="Jost"/>
              <a:cs typeface="Jost"/>
              <a:sym typeface="Jo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0" name="Shape 2070"/>
        <p:cNvGrpSpPr/>
        <p:nvPr/>
      </p:nvGrpSpPr>
      <p:grpSpPr>
        <a:xfrm>
          <a:off x="0" y="0"/>
          <a:ext cx="0" cy="0"/>
          <a:chOff x="0" y="0"/>
          <a:chExt cx="0" cy="0"/>
        </a:xfrm>
      </p:grpSpPr>
      <p:sp>
        <p:nvSpPr>
          <p:cNvPr id="2071" name="Google Shape;2071;p53"/>
          <p:cNvSpPr txBox="1"/>
          <p:nvPr>
            <p:ph type="title"/>
          </p:nvPr>
        </p:nvSpPr>
        <p:spPr>
          <a:xfrm>
            <a:off x="1675800" y="1891935"/>
            <a:ext cx="25623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ABOUT </a:t>
            </a:r>
            <a:r>
              <a:rPr lang="en" sz="6100">
                <a:solidFill>
                  <a:schemeClr val="accent2"/>
                </a:solidFill>
                <a:latin typeface="Luckiest Guy"/>
                <a:ea typeface="Luckiest Guy"/>
                <a:cs typeface="Luckiest Guy"/>
                <a:sym typeface="Luckiest Guy"/>
              </a:rPr>
              <a:t>ME</a:t>
            </a:r>
            <a:endParaRPr sz="6100">
              <a:solidFill>
                <a:schemeClr val="accent2"/>
              </a:solidFill>
              <a:latin typeface="Luckiest Guy"/>
              <a:ea typeface="Luckiest Guy"/>
              <a:cs typeface="Luckiest Guy"/>
              <a:sym typeface="Luckiest Guy"/>
            </a:endParaRPr>
          </a:p>
        </p:txBody>
      </p:sp>
      <p:sp>
        <p:nvSpPr>
          <p:cNvPr id="2072" name="Google Shape;2072;p53"/>
          <p:cNvSpPr txBox="1"/>
          <p:nvPr>
            <p:ph idx="1" type="subTitle"/>
          </p:nvPr>
        </p:nvSpPr>
        <p:spPr>
          <a:xfrm>
            <a:off x="4904575" y="1939924"/>
            <a:ext cx="3526200" cy="16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Jost"/>
                <a:ea typeface="Jost"/>
                <a:cs typeface="Jost"/>
                <a:sym typeface="Jost"/>
              </a:rPr>
              <a:t>Mrs Tamihere</a:t>
            </a:r>
            <a:endParaRPr sz="1600">
              <a:latin typeface="Jost"/>
              <a:ea typeface="Jost"/>
              <a:cs typeface="Jost"/>
              <a:sym typeface="Jost"/>
            </a:endParaRPr>
          </a:p>
          <a:p>
            <a:pPr indent="0" lvl="0" marL="0" rtl="0" algn="l">
              <a:spcBef>
                <a:spcPts val="0"/>
              </a:spcBef>
              <a:spcAft>
                <a:spcPts val="0"/>
              </a:spcAft>
              <a:buNone/>
            </a:pPr>
            <a:r>
              <a:rPr lang="en" sz="1600">
                <a:latin typeface="Jost"/>
                <a:ea typeface="Jost"/>
                <a:cs typeface="Jost"/>
                <a:sym typeface="Jost"/>
              </a:rPr>
              <a:t>Tirohanga Whanau Leader</a:t>
            </a:r>
            <a:endParaRPr sz="1600">
              <a:latin typeface="Jost"/>
              <a:ea typeface="Jost"/>
              <a:cs typeface="Jost"/>
              <a:sym typeface="Jost"/>
            </a:endParaRPr>
          </a:p>
          <a:p>
            <a:pPr indent="0" lvl="0" marL="0" rtl="0" algn="l">
              <a:spcBef>
                <a:spcPts val="0"/>
              </a:spcBef>
              <a:spcAft>
                <a:spcPts val="0"/>
              </a:spcAft>
              <a:buNone/>
            </a:pPr>
            <a:r>
              <a:rPr lang="en" sz="1600">
                <a:latin typeface="Jost"/>
                <a:ea typeface="Jost"/>
                <a:cs typeface="Jost"/>
                <a:sym typeface="Jost"/>
              </a:rPr>
              <a:t>Health &amp; Physical Education, Learning Leader</a:t>
            </a:r>
            <a:endParaRPr sz="1600">
              <a:latin typeface="Jost"/>
              <a:ea typeface="Jost"/>
              <a:cs typeface="Jost"/>
              <a:sym typeface="Jost"/>
            </a:endParaRPr>
          </a:p>
          <a:p>
            <a:pPr indent="0" lvl="0" marL="0" rtl="0" algn="l">
              <a:spcBef>
                <a:spcPts val="0"/>
              </a:spcBef>
              <a:spcAft>
                <a:spcPts val="0"/>
              </a:spcAft>
              <a:buNone/>
            </a:pPr>
            <a:r>
              <a:rPr lang="en" sz="1600">
                <a:latin typeface="Jost"/>
                <a:ea typeface="Jost"/>
                <a:cs typeface="Jost"/>
                <a:sym typeface="Jost"/>
              </a:rPr>
              <a:t>Alfriston College 2021 </a:t>
            </a:r>
            <a:endParaRPr sz="1600">
              <a:latin typeface="Jost"/>
              <a:ea typeface="Jost"/>
              <a:cs typeface="Jost"/>
              <a:sym typeface="Jo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6" name="Shape 2076"/>
        <p:cNvGrpSpPr/>
        <p:nvPr/>
      </p:nvGrpSpPr>
      <p:grpSpPr>
        <a:xfrm>
          <a:off x="0" y="0"/>
          <a:ext cx="0" cy="0"/>
          <a:chOff x="0" y="0"/>
          <a:chExt cx="0" cy="0"/>
        </a:xfrm>
      </p:grpSpPr>
      <p:sp>
        <p:nvSpPr>
          <p:cNvPr id="2077" name="Google Shape;2077;p54"/>
          <p:cNvSpPr txBox="1"/>
          <p:nvPr>
            <p:ph type="ctrTitle"/>
          </p:nvPr>
        </p:nvSpPr>
        <p:spPr>
          <a:xfrm flipH="1">
            <a:off x="770800" y="468450"/>
            <a:ext cx="6283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500">
                <a:solidFill>
                  <a:srgbClr val="212121"/>
                </a:solidFill>
                <a:latin typeface="Luckiest Guy"/>
                <a:ea typeface="Luckiest Guy"/>
                <a:cs typeface="Luckiest Guy"/>
                <a:sym typeface="Luckiest Guy"/>
              </a:rPr>
              <a:t>expectations</a:t>
            </a:r>
            <a:endParaRPr sz="3500">
              <a:solidFill>
                <a:srgbClr val="212121"/>
              </a:solidFill>
              <a:latin typeface="Luckiest Guy"/>
              <a:ea typeface="Luckiest Guy"/>
              <a:cs typeface="Luckiest Guy"/>
              <a:sym typeface="Luckiest Guy"/>
            </a:endParaRPr>
          </a:p>
        </p:txBody>
      </p:sp>
      <p:sp>
        <p:nvSpPr>
          <p:cNvPr id="2078" name="Google Shape;2078;p54"/>
          <p:cNvSpPr txBox="1"/>
          <p:nvPr>
            <p:ph idx="1" type="subTitle"/>
          </p:nvPr>
        </p:nvSpPr>
        <p:spPr>
          <a:xfrm>
            <a:off x="770700" y="1216175"/>
            <a:ext cx="3657000" cy="33924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Font typeface="Jost"/>
              <a:buChar char="●"/>
            </a:pPr>
            <a:r>
              <a:rPr lang="en" sz="1800">
                <a:latin typeface="Jost"/>
                <a:ea typeface="Jost"/>
                <a:cs typeface="Jost"/>
                <a:sym typeface="Jost"/>
              </a:rPr>
              <a:t>Time</a:t>
            </a:r>
            <a:endParaRPr sz="1800">
              <a:latin typeface="Jost"/>
              <a:ea typeface="Jost"/>
              <a:cs typeface="Jost"/>
              <a:sym typeface="Jost"/>
            </a:endParaRPr>
          </a:p>
          <a:p>
            <a:pPr indent="-342900" lvl="0" marL="457200" rtl="0" algn="l">
              <a:spcBef>
                <a:spcPts val="0"/>
              </a:spcBef>
              <a:spcAft>
                <a:spcPts val="0"/>
              </a:spcAft>
              <a:buSzPts val="1800"/>
              <a:buFont typeface="Jost"/>
              <a:buChar char="●"/>
            </a:pPr>
            <a:r>
              <a:rPr lang="en" sz="1800">
                <a:latin typeface="Jost"/>
                <a:ea typeface="Jost"/>
                <a:cs typeface="Jost"/>
                <a:sym typeface="Jost"/>
              </a:rPr>
              <a:t>Attendance</a:t>
            </a:r>
            <a:endParaRPr sz="1800">
              <a:latin typeface="Jost"/>
              <a:ea typeface="Jost"/>
              <a:cs typeface="Jost"/>
              <a:sym typeface="Jost"/>
            </a:endParaRPr>
          </a:p>
          <a:p>
            <a:pPr indent="-342900" lvl="0" marL="457200" rtl="0" algn="l">
              <a:spcBef>
                <a:spcPts val="0"/>
              </a:spcBef>
              <a:spcAft>
                <a:spcPts val="0"/>
              </a:spcAft>
              <a:buSzPts val="1800"/>
              <a:buFont typeface="Jost"/>
              <a:buChar char="●"/>
            </a:pPr>
            <a:r>
              <a:rPr lang="en" sz="1800">
                <a:latin typeface="Jost"/>
                <a:ea typeface="Jost"/>
                <a:cs typeface="Jost"/>
                <a:sym typeface="Jost"/>
              </a:rPr>
              <a:t>Uniform</a:t>
            </a:r>
            <a:endParaRPr sz="1800">
              <a:latin typeface="Jost"/>
              <a:ea typeface="Jost"/>
              <a:cs typeface="Jost"/>
              <a:sym typeface="Jost"/>
            </a:endParaRPr>
          </a:p>
          <a:p>
            <a:pPr indent="-342900" lvl="0" marL="457200" rtl="0" algn="l">
              <a:spcBef>
                <a:spcPts val="0"/>
              </a:spcBef>
              <a:spcAft>
                <a:spcPts val="0"/>
              </a:spcAft>
              <a:buSzPts val="1800"/>
              <a:buFont typeface="Jost"/>
              <a:buChar char="●"/>
            </a:pPr>
            <a:r>
              <a:rPr lang="en" sz="1800">
                <a:latin typeface="Jost"/>
                <a:ea typeface="Jost"/>
                <a:cs typeface="Jost"/>
                <a:sym typeface="Jost"/>
              </a:rPr>
              <a:t>Stationery</a:t>
            </a:r>
            <a:endParaRPr sz="1800">
              <a:latin typeface="Jost"/>
              <a:ea typeface="Jost"/>
              <a:cs typeface="Jost"/>
              <a:sym typeface="Jost"/>
            </a:endParaRPr>
          </a:p>
          <a:p>
            <a:pPr indent="-342900" lvl="0" marL="457200" rtl="0" algn="l">
              <a:spcBef>
                <a:spcPts val="0"/>
              </a:spcBef>
              <a:spcAft>
                <a:spcPts val="0"/>
              </a:spcAft>
              <a:buSzPts val="1800"/>
              <a:buFont typeface="Jost"/>
              <a:buChar char="●"/>
            </a:pPr>
            <a:r>
              <a:rPr lang="en" sz="1800">
                <a:latin typeface="Jost"/>
                <a:ea typeface="Jost"/>
                <a:cs typeface="Jost"/>
                <a:sym typeface="Jost"/>
              </a:rPr>
              <a:t>Whanau Contact</a:t>
            </a:r>
            <a:endParaRPr sz="1800">
              <a:latin typeface="Jost"/>
              <a:ea typeface="Jost"/>
              <a:cs typeface="Jost"/>
              <a:sym typeface="Jost"/>
            </a:endParaRPr>
          </a:p>
          <a:p>
            <a:pPr indent="-342900" lvl="0" marL="457200" rtl="0" algn="l">
              <a:spcBef>
                <a:spcPts val="0"/>
              </a:spcBef>
              <a:spcAft>
                <a:spcPts val="0"/>
              </a:spcAft>
              <a:buSzPts val="1800"/>
              <a:buFont typeface="Jost"/>
              <a:buChar char="●"/>
            </a:pPr>
            <a:r>
              <a:rPr lang="en" sz="1800">
                <a:latin typeface="Jost"/>
                <a:ea typeface="Jost"/>
                <a:cs typeface="Jost"/>
                <a:sym typeface="Jost"/>
              </a:rPr>
              <a:t>Completing Assessments</a:t>
            </a:r>
            <a:endParaRPr sz="1800">
              <a:latin typeface="Jost"/>
              <a:ea typeface="Jost"/>
              <a:cs typeface="Jost"/>
              <a:sym typeface="Jost"/>
            </a:endParaRPr>
          </a:p>
          <a:p>
            <a:pPr indent="-342900" lvl="0" marL="457200" rtl="0" algn="l">
              <a:spcBef>
                <a:spcPts val="0"/>
              </a:spcBef>
              <a:spcAft>
                <a:spcPts val="0"/>
              </a:spcAft>
              <a:buSzPts val="1800"/>
              <a:buFont typeface="Jost"/>
              <a:buChar char="●"/>
            </a:pPr>
            <a:r>
              <a:rPr lang="en" sz="1800">
                <a:latin typeface="Jost"/>
                <a:ea typeface="Jost"/>
                <a:cs typeface="Jost"/>
                <a:sym typeface="Jost"/>
              </a:rPr>
              <a:t>Academic Tracking and Mentoring</a:t>
            </a:r>
            <a:endParaRPr sz="1800">
              <a:latin typeface="Jost"/>
              <a:ea typeface="Jost"/>
              <a:cs typeface="Jost"/>
              <a:sym typeface="Jost"/>
            </a:endParaRPr>
          </a:p>
          <a:p>
            <a:pPr indent="-342900" lvl="0" marL="457200" rtl="0" algn="l">
              <a:spcBef>
                <a:spcPts val="0"/>
              </a:spcBef>
              <a:spcAft>
                <a:spcPts val="0"/>
              </a:spcAft>
              <a:buSzPts val="1800"/>
              <a:buFont typeface="Jost"/>
              <a:buChar char="●"/>
            </a:pPr>
            <a:r>
              <a:rPr lang="en" sz="1800">
                <a:latin typeface="Jost"/>
                <a:ea typeface="Jost"/>
                <a:cs typeface="Jost"/>
                <a:sym typeface="Jost"/>
              </a:rPr>
              <a:t>Firm but </a:t>
            </a:r>
            <a:r>
              <a:rPr b="1" lang="en" sz="1800">
                <a:latin typeface="Jost"/>
                <a:ea typeface="Jost"/>
                <a:cs typeface="Jost"/>
                <a:sym typeface="Jost"/>
              </a:rPr>
              <a:t>FUN!</a:t>
            </a:r>
            <a:endParaRPr b="1" sz="1800">
              <a:latin typeface="Jost"/>
              <a:ea typeface="Jost"/>
              <a:cs typeface="Jost"/>
              <a:sym typeface="Jost"/>
            </a:endParaRPr>
          </a:p>
        </p:txBody>
      </p:sp>
      <p:pic>
        <p:nvPicPr>
          <p:cNvPr id="2079" name="Google Shape;2079;p54"/>
          <p:cNvPicPr preferRelativeResize="0"/>
          <p:nvPr/>
        </p:nvPicPr>
        <p:blipFill>
          <a:blip r:embed="rId3">
            <a:alphaModFix/>
          </a:blip>
          <a:stretch>
            <a:fillRect/>
          </a:stretch>
        </p:blipFill>
        <p:spPr>
          <a:xfrm>
            <a:off x="4427624" y="324600"/>
            <a:ext cx="4005675" cy="3912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sp>
        <p:nvSpPr>
          <p:cNvPr id="2084" name="Google Shape;2084;p55"/>
          <p:cNvSpPr txBox="1"/>
          <p:nvPr>
            <p:ph type="title"/>
          </p:nvPr>
        </p:nvSpPr>
        <p:spPr>
          <a:xfrm>
            <a:off x="114300" y="461775"/>
            <a:ext cx="4124100" cy="30720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5600">
                <a:solidFill>
                  <a:srgbClr val="212121"/>
                </a:solidFill>
                <a:latin typeface="Luckiest Guy"/>
                <a:ea typeface="Luckiest Guy"/>
                <a:cs typeface="Luckiest Guy"/>
                <a:sym typeface="Luckiest Guy"/>
              </a:rPr>
              <a:t>Google classroom</a:t>
            </a:r>
            <a:endParaRPr sz="5600">
              <a:solidFill>
                <a:srgbClr val="212121"/>
              </a:solidFill>
              <a:latin typeface="Luckiest Guy"/>
              <a:ea typeface="Luckiest Guy"/>
              <a:cs typeface="Luckiest Guy"/>
              <a:sym typeface="Luckiest Guy"/>
            </a:endParaRPr>
          </a:p>
          <a:p>
            <a:pPr indent="0" lvl="0" marL="0" rtl="0" algn="r">
              <a:spcBef>
                <a:spcPts val="0"/>
              </a:spcBef>
              <a:spcAft>
                <a:spcPts val="0"/>
              </a:spcAft>
              <a:buNone/>
            </a:pPr>
            <a:r>
              <a:rPr lang="en" sz="5600">
                <a:solidFill>
                  <a:srgbClr val="212121"/>
                </a:solidFill>
                <a:latin typeface="Luckiest Guy"/>
                <a:ea typeface="Luckiest Guy"/>
                <a:cs typeface="Luckiest Guy"/>
                <a:sym typeface="Luckiest Guy"/>
              </a:rPr>
              <a:t>code:</a:t>
            </a:r>
            <a:endParaRPr sz="5600">
              <a:solidFill>
                <a:srgbClr val="212121"/>
              </a:solidFill>
              <a:latin typeface="Luckiest Guy"/>
              <a:ea typeface="Luckiest Guy"/>
              <a:cs typeface="Luckiest Guy"/>
              <a:sym typeface="Luckiest Guy"/>
            </a:endParaRPr>
          </a:p>
          <a:p>
            <a:pPr indent="0" lvl="0" marL="0" rtl="0" algn="r">
              <a:spcBef>
                <a:spcPts val="0"/>
              </a:spcBef>
              <a:spcAft>
                <a:spcPts val="0"/>
              </a:spcAft>
              <a:buNone/>
            </a:pPr>
            <a:r>
              <a:rPr b="1" lang="en" sz="5600">
                <a:solidFill>
                  <a:schemeClr val="accent2"/>
                </a:solidFill>
                <a:latin typeface="Jost"/>
                <a:ea typeface="Jost"/>
                <a:cs typeface="Jost"/>
                <a:sym typeface="Jost"/>
              </a:rPr>
              <a:t>kshducv</a:t>
            </a:r>
            <a:endParaRPr b="1" sz="5600">
              <a:solidFill>
                <a:schemeClr val="accent2"/>
              </a:solidFill>
              <a:latin typeface="Jost"/>
              <a:ea typeface="Jost"/>
              <a:cs typeface="Jost"/>
              <a:sym typeface="Jost"/>
            </a:endParaRPr>
          </a:p>
        </p:txBody>
      </p:sp>
      <p:sp>
        <p:nvSpPr>
          <p:cNvPr id="2085" name="Google Shape;2085;p55"/>
          <p:cNvSpPr txBox="1"/>
          <p:nvPr>
            <p:ph idx="1" type="subTitle"/>
          </p:nvPr>
        </p:nvSpPr>
        <p:spPr>
          <a:xfrm>
            <a:off x="4904575" y="1939924"/>
            <a:ext cx="3526200" cy="16419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Jost"/>
              <a:buChar char="●"/>
            </a:pPr>
            <a:r>
              <a:rPr lang="en" sz="1600">
                <a:latin typeface="Jost"/>
                <a:ea typeface="Jost"/>
                <a:cs typeface="Jost"/>
                <a:sym typeface="Jost"/>
              </a:rPr>
              <a:t>Slides for each Term</a:t>
            </a:r>
            <a:endParaRPr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Handing in assessments</a:t>
            </a:r>
            <a:endParaRPr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Communication</a:t>
            </a:r>
            <a:endParaRPr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Access to resources</a:t>
            </a:r>
            <a:endParaRPr sz="1600">
              <a:latin typeface="Jost"/>
              <a:ea typeface="Jost"/>
              <a:cs typeface="Jost"/>
              <a:sym typeface="Jo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9" name="Shape 2089"/>
        <p:cNvGrpSpPr/>
        <p:nvPr/>
      </p:nvGrpSpPr>
      <p:grpSpPr>
        <a:xfrm>
          <a:off x="0" y="0"/>
          <a:ext cx="0" cy="0"/>
          <a:chOff x="0" y="0"/>
          <a:chExt cx="0" cy="0"/>
        </a:xfrm>
      </p:grpSpPr>
      <p:sp>
        <p:nvSpPr>
          <p:cNvPr id="2090" name="Google Shape;2090;p56"/>
          <p:cNvSpPr txBox="1"/>
          <p:nvPr>
            <p:ph type="ctrTitle"/>
          </p:nvPr>
        </p:nvSpPr>
        <p:spPr>
          <a:xfrm flipH="1">
            <a:off x="770725" y="468450"/>
            <a:ext cx="44631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000000"/>
                </a:solidFill>
                <a:latin typeface="Luckiest Guy"/>
                <a:ea typeface="Luckiest Guy"/>
                <a:cs typeface="Luckiest Guy"/>
                <a:sym typeface="Luckiest Guy"/>
              </a:rPr>
              <a:t>Group - Scattergories</a:t>
            </a:r>
            <a:endParaRPr>
              <a:solidFill>
                <a:srgbClr val="000000"/>
              </a:solidFill>
              <a:latin typeface="Luckiest Guy"/>
              <a:ea typeface="Luckiest Guy"/>
              <a:cs typeface="Luckiest Guy"/>
              <a:sym typeface="Luckiest Guy"/>
            </a:endParaRPr>
          </a:p>
        </p:txBody>
      </p:sp>
      <p:sp>
        <p:nvSpPr>
          <p:cNvPr id="2091" name="Google Shape;2091;p56"/>
          <p:cNvSpPr txBox="1"/>
          <p:nvPr>
            <p:ph idx="1" type="subTitle"/>
          </p:nvPr>
        </p:nvSpPr>
        <p:spPr>
          <a:xfrm>
            <a:off x="770700" y="911375"/>
            <a:ext cx="7662600" cy="17694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Font typeface="Jost"/>
              <a:buAutoNum type="arabicPeriod"/>
            </a:pPr>
            <a:r>
              <a:rPr lang="en" sz="1400">
                <a:latin typeface="Jost"/>
                <a:ea typeface="Jost"/>
                <a:cs typeface="Jost"/>
                <a:sym typeface="Jost"/>
              </a:rPr>
              <a:t>Get into groups of 4 - each person must be from a different whanau. Sit in your group of 4</a:t>
            </a:r>
            <a:endParaRPr sz="1400">
              <a:latin typeface="Jost"/>
              <a:ea typeface="Jost"/>
              <a:cs typeface="Jost"/>
              <a:sym typeface="Jost"/>
            </a:endParaRPr>
          </a:p>
          <a:p>
            <a:pPr indent="-317500" lvl="0" marL="457200" rtl="0" algn="l">
              <a:spcBef>
                <a:spcPts val="0"/>
              </a:spcBef>
              <a:spcAft>
                <a:spcPts val="0"/>
              </a:spcAft>
              <a:buSzPts val="1400"/>
              <a:buFont typeface="Jost"/>
              <a:buAutoNum type="arabicPeriod"/>
            </a:pPr>
            <a:r>
              <a:rPr lang="en" sz="1400">
                <a:latin typeface="Jost"/>
                <a:ea typeface="Jost"/>
                <a:cs typeface="Jost"/>
                <a:sym typeface="Jost"/>
              </a:rPr>
              <a:t>On a piece of paper draw the following table:</a:t>
            </a:r>
            <a:endParaRPr sz="1400">
              <a:latin typeface="Jost"/>
              <a:ea typeface="Jost"/>
              <a:cs typeface="Jost"/>
              <a:sym typeface="Jost"/>
            </a:endParaRPr>
          </a:p>
          <a:p>
            <a:pPr indent="0" lvl="0" marL="0" rtl="0" algn="l">
              <a:spcBef>
                <a:spcPts val="1600"/>
              </a:spcBef>
              <a:spcAft>
                <a:spcPts val="1600"/>
              </a:spcAft>
              <a:buNone/>
            </a:pPr>
            <a:r>
              <a:t/>
            </a:r>
            <a:endParaRPr sz="1400">
              <a:latin typeface="Jost"/>
              <a:ea typeface="Jost"/>
              <a:cs typeface="Jost"/>
              <a:sym typeface="Jost"/>
            </a:endParaRPr>
          </a:p>
        </p:txBody>
      </p:sp>
      <p:graphicFrame>
        <p:nvGraphicFramePr>
          <p:cNvPr id="2092" name="Google Shape;2092;p56"/>
          <p:cNvGraphicFramePr/>
          <p:nvPr/>
        </p:nvGraphicFramePr>
        <p:xfrm>
          <a:off x="300300" y="1962150"/>
          <a:ext cx="3000000" cy="3000000"/>
        </p:xfrm>
        <a:graphic>
          <a:graphicData uri="http://schemas.openxmlformats.org/drawingml/2006/table">
            <a:tbl>
              <a:tblPr>
                <a:noFill/>
                <a:tableStyleId>{76DB997D-D0C9-452E-A470-FA64CB2A0C46}</a:tableStyleId>
              </a:tblPr>
              <a:tblGrid>
                <a:gridCol w="1416800"/>
                <a:gridCol w="1416800"/>
                <a:gridCol w="1416800"/>
                <a:gridCol w="1416800"/>
                <a:gridCol w="1416800"/>
                <a:gridCol w="1416800"/>
              </a:tblGrid>
              <a:tr h="619875">
                <a:tc>
                  <a:txBody>
                    <a:bodyPr/>
                    <a:lstStyle/>
                    <a:p>
                      <a:pPr indent="0" lvl="0" marL="0" rtl="0" algn="ctr">
                        <a:spcBef>
                          <a:spcPts val="0"/>
                        </a:spcBef>
                        <a:spcAft>
                          <a:spcPts val="0"/>
                        </a:spcAft>
                        <a:buNone/>
                      </a:pPr>
                      <a:r>
                        <a:rPr b="1" lang="en">
                          <a:latin typeface="Jost"/>
                          <a:ea typeface="Jost"/>
                          <a:cs typeface="Jost"/>
                          <a:sym typeface="Jost"/>
                        </a:rPr>
                        <a:t>Healthy Food</a:t>
                      </a:r>
                      <a:endParaRPr b="1">
                        <a:latin typeface="Jost"/>
                        <a:ea typeface="Jost"/>
                        <a:cs typeface="Jost"/>
                        <a:sym typeface="Jost"/>
                      </a:endParaRPr>
                    </a:p>
                  </a:txBody>
                  <a:tcPr marT="91425" marB="91425" marR="91425" marL="91425"/>
                </a:tc>
                <a:tc>
                  <a:txBody>
                    <a:bodyPr/>
                    <a:lstStyle/>
                    <a:p>
                      <a:pPr indent="0" lvl="0" marL="0" rtl="0" algn="ctr">
                        <a:spcBef>
                          <a:spcPts val="0"/>
                        </a:spcBef>
                        <a:spcAft>
                          <a:spcPts val="0"/>
                        </a:spcAft>
                        <a:buNone/>
                      </a:pPr>
                      <a:r>
                        <a:rPr b="1" lang="en">
                          <a:latin typeface="Jost"/>
                          <a:ea typeface="Jost"/>
                          <a:cs typeface="Jost"/>
                          <a:sym typeface="Jost"/>
                        </a:rPr>
                        <a:t>Word related to AC or the AC way</a:t>
                      </a:r>
                      <a:endParaRPr b="1">
                        <a:latin typeface="Jost"/>
                        <a:ea typeface="Jost"/>
                        <a:cs typeface="Jost"/>
                        <a:sym typeface="Jost"/>
                      </a:endParaRPr>
                    </a:p>
                  </a:txBody>
                  <a:tcPr marT="91425" marB="91425" marR="91425" marL="91425"/>
                </a:tc>
                <a:tc>
                  <a:txBody>
                    <a:bodyPr/>
                    <a:lstStyle/>
                    <a:p>
                      <a:pPr indent="0" lvl="0" marL="0" rtl="0" algn="ctr">
                        <a:spcBef>
                          <a:spcPts val="0"/>
                        </a:spcBef>
                        <a:spcAft>
                          <a:spcPts val="0"/>
                        </a:spcAft>
                        <a:buNone/>
                      </a:pPr>
                      <a:r>
                        <a:rPr b="1" lang="en">
                          <a:latin typeface="Jost"/>
                          <a:ea typeface="Jost"/>
                          <a:cs typeface="Jost"/>
                          <a:sym typeface="Jost"/>
                        </a:rPr>
                        <a:t>Marvel Character</a:t>
                      </a:r>
                      <a:endParaRPr b="1">
                        <a:latin typeface="Jost"/>
                        <a:ea typeface="Jost"/>
                        <a:cs typeface="Jost"/>
                        <a:sym typeface="Jost"/>
                      </a:endParaRPr>
                    </a:p>
                  </a:txBody>
                  <a:tcPr marT="91425" marB="91425" marR="91425" marL="91425"/>
                </a:tc>
                <a:tc>
                  <a:txBody>
                    <a:bodyPr/>
                    <a:lstStyle/>
                    <a:p>
                      <a:pPr indent="0" lvl="0" marL="0" rtl="0" algn="ctr">
                        <a:spcBef>
                          <a:spcPts val="0"/>
                        </a:spcBef>
                        <a:spcAft>
                          <a:spcPts val="0"/>
                        </a:spcAft>
                        <a:buNone/>
                      </a:pPr>
                      <a:r>
                        <a:rPr b="1" lang="en">
                          <a:latin typeface="Jost"/>
                          <a:ea typeface="Jost"/>
                          <a:cs typeface="Jost"/>
                          <a:sym typeface="Jost"/>
                        </a:rPr>
                        <a:t> Learning Leader </a:t>
                      </a:r>
                      <a:endParaRPr b="1">
                        <a:latin typeface="Jost"/>
                        <a:ea typeface="Jost"/>
                        <a:cs typeface="Jost"/>
                        <a:sym typeface="Jost"/>
                      </a:endParaRPr>
                    </a:p>
                  </a:txBody>
                  <a:tcPr marT="91425" marB="91425" marR="91425" marL="91425"/>
                </a:tc>
                <a:tc>
                  <a:txBody>
                    <a:bodyPr/>
                    <a:lstStyle/>
                    <a:p>
                      <a:pPr indent="0" lvl="0" marL="0" rtl="0" algn="ctr">
                        <a:spcBef>
                          <a:spcPts val="0"/>
                        </a:spcBef>
                        <a:spcAft>
                          <a:spcPts val="0"/>
                        </a:spcAft>
                        <a:buNone/>
                      </a:pPr>
                      <a:r>
                        <a:rPr b="1" lang="en">
                          <a:latin typeface="Jost"/>
                          <a:ea typeface="Jost"/>
                          <a:cs typeface="Jost"/>
                          <a:sym typeface="Jost"/>
                        </a:rPr>
                        <a:t>NZ town</a:t>
                      </a:r>
                      <a:endParaRPr b="1">
                        <a:latin typeface="Jost"/>
                        <a:ea typeface="Jost"/>
                        <a:cs typeface="Jost"/>
                        <a:sym typeface="Jost"/>
                      </a:endParaRPr>
                    </a:p>
                  </a:txBody>
                  <a:tcPr marT="91425" marB="91425" marR="91425" marL="91425"/>
                </a:tc>
                <a:tc>
                  <a:txBody>
                    <a:bodyPr/>
                    <a:lstStyle/>
                    <a:p>
                      <a:pPr indent="0" lvl="0" marL="0" rtl="0" algn="ctr">
                        <a:spcBef>
                          <a:spcPts val="0"/>
                        </a:spcBef>
                        <a:spcAft>
                          <a:spcPts val="0"/>
                        </a:spcAft>
                        <a:buNone/>
                      </a:pPr>
                      <a:r>
                        <a:rPr b="1" lang="en">
                          <a:latin typeface="Jost"/>
                          <a:ea typeface="Jost"/>
                          <a:cs typeface="Jost"/>
                          <a:sym typeface="Jost"/>
                        </a:rPr>
                        <a:t>Way to improve your well-being</a:t>
                      </a:r>
                      <a:endParaRPr b="1">
                        <a:latin typeface="Jost"/>
                        <a:ea typeface="Jost"/>
                        <a:cs typeface="Jost"/>
                        <a:sym typeface="Jost"/>
                      </a:endParaRPr>
                    </a:p>
                  </a:txBody>
                  <a:tcPr marT="91425" marB="91425" marR="91425" marL="91425"/>
                </a:tc>
              </a:tr>
              <a:tr h="13521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6" name="Shape 2096"/>
        <p:cNvGrpSpPr/>
        <p:nvPr/>
      </p:nvGrpSpPr>
      <p:grpSpPr>
        <a:xfrm>
          <a:off x="0" y="0"/>
          <a:ext cx="0" cy="0"/>
          <a:chOff x="0" y="0"/>
          <a:chExt cx="0" cy="0"/>
        </a:xfrm>
      </p:grpSpPr>
      <p:sp>
        <p:nvSpPr>
          <p:cNvPr id="2097" name="Google Shape;2097;p57"/>
          <p:cNvSpPr txBox="1"/>
          <p:nvPr>
            <p:ph type="ctrTitle"/>
          </p:nvPr>
        </p:nvSpPr>
        <p:spPr>
          <a:xfrm flipH="1">
            <a:off x="770800" y="468450"/>
            <a:ext cx="6283800" cy="5778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500">
                <a:solidFill>
                  <a:srgbClr val="212121"/>
                </a:solidFill>
                <a:latin typeface="Luckiest Guy"/>
                <a:ea typeface="Luckiest Guy"/>
                <a:cs typeface="Luckiest Guy"/>
                <a:sym typeface="Luckiest Guy"/>
              </a:rPr>
              <a:t>task</a:t>
            </a:r>
            <a:endParaRPr sz="3500">
              <a:solidFill>
                <a:srgbClr val="212121"/>
              </a:solidFill>
              <a:latin typeface="Luckiest Guy"/>
              <a:ea typeface="Luckiest Guy"/>
              <a:cs typeface="Luckiest Guy"/>
              <a:sym typeface="Luckiest Guy"/>
            </a:endParaRPr>
          </a:p>
        </p:txBody>
      </p:sp>
      <p:sp>
        <p:nvSpPr>
          <p:cNvPr id="2098" name="Google Shape;2098;p57"/>
          <p:cNvSpPr txBox="1"/>
          <p:nvPr>
            <p:ph idx="1" type="subTitle"/>
          </p:nvPr>
        </p:nvSpPr>
        <p:spPr>
          <a:xfrm>
            <a:off x="770700" y="1216175"/>
            <a:ext cx="3657000" cy="3392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3D85C6"/>
                </a:highlight>
                <a:latin typeface="Jost"/>
                <a:ea typeface="Jost"/>
                <a:cs typeface="Jost"/>
                <a:sym typeface="Jost"/>
              </a:rPr>
              <a:t>Blue</a:t>
            </a:r>
            <a:r>
              <a:rPr lang="en" sz="1800">
                <a:highlight>
                  <a:srgbClr val="3D85C6"/>
                </a:highlight>
                <a:latin typeface="Jost"/>
                <a:ea typeface="Jost"/>
                <a:cs typeface="Jost"/>
                <a:sym typeface="Jost"/>
              </a:rPr>
              <a:t> Post It Note:</a:t>
            </a:r>
            <a:r>
              <a:rPr lang="en" sz="1800">
                <a:latin typeface="Jost"/>
                <a:ea typeface="Jost"/>
                <a:cs typeface="Jost"/>
                <a:sym typeface="Jost"/>
              </a:rPr>
              <a:t> Write down what health is to you.</a:t>
            </a:r>
            <a:endParaRPr sz="1800">
              <a:latin typeface="Jost"/>
              <a:ea typeface="Jost"/>
              <a:cs typeface="Jost"/>
              <a:sym typeface="Jost"/>
            </a:endParaRPr>
          </a:p>
          <a:p>
            <a:pPr indent="0" lvl="0" marL="0" rtl="0" algn="ctr">
              <a:spcBef>
                <a:spcPts val="0"/>
              </a:spcBef>
              <a:spcAft>
                <a:spcPts val="0"/>
              </a:spcAft>
              <a:buNone/>
            </a:pPr>
            <a:r>
              <a:t/>
            </a:r>
            <a:endParaRPr sz="1800">
              <a:latin typeface="Jost"/>
              <a:ea typeface="Jost"/>
              <a:cs typeface="Jost"/>
              <a:sym typeface="Jost"/>
            </a:endParaRPr>
          </a:p>
          <a:p>
            <a:pPr indent="0" lvl="0" marL="0" rtl="0" algn="ctr">
              <a:spcBef>
                <a:spcPts val="0"/>
              </a:spcBef>
              <a:spcAft>
                <a:spcPts val="0"/>
              </a:spcAft>
              <a:buNone/>
            </a:pPr>
            <a:r>
              <a:rPr lang="en" sz="1800">
                <a:highlight>
                  <a:srgbClr val="F1C232"/>
                </a:highlight>
                <a:latin typeface="Jost"/>
                <a:ea typeface="Jost"/>
                <a:cs typeface="Jost"/>
                <a:sym typeface="Jost"/>
              </a:rPr>
              <a:t>Yellow Post It Note:</a:t>
            </a:r>
            <a:r>
              <a:rPr lang="en" sz="1800">
                <a:latin typeface="Jost"/>
                <a:ea typeface="Jost"/>
                <a:cs typeface="Jost"/>
                <a:sym typeface="Jost"/>
              </a:rPr>
              <a:t> Write down what you want to get from this course</a:t>
            </a:r>
            <a:endParaRPr sz="1800">
              <a:latin typeface="Jost"/>
              <a:ea typeface="Jost"/>
              <a:cs typeface="Jost"/>
              <a:sym typeface="Jost"/>
            </a:endParaRPr>
          </a:p>
          <a:p>
            <a:pPr indent="0" lvl="0" marL="0" rtl="0" algn="ctr">
              <a:spcBef>
                <a:spcPts val="0"/>
              </a:spcBef>
              <a:spcAft>
                <a:spcPts val="0"/>
              </a:spcAft>
              <a:buNone/>
            </a:pPr>
            <a:r>
              <a:t/>
            </a:r>
            <a:endParaRPr sz="1800">
              <a:latin typeface="Jost"/>
              <a:ea typeface="Jost"/>
              <a:cs typeface="Jost"/>
              <a:sym typeface="Jost"/>
            </a:endParaRPr>
          </a:p>
          <a:p>
            <a:pPr indent="0" lvl="0" marL="0" rtl="0" algn="ctr">
              <a:spcBef>
                <a:spcPts val="0"/>
              </a:spcBef>
              <a:spcAft>
                <a:spcPts val="0"/>
              </a:spcAft>
              <a:buNone/>
            </a:pPr>
            <a:r>
              <a:rPr lang="en" sz="1800">
                <a:highlight>
                  <a:srgbClr val="F54132"/>
                </a:highlight>
                <a:latin typeface="Jost"/>
                <a:ea typeface="Jost"/>
                <a:cs typeface="Jost"/>
                <a:sym typeface="Jost"/>
              </a:rPr>
              <a:t>Orange Post It Note:</a:t>
            </a:r>
            <a:r>
              <a:rPr lang="en" sz="1800">
                <a:latin typeface="Jost"/>
                <a:ea typeface="Jost"/>
                <a:cs typeface="Jost"/>
                <a:sym typeface="Jost"/>
              </a:rPr>
              <a:t> Write down 3 people that make you the best version of yourself</a:t>
            </a:r>
            <a:endParaRPr sz="3500">
              <a:solidFill>
                <a:srgbClr val="212121"/>
              </a:solidFill>
              <a:latin typeface="Luckiest Guy"/>
              <a:ea typeface="Luckiest Guy"/>
              <a:cs typeface="Luckiest Guy"/>
              <a:sym typeface="Luckiest Guy"/>
            </a:endParaRPr>
          </a:p>
          <a:p>
            <a:pPr indent="0" lvl="0" marL="0" rtl="0" algn="l">
              <a:spcBef>
                <a:spcPts val="0"/>
              </a:spcBef>
              <a:spcAft>
                <a:spcPts val="1600"/>
              </a:spcAft>
              <a:buNone/>
            </a:pPr>
            <a:r>
              <a:t/>
            </a:r>
            <a:endParaRPr sz="1800">
              <a:latin typeface="Jost"/>
              <a:ea typeface="Jost"/>
              <a:cs typeface="Jost"/>
              <a:sym typeface="Jost"/>
            </a:endParaRPr>
          </a:p>
        </p:txBody>
      </p:sp>
      <p:pic>
        <p:nvPicPr>
          <p:cNvPr id="2099" name="Google Shape;2099;p57"/>
          <p:cNvPicPr preferRelativeResize="0"/>
          <p:nvPr/>
        </p:nvPicPr>
        <p:blipFill>
          <a:blip r:embed="rId3">
            <a:alphaModFix/>
          </a:blip>
          <a:stretch>
            <a:fillRect/>
          </a:stretch>
        </p:blipFill>
        <p:spPr>
          <a:xfrm>
            <a:off x="5108750" y="1389875"/>
            <a:ext cx="2830775" cy="27649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3" name="Shape 2103"/>
        <p:cNvGrpSpPr/>
        <p:nvPr/>
      </p:nvGrpSpPr>
      <p:grpSpPr>
        <a:xfrm>
          <a:off x="0" y="0"/>
          <a:ext cx="0" cy="0"/>
          <a:chOff x="0" y="0"/>
          <a:chExt cx="0" cy="0"/>
        </a:xfrm>
      </p:grpSpPr>
      <p:sp>
        <p:nvSpPr>
          <p:cNvPr id="2104" name="Google Shape;2104;p58"/>
          <p:cNvSpPr txBox="1"/>
          <p:nvPr>
            <p:ph type="ctrTitle"/>
          </p:nvPr>
        </p:nvSpPr>
        <p:spPr>
          <a:xfrm flipH="1">
            <a:off x="770800" y="468450"/>
            <a:ext cx="6283800" cy="5778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500">
                <a:solidFill>
                  <a:srgbClr val="212121"/>
                </a:solidFill>
                <a:latin typeface="Luckiest Guy"/>
                <a:ea typeface="Luckiest Guy"/>
                <a:cs typeface="Luckiest Guy"/>
                <a:sym typeface="Luckiest Guy"/>
              </a:rPr>
              <a:t>Worksheet: Who am i?</a:t>
            </a:r>
            <a:endParaRPr sz="3500">
              <a:solidFill>
                <a:srgbClr val="212121"/>
              </a:solidFill>
              <a:latin typeface="Luckiest Guy"/>
              <a:ea typeface="Luckiest Guy"/>
              <a:cs typeface="Luckiest Guy"/>
              <a:sym typeface="Luckiest Guy"/>
            </a:endParaRPr>
          </a:p>
        </p:txBody>
      </p:sp>
      <p:sp>
        <p:nvSpPr>
          <p:cNvPr id="2105" name="Google Shape;2105;p58"/>
          <p:cNvSpPr txBox="1"/>
          <p:nvPr>
            <p:ph idx="1" type="subTitle"/>
          </p:nvPr>
        </p:nvSpPr>
        <p:spPr>
          <a:xfrm>
            <a:off x="770700" y="1216175"/>
            <a:ext cx="3657000" cy="33924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Font typeface="Jost"/>
              <a:buAutoNum type="arabicPeriod"/>
            </a:pPr>
            <a:r>
              <a:rPr lang="en" sz="1800">
                <a:latin typeface="Jost"/>
                <a:ea typeface="Jost"/>
                <a:cs typeface="Jost"/>
                <a:sym typeface="Jost"/>
              </a:rPr>
              <a:t>Fill in the worksheet - handwriting needs to be your tidiest!</a:t>
            </a:r>
            <a:endParaRPr sz="1800">
              <a:latin typeface="Jost"/>
              <a:ea typeface="Jost"/>
              <a:cs typeface="Jost"/>
              <a:sym typeface="Jost"/>
            </a:endParaRPr>
          </a:p>
          <a:p>
            <a:pPr indent="-342900" lvl="0" marL="457200" rtl="0" algn="l">
              <a:spcBef>
                <a:spcPts val="0"/>
              </a:spcBef>
              <a:spcAft>
                <a:spcPts val="0"/>
              </a:spcAft>
              <a:buSzPts val="1800"/>
              <a:buFont typeface="Jost"/>
              <a:buAutoNum type="arabicPeriod"/>
            </a:pPr>
            <a:r>
              <a:rPr lang="en" sz="1800">
                <a:latin typeface="Jost"/>
                <a:ea typeface="Jost"/>
                <a:cs typeface="Jost"/>
                <a:sym typeface="Jost"/>
              </a:rPr>
              <a:t>Colour it in using colouring pencils and felts</a:t>
            </a:r>
            <a:endParaRPr sz="1800">
              <a:latin typeface="Jost"/>
              <a:ea typeface="Jost"/>
              <a:cs typeface="Jost"/>
              <a:sym typeface="Jost"/>
            </a:endParaRPr>
          </a:p>
          <a:p>
            <a:pPr indent="-342900" lvl="0" marL="457200" rtl="0" algn="l">
              <a:spcBef>
                <a:spcPts val="0"/>
              </a:spcBef>
              <a:spcAft>
                <a:spcPts val="0"/>
              </a:spcAft>
              <a:buSzPts val="1800"/>
              <a:buFont typeface="Jost"/>
              <a:buAutoNum type="arabicPeriod"/>
            </a:pPr>
            <a:r>
              <a:rPr lang="en" sz="1800">
                <a:latin typeface="Jost"/>
                <a:ea typeface="Jost"/>
                <a:cs typeface="Jost"/>
                <a:sym typeface="Jost"/>
              </a:rPr>
              <a:t>Once complete get a photo taken by Mrs Tamihere</a:t>
            </a:r>
            <a:endParaRPr sz="1800">
              <a:latin typeface="Jost"/>
              <a:ea typeface="Jost"/>
              <a:cs typeface="Jost"/>
              <a:sym typeface="Jost"/>
            </a:endParaRPr>
          </a:p>
          <a:p>
            <a:pPr indent="-342900" lvl="0" marL="457200" rtl="0" algn="l">
              <a:spcBef>
                <a:spcPts val="0"/>
              </a:spcBef>
              <a:spcAft>
                <a:spcPts val="0"/>
              </a:spcAft>
              <a:buSzPts val="1800"/>
              <a:buFont typeface="Jost"/>
              <a:buAutoNum type="arabicPeriod"/>
            </a:pPr>
            <a:r>
              <a:rPr lang="en" sz="1800">
                <a:latin typeface="Jost"/>
                <a:ea typeface="Jost"/>
                <a:cs typeface="Jost"/>
                <a:sym typeface="Jost"/>
              </a:rPr>
              <a:t>Laminate this once your photo has been printed</a:t>
            </a:r>
            <a:endParaRPr sz="1800">
              <a:latin typeface="Jost"/>
              <a:ea typeface="Jost"/>
              <a:cs typeface="Jost"/>
              <a:sym typeface="Jost"/>
            </a:endParaRPr>
          </a:p>
        </p:txBody>
      </p:sp>
      <p:pic>
        <p:nvPicPr>
          <p:cNvPr id="2106" name="Google Shape;2106;p58"/>
          <p:cNvPicPr preferRelativeResize="0"/>
          <p:nvPr/>
        </p:nvPicPr>
        <p:blipFill>
          <a:blip r:embed="rId3">
            <a:alphaModFix/>
          </a:blip>
          <a:stretch>
            <a:fillRect/>
          </a:stretch>
        </p:blipFill>
        <p:spPr>
          <a:xfrm>
            <a:off x="5012832" y="1216175"/>
            <a:ext cx="2622694" cy="3392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0" name="Shape 2110"/>
        <p:cNvGrpSpPr/>
        <p:nvPr/>
      </p:nvGrpSpPr>
      <p:grpSpPr>
        <a:xfrm>
          <a:off x="0" y="0"/>
          <a:ext cx="0" cy="0"/>
          <a:chOff x="0" y="0"/>
          <a:chExt cx="0" cy="0"/>
        </a:xfrm>
      </p:grpSpPr>
      <p:sp>
        <p:nvSpPr>
          <p:cNvPr id="2111" name="Google Shape;2111;p59"/>
          <p:cNvSpPr txBox="1"/>
          <p:nvPr>
            <p:ph type="ctrTitle"/>
          </p:nvPr>
        </p:nvSpPr>
        <p:spPr>
          <a:xfrm>
            <a:off x="2194950" y="481575"/>
            <a:ext cx="4746300" cy="20526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121"/>
                </a:solidFill>
                <a:latin typeface="Luckiest Guy"/>
                <a:ea typeface="Luckiest Guy"/>
                <a:cs typeface="Luckiest Guy"/>
                <a:sym typeface="Luckiest Guy"/>
              </a:rPr>
              <a:t>L2 health</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Do now</a:t>
            </a:r>
            <a:endParaRPr>
              <a:solidFill>
                <a:srgbClr val="212121"/>
              </a:solidFill>
              <a:latin typeface="Luckiest Guy"/>
              <a:ea typeface="Luckiest Guy"/>
              <a:cs typeface="Luckiest Guy"/>
              <a:sym typeface="Luckiest Guy"/>
            </a:endParaRPr>
          </a:p>
        </p:txBody>
      </p:sp>
      <p:sp>
        <p:nvSpPr>
          <p:cNvPr id="2112" name="Google Shape;2112;p59"/>
          <p:cNvSpPr txBox="1"/>
          <p:nvPr>
            <p:ph idx="1" type="subTitle"/>
          </p:nvPr>
        </p:nvSpPr>
        <p:spPr>
          <a:xfrm>
            <a:off x="1540775" y="2381775"/>
            <a:ext cx="5718600" cy="1875000"/>
          </a:xfrm>
          <a:prstGeom prst="rect">
            <a:avLst/>
          </a:prstGeom>
        </p:spPr>
        <p:txBody>
          <a:bodyPr anchorCtr="0" anchor="t" bIns="91425" lIns="91425" spcFirstLastPara="1" rIns="91425" wrap="square" tIns="91425">
            <a:noAutofit/>
          </a:bodyPr>
          <a:lstStyle/>
          <a:p>
            <a:pPr indent="-342900" lvl="0" marL="457200" rtl="0" algn="ctr">
              <a:spcBef>
                <a:spcPts val="0"/>
              </a:spcBef>
              <a:spcAft>
                <a:spcPts val="0"/>
              </a:spcAft>
              <a:buSzPts val="1800"/>
              <a:buFont typeface="Jost"/>
              <a:buAutoNum type="arabicPeriod"/>
            </a:pPr>
            <a:r>
              <a:rPr lang="en">
                <a:latin typeface="Jost"/>
                <a:ea typeface="Jost"/>
                <a:cs typeface="Jost"/>
                <a:sym typeface="Jost"/>
              </a:rPr>
              <a:t>Create a line standing in order of birthdate, youngest to oldest</a:t>
            </a:r>
            <a:endParaRPr>
              <a:latin typeface="Jost"/>
              <a:ea typeface="Jost"/>
              <a:cs typeface="Jost"/>
              <a:sym typeface="Jost"/>
            </a:endParaRPr>
          </a:p>
        </p:txBody>
      </p:sp>
      <p:sp>
        <p:nvSpPr>
          <p:cNvPr id="2113" name="Google Shape;2113;p59"/>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59"/>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59"/>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59"/>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59"/>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59"/>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59"/>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59"/>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59"/>
          <p:cNvSpPr/>
          <p:nvPr/>
        </p:nvSpPr>
        <p:spPr>
          <a:xfrm rot="10800000">
            <a:off x="680965" y="269200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59"/>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59"/>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59"/>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59"/>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59"/>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59"/>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59"/>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59"/>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59"/>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59"/>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59"/>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59"/>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59"/>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59"/>
          <p:cNvSpPr/>
          <p:nvPr/>
        </p:nvSpPr>
        <p:spPr>
          <a:xfrm rot="10800000">
            <a:off x="2069765" y="-76210"/>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59"/>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59"/>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59"/>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59"/>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59"/>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59"/>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59"/>
          <p:cNvSpPr/>
          <p:nvPr/>
        </p:nvSpPr>
        <p:spPr>
          <a:xfrm>
            <a:off x="8652474" y="316885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59"/>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59"/>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59"/>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59"/>
          <p:cNvSpPr/>
          <p:nvPr/>
        </p:nvSpPr>
        <p:spPr>
          <a:xfrm>
            <a:off x="7822482" y="3491070"/>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59"/>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e 15 minute roller coaster countdown timer is here with a vengeance! 🎢 Can you make it through every coaster without needing a break or...puking your guts out! 🤮 Hold on tight and buckle up for a wild ride. These coasters hold nothing back.&#10;&#10;🚨 SUBSCRIBE https://bit.ly/30COX6E&#10;&#10;👉 Support Timer Topia&#10;https://bit.ly/3pkGmo7&#10; &#10;💬 JOIN US IN THE COMMENTS&#10;WE LIKE TO HAVE FUN!&#10;&#10;#timertopia &#10;&#10; ------" id="2148" name="Google Shape;2148;p59" title="15 Min Countdown Timer (Roller Coaster) 🎢">
            <a:hlinkClick r:id="rId3"/>
          </p:cNvPr>
          <p:cNvPicPr preferRelativeResize="0"/>
          <p:nvPr/>
        </p:nvPicPr>
        <p:blipFill>
          <a:blip r:embed="rId4">
            <a:alphaModFix/>
          </a:blip>
          <a:stretch>
            <a:fillRect/>
          </a:stretch>
        </p:blipFill>
        <p:spPr>
          <a:xfrm>
            <a:off x="3448371" y="3627925"/>
            <a:ext cx="2239466" cy="125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28"/>
                                        </p:tgtEl>
                                        <p:attrNameLst>
                                          <p:attrName>style.visibility</p:attrName>
                                        </p:attrNameLst>
                                      </p:cBhvr>
                                      <p:to>
                                        <p:strVal val="visible"/>
                                      </p:to>
                                    </p:set>
                                    <p:anim calcmode="lin" valueType="num">
                                      <p:cBhvr additive="base">
                                        <p:cTn dur="200"/>
                                        <p:tgtEl>
                                          <p:spTgt spid="2128"/>
                                        </p:tgtEl>
                                        <p:attrNameLst>
                                          <p:attrName>ppt_w</p:attrName>
                                        </p:attrNameLst>
                                      </p:cBhvr>
                                      <p:tavLst>
                                        <p:tav fmla="" tm="0">
                                          <p:val>
                                            <p:strVal val="0"/>
                                          </p:val>
                                        </p:tav>
                                        <p:tav fmla="" tm="100000">
                                          <p:val>
                                            <p:strVal val="#ppt_w"/>
                                          </p:val>
                                        </p:tav>
                                      </p:tavLst>
                                    </p:anim>
                                    <p:anim calcmode="lin" valueType="num">
                                      <p:cBhvr additive="base">
                                        <p:cTn dur="200"/>
                                        <p:tgtEl>
                                          <p:spTgt spid="2128"/>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136"/>
                                        </p:tgtEl>
                                        <p:attrNameLst>
                                          <p:attrName>style.visibility</p:attrName>
                                        </p:attrNameLst>
                                      </p:cBhvr>
                                      <p:to>
                                        <p:strVal val="visible"/>
                                      </p:to>
                                    </p:set>
                                    <p:anim calcmode="lin" valueType="num">
                                      <p:cBhvr additive="base">
                                        <p:cTn dur="200"/>
                                        <p:tgtEl>
                                          <p:spTgt spid="2136"/>
                                        </p:tgtEl>
                                        <p:attrNameLst>
                                          <p:attrName>ppt_w</p:attrName>
                                        </p:attrNameLst>
                                      </p:cBhvr>
                                      <p:tavLst>
                                        <p:tav fmla="" tm="0">
                                          <p:val>
                                            <p:strVal val="0"/>
                                          </p:val>
                                        </p:tav>
                                        <p:tav fmla="" tm="100000">
                                          <p:val>
                                            <p:strVal val="#ppt_w"/>
                                          </p:val>
                                        </p:tav>
                                      </p:tavLst>
                                    </p:anim>
                                    <p:anim calcmode="lin" valueType="num">
                                      <p:cBhvr additive="base">
                                        <p:cTn dur="200"/>
                                        <p:tgtEl>
                                          <p:spTgt spid="2136"/>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124"/>
                                        </p:tgtEl>
                                        <p:attrNameLst>
                                          <p:attrName>style.visibility</p:attrName>
                                        </p:attrNameLst>
                                      </p:cBhvr>
                                      <p:to>
                                        <p:strVal val="visible"/>
                                      </p:to>
                                    </p:set>
                                    <p:anim calcmode="lin" valueType="num">
                                      <p:cBhvr additive="base">
                                        <p:cTn dur="200"/>
                                        <p:tgtEl>
                                          <p:spTgt spid="2124"/>
                                        </p:tgtEl>
                                        <p:attrNameLst>
                                          <p:attrName>ppt_w</p:attrName>
                                        </p:attrNameLst>
                                      </p:cBhvr>
                                      <p:tavLst>
                                        <p:tav fmla="" tm="0">
                                          <p:val>
                                            <p:strVal val="0"/>
                                          </p:val>
                                        </p:tav>
                                        <p:tav fmla="" tm="100000">
                                          <p:val>
                                            <p:strVal val="#ppt_w"/>
                                          </p:val>
                                        </p:tav>
                                      </p:tavLst>
                                    </p:anim>
                                    <p:anim calcmode="lin" valueType="num">
                                      <p:cBhvr additive="base">
                                        <p:cTn dur="200"/>
                                        <p:tgtEl>
                                          <p:spTgt spid="212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111"/>
                                        </p:tgtEl>
                                        <p:attrNameLst>
                                          <p:attrName>style.visibility</p:attrName>
                                        </p:attrNameLst>
                                      </p:cBhvr>
                                      <p:to>
                                        <p:strVal val="visible"/>
                                      </p:to>
                                    </p:set>
                                    <p:animEffect filter="fade" transition="in">
                                      <p:cBhvr>
                                        <p:cTn dur="300"/>
                                        <p:tgtEl>
                                          <p:spTgt spid="2111"/>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114"/>
                                        </p:tgtEl>
                                        <p:attrNameLst>
                                          <p:attrName>style.visibility</p:attrName>
                                        </p:attrNameLst>
                                      </p:cBhvr>
                                      <p:to>
                                        <p:strVal val="visible"/>
                                      </p:to>
                                    </p:set>
                                    <p:anim calcmode="lin" valueType="num">
                                      <p:cBhvr additive="base">
                                        <p:cTn dur="200"/>
                                        <p:tgtEl>
                                          <p:spTgt spid="2114"/>
                                        </p:tgtEl>
                                        <p:attrNameLst>
                                          <p:attrName>ppt_w</p:attrName>
                                        </p:attrNameLst>
                                      </p:cBhvr>
                                      <p:tavLst>
                                        <p:tav fmla="" tm="0">
                                          <p:val>
                                            <p:strVal val="0"/>
                                          </p:val>
                                        </p:tav>
                                        <p:tav fmla="" tm="100000">
                                          <p:val>
                                            <p:strVal val="#ppt_w"/>
                                          </p:val>
                                        </p:tav>
                                      </p:tavLst>
                                    </p:anim>
                                    <p:anim calcmode="lin" valueType="num">
                                      <p:cBhvr additive="base">
                                        <p:cTn dur="200"/>
                                        <p:tgtEl>
                                          <p:spTgt spid="2114"/>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129"/>
                                        </p:tgtEl>
                                        <p:attrNameLst>
                                          <p:attrName>style.visibility</p:attrName>
                                        </p:attrNameLst>
                                      </p:cBhvr>
                                      <p:to>
                                        <p:strVal val="visible"/>
                                      </p:to>
                                    </p:set>
                                    <p:anim calcmode="lin" valueType="num">
                                      <p:cBhvr additive="base">
                                        <p:cTn dur="200"/>
                                        <p:tgtEl>
                                          <p:spTgt spid="2129"/>
                                        </p:tgtEl>
                                        <p:attrNameLst>
                                          <p:attrName>ppt_w</p:attrName>
                                        </p:attrNameLst>
                                      </p:cBhvr>
                                      <p:tavLst>
                                        <p:tav fmla="" tm="0">
                                          <p:val>
                                            <p:strVal val="0"/>
                                          </p:val>
                                        </p:tav>
                                        <p:tav fmla="" tm="100000">
                                          <p:val>
                                            <p:strVal val="#ppt_w"/>
                                          </p:val>
                                        </p:tav>
                                      </p:tavLst>
                                    </p:anim>
                                    <p:anim calcmode="lin" valueType="num">
                                      <p:cBhvr additive="base">
                                        <p:cTn dur="200"/>
                                        <p:tgtEl>
                                          <p:spTgt spid="2129"/>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116"/>
                                        </p:tgtEl>
                                        <p:attrNameLst>
                                          <p:attrName>style.visibility</p:attrName>
                                        </p:attrNameLst>
                                      </p:cBhvr>
                                      <p:to>
                                        <p:strVal val="visible"/>
                                      </p:to>
                                    </p:set>
                                    <p:anim calcmode="lin" valueType="num">
                                      <p:cBhvr additive="base">
                                        <p:cTn dur="200"/>
                                        <p:tgtEl>
                                          <p:spTgt spid="2116"/>
                                        </p:tgtEl>
                                        <p:attrNameLst>
                                          <p:attrName>ppt_w</p:attrName>
                                        </p:attrNameLst>
                                      </p:cBhvr>
                                      <p:tavLst>
                                        <p:tav fmla="" tm="0">
                                          <p:val>
                                            <p:strVal val="0"/>
                                          </p:val>
                                        </p:tav>
                                        <p:tav fmla="" tm="100000">
                                          <p:val>
                                            <p:strVal val="#ppt_w"/>
                                          </p:val>
                                        </p:tav>
                                      </p:tavLst>
                                    </p:anim>
                                    <p:anim calcmode="lin" valueType="num">
                                      <p:cBhvr additive="base">
                                        <p:cTn dur="200"/>
                                        <p:tgtEl>
                                          <p:spTgt spid="2116"/>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135"/>
                                        </p:tgtEl>
                                        <p:attrNameLst>
                                          <p:attrName>style.visibility</p:attrName>
                                        </p:attrNameLst>
                                      </p:cBhvr>
                                      <p:to>
                                        <p:strVal val="visible"/>
                                      </p:to>
                                    </p:set>
                                    <p:anim calcmode="lin" valueType="num">
                                      <p:cBhvr additive="base">
                                        <p:cTn dur="200"/>
                                        <p:tgtEl>
                                          <p:spTgt spid="2135"/>
                                        </p:tgtEl>
                                        <p:attrNameLst>
                                          <p:attrName>ppt_w</p:attrName>
                                        </p:attrNameLst>
                                      </p:cBhvr>
                                      <p:tavLst>
                                        <p:tav fmla="" tm="0">
                                          <p:val>
                                            <p:strVal val="0"/>
                                          </p:val>
                                        </p:tav>
                                        <p:tav fmla="" tm="100000">
                                          <p:val>
                                            <p:strVal val="#ppt_w"/>
                                          </p:val>
                                        </p:tav>
                                      </p:tavLst>
                                    </p:anim>
                                    <p:anim calcmode="lin" valueType="num">
                                      <p:cBhvr additive="base">
                                        <p:cTn dur="200"/>
                                        <p:tgtEl>
                                          <p:spTgt spid="2135"/>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127"/>
                                        </p:tgtEl>
                                        <p:attrNameLst>
                                          <p:attrName>style.visibility</p:attrName>
                                        </p:attrNameLst>
                                      </p:cBhvr>
                                      <p:to>
                                        <p:strVal val="visible"/>
                                      </p:to>
                                    </p:set>
                                    <p:anim calcmode="lin" valueType="num">
                                      <p:cBhvr additive="base">
                                        <p:cTn dur="200"/>
                                        <p:tgtEl>
                                          <p:spTgt spid="2127"/>
                                        </p:tgtEl>
                                        <p:attrNameLst>
                                          <p:attrName>ppt_w</p:attrName>
                                        </p:attrNameLst>
                                      </p:cBhvr>
                                      <p:tavLst>
                                        <p:tav fmla="" tm="0">
                                          <p:val>
                                            <p:strVal val="0"/>
                                          </p:val>
                                        </p:tav>
                                        <p:tav fmla="" tm="100000">
                                          <p:val>
                                            <p:strVal val="#ppt_w"/>
                                          </p:val>
                                        </p:tav>
                                      </p:tavLst>
                                    </p:anim>
                                    <p:anim calcmode="lin" valueType="num">
                                      <p:cBhvr additive="base">
                                        <p:cTn dur="200"/>
                                        <p:tgtEl>
                                          <p:spTgt spid="2127"/>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118"/>
                                        </p:tgtEl>
                                        <p:attrNameLst>
                                          <p:attrName>style.visibility</p:attrName>
                                        </p:attrNameLst>
                                      </p:cBhvr>
                                      <p:to>
                                        <p:strVal val="visible"/>
                                      </p:to>
                                    </p:set>
                                    <p:anim calcmode="lin" valueType="num">
                                      <p:cBhvr additive="base">
                                        <p:cTn dur="200"/>
                                        <p:tgtEl>
                                          <p:spTgt spid="2118"/>
                                        </p:tgtEl>
                                        <p:attrNameLst>
                                          <p:attrName>ppt_w</p:attrName>
                                        </p:attrNameLst>
                                      </p:cBhvr>
                                      <p:tavLst>
                                        <p:tav fmla="" tm="0">
                                          <p:val>
                                            <p:strVal val="0"/>
                                          </p:val>
                                        </p:tav>
                                        <p:tav fmla="" tm="100000">
                                          <p:val>
                                            <p:strVal val="#ppt_w"/>
                                          </p:val>
                                        </p:tav>
                                      </p:tavLst>
                                    </p:anim>
                                    <p:anim calcmode="lin" valueType="num">
                                      <p:cBhvr additive="base">
                                        <p:cTn dur="200"/>
                                        <p:tgtEl>
                                          <p:spTgt spid="2118"/>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121"/>
                                        </p:tgtEl>
                                        <p:attrNameLst>
                                          <p:attrName>style.visibility</p:attrName>
                                        </p:attrNameLst>
                                      </p:cBhvr>
                                      <p:to>
                                        <p:strVal val="visible"/>
                                      </p:to>
                                    </p:set>
                                    <p:anim calcmode="lin" valueType="num">
                                      <p:cBhvr additive="base">
                                        <p:cTn dur="200"/>
                                        <p:tgtEl>
                                          <p:spTgt spid="2121"/>
                                        </p:tgtEl>
                                        <p:attrNameLst>
                                          <p:attrName>ppt_w</p:attrName>
                                        </p:attrNameLst>
                                      </p:cBhvr>
                                      <p:tavLst>
                                        <p:tav fmla="" tm="0">
                                          <p:val>
                                            <p:strVal val="0"/>
                                          </p:val>
                                        </p:tav>
                                        <p:tav fmla="" tm="100000">
                                          <p:val>
                                            <p:strVal val="#ppt_w"/>
                                          </p:val>
                                        </p:tav>
                                      </p:tavLst>
                                    </p:anim>
                                    <p:anim calcmode="lin" valueType="num">
                                      <p:cBhvr additive="base">
                                        <p:cTn dur="200"/>
                                        <p:tgtEl>
                                          <p:spTgt spid="2121"/>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138"/>
                                        </p:tgtEl>
                                        <p:attrNameLst>
                                          <p:attrName>style.visibility</p:attrName>
                                        </p:attrNameLst>
                                      </p:cBhvr>
                                      <p:to>
                                        <p:strVal val="visible"/>
                                      </p:to>
                                    </p:set>
                                    <p:anim calcmode="lin" valueType="num">
                                      <p:cBhvr additive="base">
                                        <p:cTn dur="200"/>
                                        <p:tgtEl>
                                          <p:spTgt spid="2138"/>
                                        </p:tgtEl>
                                        <p:attrNameLst>
                                          <p:attrName>ppt_w</p:attrName>
                                        </p:attrNameLst>
                                      </p:cBhvr>
                                      <p:tavLst>
                                        <p:tav fmla="" tm="0">
                                          <p:val>
                                            <p:strVal val="0"/>
                                          </p:val>
                                        </p:tav>
                                        <p:tav fmla="" tm="100000">
                                          <p:val>
                                            <p:strVal val="#ppt_w"/>
                                          </p:val>
                                        </p:tav>
                                      </p:tavLst>
                                    </p:anim>
                                    <p:anim calcmode="lin" valueType="num">
                                      <p:cBhvr additive="base">
                                        <p:cTn dur="200"/>
                                        <p:tgtEl>
                                          <p:spTgt spid="2138"/>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123"/>
                                        </p:tgtEl>
                                        <p:attrNameLst>
                                          <p:attrName>style.visibility</p:attrName>
                                        </p:attrNameLst>
                                      </p:cBhvr>
                                      <p:to>
                                        <p:strVal val="visible"/>
                                      </p:to>
                                    </p:set>
                                    <p:anim calcmode="lin" valueType="num">
                                      <p:cBhvr additive="base">
                                        <p:cTn dur="200"/>
                                        <p:tgtEl>
                                          <p:spTgt spid="2123"/>
                                        </p:tgtEl>
                                        <p:attrNameLst>
                                          <p:attrName>ppt_w</p:attrName>
                                        </p:attrNameLst>
                                      </p:cBhvr>
                                      <p:tavLst>
                                        <p:tav fmla="" tm="0">
                                          <p:val>
                                            <p:strVal val="0"/>
                                          </p:val>
                                        </p:tav>
                                        <p:tav fmla="" tm="100000">
                                          <p:val>
                                            <p:strVal val="#ppt_w"/>
                                          </p:val>
                                        </p:tav>
                                      </p:tavLst>
                                    </p:anim>
                                    <p:anim calcmode="lin" valueType="num">
                                      <p:cBhvr additive="base">
                                        <p:cTn dur="200"/>
                                        <p:tgtEl>
                                          <p:spTgt spid="2123"/>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115"/>
                                        </p:tgtEl>
                                        <p:attrNameLst>
                                          <p:attrName>style.visibility</p:attrName>
                                        </p:attrNameLst>
                                      </p:cBhvr>
                                      <p:to>
                                        <p:strVal val="visible"/>
                                      </p:to>
                                    </p:set>
                                    <p:anim calcmode="lin" valueType="num">
                                      <p:cBhvr additive="base">
                                        <p:cTn dur="200"/>
                                        <p:tgtEl>
                                          <p:spTgt spid="2115"/>
                                        </p:tgtEl>
                                        <p:attrNameLst>
                                          <p:attrName>ppt_w</p:attrName>
                                        </p:attrNameLst>
                                      </p:cBhvr>
                                      <p:tavLst>
                                        <p:tav fmla="" tm="0">
                                          <p:val>
                                            <p:strVal val="0"/>
                                          </p:val>
                                        </p:tav>
                                        <p:tav fmla="" tm="100000">
                                          <p:val>
                                            <p:strVal val="#ppt_w"/>
                                          </p:val>
                                        </p:tav>
                                      </p:tavLst>
                                    </p:anim>
                                    <p:anim calcmode="lin" valueType="num">
                                      <p:cBhvr additive="base">
                                        <p:cTn dur="200"/>
                                        <p:tgtEl>
                                          <p:spTgt spid="2115"/>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113"/>
                                        </p:tgtEl>
                                        <p:attrNameLst>
                                          <p:attrName>style.visibility</p:attrName>
                                        </p:attrNameLst>
                                      </p:cBhvr>
                                      <p:to>
                                        <p:strVal val="visible"/>
                                      </p:to>
                                    </p:set>
                                    <p:anim calcmode="lin" valueType="num">
                                      <p:cBhvr additive="base">
                                        <p:cTn dur="200"/>
                                        <p:tgtEl>
                                          <p:spTgt spid="2113"/>
                                        </p:tgtEl>
                                        <p:attrNameLst>
                                          <p:attrName>ppt_w</p:attrName>
                                        </p:attrNameLst>
                                      </p:cBhvr>
                                      <p:tavLst>
                                        <p:tav fmla="" tm="0">
                                          <p:val>
                                            <p:strVal val="0"/>
                                          </p:val>
                                        </p:tav>
                                        <p:tav fmla="" tm="100000">
                                          <p:val>
                                            <p:strVal val="#ppt_w"/>
                                          </p:val>
                                        </p:tav>
                                      </p:tavLst>
                                    </p:anim>
                                    <p:anim calcmode="lin" valueType="num">
                                      <p:cBhvr additive="base">
                                        <p:cTn dur="200"/>
                                        <p:tgtEl>
                                          <p:spTgt spid="2113"/>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117"/>
                                        </p:tgtEl>
                                        <p:attrNameLst>
                                          <p:attrName>style.visibility</p:attrName>
                                        </p:attrNameLst>
                                      </p:cBhvr>
                                      <p:to>
                                        <p:strVal val="visible"/>
                                      </p:to>
                                    </p:set>
                                    <p:anim calcmode="lin" valueType="num">
                                      <p:cBhvr additive="base">
                                        <p:cTn dur="200"/>
                                        <p:tgtEl>
                                          <p:spTgt spid="2117"/>
                                        </p:tgtEl>
                                        <p:attrNameLst>
                                          <p:attrName>ppt_w</p:attrName>
                                        </p:attrNameLst>
                                      </p:cBhvr>
                                      <p:tavLst>
                                        <p:tav fmla="" tm="0">
                                          <p:val>
                                            <p:strVal val="0"/>
                                          </p:val>
                                        </p:tav>
                                        <p:tav fmla="" tm="100000">
                                          <p:val>
                                            <p:strVal val="#ppt_w"/>
                                          </p:val>
                                        </p:tav>
                                      </p:tavLst>
                                    </p:anim>
                                    <p:anim calcmode="lin" valueType="num">
                                      <p:cBhvr additive="base">
                                        <p:cTn dur="200"/>
                                        <p:tgtEl>
                                          <p:spTgt spid="2117"/>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130"/>
                                        </p:tgtEl>
                                        <p:attrNameLst>
                                          <p:attrName>style.visibility</p:attrName>
                                        </p:attrNameLst>
                                      </p:cBhvr>
                                      <p:to>
                                        <p:strVal val="visible"/>
                                      </p:to>
                                    </p:set>
                                    <p:anim calcmode="lin" valueType="num">
                                      <p:cBhvr additive="base">
                                        <p:cTn dur="200"/>
                                        <p:tgtEl>
                                          <p:spTgt spid="2130"/>
                                        </p:tgtEl>
                                        <p:attrNameLst>
                                          <p:attrName>ppt_w</p:attrName>
                                        </p:attrNameLst>
                                      </p:cBhvr>
                                      <p:tavLst>
                                        <p:tav fmla="" tm="0">
                                          <p:val>
                                            <p:strVal val="0"/>
                                          </p:val>
                                        </p:tav>
                                        <p:tav fmla="" tm="100000">
                                          <p:val>
                                            <p:strVal val="#ppt_w"/>
                                          </p:val>
                                        </p:tav>
                                      </p:tavLst>
                                    </p:anim>
                                    <p:anim calcmode="lin" valueType="num">
                                      <p:cBhvr additive="base">
                                        <p:cTn dur="200"/>
                                        <p:tgtEl>
                                          <p:spTgt spid="2130"/>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139"/>
                                        </p:tgtEl>
                                        <p:attrNameLst>
                                          <p:attrName>style.visibility</p:attrName>
                                        </p:attrNameLst>
                                      </p:cBhvr>
                                      <p:to>
                                        <p:strVal val="visible"/>
                                      </p:to>
                                    </p:set>
                                    <p:anim calcmode="lin" valueType="num">
                                      <p:cBhvr additive="base">
                                        <p:cTn dur="200"/>
                                        <p:tgtEl>
                                          <p:spTgt spid="2139"/>
                                        </p:tgtEl>
                                        <p:attrNameLst>
                                          <p:attrName>ppt_w</p:attrName>
                                        </p:attrNameLst>
                                      </p:cBhvr>
                                      <p:tavLst>
                                        <p:tav fmla="" tm="0">
                                          <p:val>
                                            <p:strVal val="0"/>
                                          </p:val>
                                        </p:tav>
                                        <p:tav fmla="" tm="100000">
                                          <p:val>
                                            <p:strVal val="#ppt_w"/>
                                          </p:val>
                                        </p:tav>
                                      </p:tavLst>
                                    </p:anim>
                                    <p:anim calcmode="lin" valueType="num">
                                      <p:cBhvr additive="base">
                                        <p:cTn dur="200"/>
                                        <p:tgtEl>
                                          <p:spTgt spid="2139"/>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120"/>
                                        </p:tgtEl>
                                        <p:attrNameLst>
                                          <p:attrName>style.visibility</p:attrName>
                                        </p:attrNameLst>
                                      </p:cBhvr>
                                      <p:to>
                                        <p:strVal val="visible"/>
                                      </p:to>
                                    </p:set>
                                    <p:anim calcmode="lin" valueType="num">
                                      <p:cBhvr additive="base">
                                        <p:cTn dur="200"/>
                                        <p:tgtEl>
                                          <p:spTgt spid="2120"/>
                                        </p:tgtEl>
                                        <p:attrNameLst>
                                          <p:attrName>ppt_w</p:attrName>
                                        </p:attrNameLst>
                                      </p:cBhvr>
                                      <p:tavLst>
                                        <p:tav fmla="" tm="0">
                                          <p:val>
                                            <p:strVal val="0"/>
                                          </p:val>
                                        </p:tav>
                                        <p:tav fmla="" tm="100000">
                                          <p:val>
                                            <p:strVal val="#ppt_w"/>
                                          </p:val>
                                        </p:tav>
                                      </p:tavLst>
                                    </p:anim>
                                    <p:anim calcmode="lin" valueType="num">
                                      <p:cBhvr additive="base">
                                        <p:cTn dur="200"/>
                                        <p:tgtEl>
                                          <p:spTgt spid="2120"/>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122"/>
                                        </p:tgtEl>
                                        <p:attrNameLst>
                                          <p:attrName>style.visibility</p:attrName>
                                        </p:attrNameLst>
                                      </p:cBhvr>
                                      <p:to>
                                        <p:strVal val="visible"/>
                                      </p:to>
                                    </p:set>
                                    <p:anim calcmode="lin" valueType="num">
                                      <p:cBhvr additive="base">
                                        <p:cTn dur="200"/>
                                        <p:tgtEl>
                                          <p:spTgt spid="2122"/>
                                        </p:tgtEl>
                                        <p:attrNameLst>
                                          <p:attrName>ppt_w</p:attrName>
                                        </p:attrNameLst>
                                      </p:cBhvr>
                                      <p:tavLst>
                                        <p:tav fmla="" tm="0">
                                          <p:val>
                                            <p:strVal val="0"/>
                                          </p:val>
                                        </p:tav>
                                        <p:tav fmla="" tm="100000">
                                          <p:val>
                                            <p:strVal val="#ppt_w"/>
                                          </p:val>
                                        </p:tav>
                                      </p:tavLst>
                                    </p:anim>
                                    <p:anim calcmode="lin" valueType="num">
                                      <p:cBhvr additive="base">
                                        <p:cTn dur="200"/>
                                        <p:tgtEl>
                                          <p:spTgt spid="2122"/>
                                        </p:tgtEl>
                                        <p:attrNameLst>
                                          <p:attrName>ppt_h</p:attrName>
                                        </p:attrNameLst>
                                      </p:cBhvr>
                                      <p:tavLst>
                                        <p:tav fmla="" tm="0">
                                          <p:val>
                                            <p:strVal val="0"/>
                                          </p:val>
                                        </p:tav>
                                        <p:tav fmla="" tm="100000">
                                          <p:val>
                                            <p:strVal val="#ppt_h"/>
                                          </p:val>
                                        </p:tav>
                                      </p:tavLst>
                                    </p:anim>
                                  </p:childTnLst>
                                </p:cTn>
                              </p:par>
                            </p:childTnLst>
                          </p:cTn>
                        </p:par>
                        <p:par>
                          <p:cTn fill="hold">
                            <p:stCondLst>
                              <p:cond delay="3900"/>
                            </p:stCondLst>
                            <p:childTnLst>
                              <p:par>
                                <p:cTn fill="hold" nodeType="afterEffect" presetClass="entr" presetID="23" presetSubtype="16">
                                  <p:stCondLst>
                                    <p:cond delay="0"/>
                                  </p:stCondLst>
                                  <p:childTnLst>
                                    <p:set>
                                      <p:cBhvr>
                                        <p:cTn dur="1" fill="hold">
                                          <p:stCondLst>
                                            <p:cond delay="0"/>
                                          </p:stCondLst>
                                        </p:cTn>
                                        <p:tgtEl>
                                          <p:spTgt spid="2131"/>
                                        </p:tgtEl>
                                        <p:attrNameLst>
                                          <p:attrName>style.visibility</p:attrName>
                                        </p:attrNameLst>
                                      </p:cBhvr>
                                      <p:to>
                                        <p:strVal val="visible"/>
                                      </p:to>
                                    </p:set>
                                    <p:anim calcmode="lin" valueType="num">
                                      <p:cBhvr additive="base">
                                        <p:cTn dur="200"/>
                                        <p:tgtEl>
                                          <p:spTgt spid="2131"/>
                                        </p:tgtEl>
                                        <p:attrNameLst>
                                          <p:attrName>ppt_w</p:attrName>
                                        </p:attrNameLst>
                                      </p:cBhvr>
                                      <p:tavLst>
                                        <p:tav fmla="" tm="0">
                                          <p:val>
                                            <p:strVal val="0"/>
                                          </p:val>
                                        </p:tav>
                                        <p:tav fmla="" tm="100000">
                                          <p:val>
                                            <p:strVal val="#ppt_w"/>
                                          </p:val>
                                        </p:tav>
                                      </p:tavLst>
                                    </p:anim>
                                    <p:anim calcmode="lin" valueType="num">
                                      <p:cBhvr additive="base">
                                        <p:cTn dur="200"/>
                                        <p:tgtEl>
                                          <p:spTgt spid="2131"/>
                                        </p:tgtEl>
                                        <p:attrNameLst>
                                          <p:attrName>ppt_h</p:attrName>
                                        </p:attrNameLst>
                                      </p:cBhvr>
                                      <p:tavLst>
                                        <p:tav fmla="" tm="0">
                                          <p:val>
                                            <p:strVal val="0"/>
                                          </p:val>
                                        </p:tav>
                                        <p:tav fmla="" tm="100000">
                                          <p:val>
                                            <p:strVal val="#ppt_h"/>
                                          </p:val>
                                        </p:tav>
                                      </p:tavLst>
                                    </p:anim>
                                  </p:childTnLst>
                                </p:cTn>
                              </p:par>
                            </p:childTnLst>
                          </p:cTn>
                        </p:par>
                        <p:par>
                          <p:cTn fill="hold">
                            <p:stCondLst>
                              <p:cond delay="4100"/>
                            </p:stCondLst>
                            <p:childTnLst>
                              <p:par>
                                <p:cTn fill="hold" nodeType="afterEffect" presetClass="entr" presetID="23" presetSubtype="16">
                                  <p:stCondLst>
                                    <p:cond delay="0"/>
                                  </p:stCondLst>
                                  <p:childTnLst>
                                    <p:set>
                                      <p:cBhvr>
                                        <p:cTn dur="1" fill="hold">
                                          <p:stCondLst>
                                            <p:cond delay="0"/>
                                          </p:stCondLst>
                                        </p:cTn>
                                        <p:tgtEl>
                                          <p:spTgt spid="2119"/>
                                        </p:tgtEl>
                                        <p:attrNameLst>
                                          <p:attrName>style.visibility</p:attrName>
                                        </p:attrNameLst>
                                      </p:cBhvr>
                                      <p:to>
                                        <p:strVal val="visible"/>
                                      </p:to>
                                    </p:set>
                                    <p:anim calcmode="lin" valueType="num">
                                      <p:cBhvr additive="base">
                                        <p:cTn dur="200"/>
                                        <p:tgtEl>
                                          <p:spTgt spid="2119"/>
                                        </p:tgtEl>
                                        <p:attrNameLst>
                                          <p:attrName>ppt_w</p:attrName>
                                        </p:attrNameLst>
                                      </p:cBhvr>
                                      <p:tavLst>
                                        <p:tav fmla="" tm="0">
                                          <p:val>
                                            <p:strVal val="0"/>
                                          </p:val>
                                        </p:tav>
                                        <p:tav fmla="" tm="100000">
                                          <p:val>
                                            <p:strVal val="#ppt_w"/>
                                          </p:val>
                                        </p:tav>
                                      </p:tavLst>
                                    </p:anim>
                                    <p:anim calcmode="lin" valueType="num">
                                      <p:cBhvr additive="base">
                                        <p:cTn dur="200"/>
                                        <p:tgtEl>
                                          <p:spTgt spid="211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112"/>
                                        </p:tgtEl>
                                        <p:attrNameLst>
                                          <p:attrName>style.visibility</p:attrName>
                                        </p:attrNameLst>
                                      </p:cBhvr>
                                      <p:to>
                                        <p:strVal val="visible"/>
                                      </p:to>
                                    </p:set>
                                    <p:animEffect filter="fade" transition="in">
                                      <p:cBhvr>
                                        <p:cTn dur="300"/>
                                        <p:tgtEl>
                                          <p:spTgt spid="2112"/>
                                        </p:tgtEl>
                                      </p:cBhvr>
                                    </p:animEffect>
                                  </p:childTnLst>
                                </p:cTn>
                              </p:par>
                            </p:childTnLst>
                          </p:cTn>
                        </p:par>
                        <p:par>
                          <p:cTn fill="hold">
                            <p:stCondLst>
                              <p:cond delay="4400"/>
                            </p:stCondLst>
                            <p:childTnLst>
                              <p:par>
                                <p:cTn fill="hold" nodeType="afterEffect" presetClass="entr" presetID="23" presetSubtype="16">
                                  <p:stCondLst>
                                    <p:cond delay="0"/>
                                  </p:stCondLst>
                                  <p:childTnLst>
                                    <p:set>
                                      <p:cBhvr>
                                        <p:cTn dur="1" fill="hold">
                                          <p:stCondLst>
                                            <p:cond delay="0"/>
                                          </p:stCondLst>
                                        </p:cTn>
                                        <p:tgtEl>
                                          <p:spTgt spid="2132"/>
                                        </p:tgtEl>
                                        <p:attrNameLst>
                                          <p:attrName>style.visibility</p:attrName>
                                        </p:attrNameLst>
                                      </p:cBhvr>
                                      <p:to>
                                        <p:strVal val="visible"/>
                                      </p:to>
                                    </p:set>
                                    <p:anim calcmode="lin" valueType="num">
                                      <p:cBhvr additive="base">
                                        <p:cTn dur="200"/>
                                        <p:tgtEl>
                                          <p:spTgt spid="2132"/>
                                        </p:tgtEl>
                                        <p:attrNameLst>
                                          <p:attrName>ppt_w</p:attrName>
                                        </p:attrNameLst>
                                      </p:cBhvr>
                                      <p:tavLst>
                                        <p:tav fmla="" tm="0">
                                          <p:val>
                                            <p:strVal val="0"/>
                                          </p:val>
                                        </p:tav>
                                        <p:tav fmla="" tm="100000">
                                          <p:val>
                                            <p:strVal val="#ppt_w"/>
                                          </p:val>
                                        </p:tav>
                                      </p:tavLst>
                                    </p:anim>
                                    <p:anim calcmode="lin" valueType="num">
                                      <p:cBhvr additive="base">
                                        <p:cTn dur="200"/>
                                        <p:tgtEl>
                                          <p:spTgt spid="2132"/>
                                        </p:tgtEl>
                                        <p:attrNameLst>
                                          <p:attrName>ppt_h</p:attrName>
                                        </p:attrNameLst>
                                      </p:cBhvr>
                                      <p:tavLst>
                                        <p:tav fmla="" tm="0">
                                          <p:val>
                                            <p:strVal val="0"/>
                                          </p:val>
                                        </p:tav>
                                        <p:tav fmla="" tm="100000">
                                          <p:val>
                                            <p:strVal val="#ppt_h"/>
                                          </p:val>
                                        </p:tav>
                                      </p:tavLst>
                                    </p:anim>
                                  </p:childTnLst>
                                </p:cTn>
                              </p:par>
                            </p:childTnLst>
                          </p:cTn>
                        </p:par>
                        <p:par>
                          <p:cTn fill="hold">
                            <p:stCondLst>
                              <p:cond delay="4600"/>
                            </p:stCondLst>
                            <p:childTnLst>
                              <p:par>
                                <p:cTn fill="hold" nodeType="afterEffect" presetClass="entr" presetID="23" presetSubtype="16">
                                  <p:stCondLst>
                                    <p:cond delay="0"/>
                                  </p:stCondLst>
                                  <p:childTnLst>
                                    <p:set>
                                      <p:cBhvr>
                                        <p:cTn dur="1" fill="hold">
                                          <p:stCondLst>
                                            <p:cond delay="0"/>
                                          </p:stCondLst>
                                        </p:cTn>
                                        <p:tgtEl>
                                          <p:spTgt spid="2137"/>
                                        </p:tgtEl>
                                        <p:attrNameLst>
                                          <p:attrName>style.visibility</p:attrName>
                                        </p:attrNameLst>
                                      </p:cBhvr>
                                      <p:to>
                                        <p:strVal val="visible"/>
                                      </p:to>
                                    </p:set>
                                    <p:anim calcmode="lin" valueType="num">
                                      <p:cBhvr additive="base">
                                        <p:cTn dur="200"/>
                                        <p:tgtEl>
                                          <p:spTgt spid="2137"/>
                                        </p:tgtEl>
                                        <p:attrNameLst>
                                          <p:attrName>ppt_w</p:attrName>
                                        </p:attrNameLst>
                                      </p:cBhvr>
                                      <p:tavLst>
                                        <p:tav fmla="" tm="0">
                                          <p:val>
                                            <p:strVal val="0"/>
                                          </p:val>
                                        </p:tav>
                                        <p:tav fmla="" tm="100000">
                                          <p:val>
                                            <p:strVal val="#ppt_w"/>
                                          </p:val>
                                        </p:tav>
                                      </p:tavLst>
                                    </p:anim>
                                    <p:anim calcmode="lin" valueType="num">
                                      <p:cBhvr additive="base">
                                        <p:cTn dur="200"/>
                                        <p:tgtEl>
                                          <p:spTgt spid="2137"/>
                                        </p:tgtEl>
                                        <p:attrNameLst>
                                          <p:attrName>ppt_h</p:attrName>
                                        </p:attrNameLst>
                                      </p:cBhvr>
                                      <p:tavLst>
                                        <p:tav fmla="" tm="0">
                                          <p:val>
                                            <p:strVal val="0"/>
                                          </p:val>
                                        </p:tav>
                                        <p:tav fmla="" tm="100000">
                                          <p:val>
                                            <p:strVal val="#ppt_h"/>
                                          </p:val>
                                        </p:tav>
                                      </p:tavLst>
                                    </p:anim>
                                  </p:childTnLst>
                                </p:cTn>
                              </p:par>
                            </p:childTnLst>
                          </p:cTn>
                        </p:par>
                        <p:par>
                          <p:cTn fill="hold">
                            <p:stCondLst>
                              <p:cond delay="4800"/>
                            </p:stCondLst>
                            <p:childTnLst>
                              <p:par>
                                <p:cTn fill="hold" nodeType="afterEffect" presetClass="entr" presetID="23" presetSubtype="16">
                                  <p:stCondLst>
                                    <p:cond delay="0"/>
                                  </p:stCondLst>
                                  <p:childTnLst>
                                    <p:set>
                                      <p:cBhvr>
                                        <p:cTn dur="1" fill="hold">
                                          <p:stCondLst>
                                            <p:cond delay="0"/>
                                          </p:stCondLst>
                                        </p:cTn>
                                        <p:tgtEl>
                                          <p:spTgt spid="2134"/>
                                        </p:tgtEl>
                                        <p:attrNameLst>
                                          <p:attrName>style.visibility</p:attrName>
                                        </p:attrNameLst>
                                      </p:cBhvr>
                                      <p:to>
                                        <p:strVal val="visible"/>
                                      </p:to>
                                    </p:set>
                                    <p:anim calcmode="lin" valueType="num">
                                      <p:cBhvr additive="base">
                                        <p:cTn dur="200"/>
                                        <p:tgtEl>
                                          <p:spTgt spid="2134"/>
                                        </p:tgtEl>
                                        <p:attrNameLst>
                                          <p:attrName>ppt_w</p:attrName>
                                        </p:attrNameLst>
                                      </p:cBhvr>
                                      <p:tavLst>
                                        <p:tav fmla="" tm="0">
                                          <p:val>
                                            <p:strVal val="0"/>
                                          </p:val>
                                        </p:tav>
                                        <p:tav fmla="" tm="100000">
                                          <p:val>
                                            <p:strVal val="#ppt_w"/>
                                          </p:val>
                                        </p:tav>
                                      </p:tavLst>
                                    </p:anim>
                                    <p:anim calcmode="lin" valueType="num">
                                      <p:cBhvr additive="base">
                                        <p:cTn dur="200"/>
                                        <p:tgtEl>
                                          <p:spTgt spid="2134"/>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2133"/>
                                        </p:tgtEl>
                                        <p:attrNameLst>
                                          <p:attrName>style.visibility</p:attrName>
                                        </p:attrNameLst>
                                      </p:cBhvr>
                                      <p:to>
                                        <p:strVal val="visible"/>
                                      </p:to>
                                    </p:set>
                                    <p:anim calcmode="lin" valueType="num">
                                      <p:cBhvr additive="base">
                                        <p:cTn dur="200"/>
                                        <p:tgtEl>
                                          <p:spTgt spid="2133"/>
                                        </p:tgtEl>
                                        <p:attrNameLst>
                                          <p:attrName>ppt_w</p:attrName>
                                        </p:attrNameLst>
                                      </p:cBhvr>
                                      <p:tavLst>
                                        <p:tav fmla="" tm="0">
                                          <p:val>
                                            <p:strVal val="0"/>
                                          </p:val>
                                        </p:tav>
                                        <p:tav fmla="" tm="100000">
                                          <p:val>
                                            <p:strVal val="#ppt_w"/>
                                          </p:val>
                                        </p:tav>
                                      </p:tavLst>
                                    </p:anim>
                                    <p:anim calcmode="lin" valueType="num">
                                      <p:cBhvr additive="base">
                                        <p:cTn dur="200"/>
                                        <p:tgtEl>
                                          <p:spTgt spid="2133"/>
                                        </p:tgtEl>
                                        <p:attrNameLst>
                                          <p:attrName>ppt_h</p:attrName>
                                        </p:attrNameLst>
                                      </p:cBhvr>
                                      <p:tavLst>
                                        <p:tav fmla="" tm="0">
                                          <p:val>
                                            <p:strVal val="0"/>
                                          </p:val>
                                        </p:tav>
                                        <p:tav fmla="" tm="100000">
                                          <p:val>
                                            <p:strVal val="#ppt_h"/>
                                          </p:val>
                                        </p:tav>
                                      </p:tavLst>
                                    </p:anim>
                                  </p:childTnLst>
                                </p:cTn>
                              </p:par>
                            </p:childTnLst>
                          </p:cTn>
                        </p:par>
                        <p:par>
                          <p:cTn fill="hold">
                            <p:stCondLst>
                              <p:cond delay="5200"/>
                            </p:stCondLst>
                            <p:childTnLst>
                              <p:par>
                                <p:cTn fill="hold" nodeType="afterEffect" presetClass="entr" presetID="23" presetSubtype="16">
                                  <p:stCondLst>
                                    <p:cond delay="0"/>
                                  </p:stCondLst>
                                  <p:childTnLst>
                                    <p:set>
                                      <p:cBhvr>
                                        <p:cTn dur="1" fill="hold">
                                          <p:stCondLst>
                                            <p:cond delay="0"/>
                                          </p:stCondLst>
                                        </p:cTn>
                                        <p:tgtEl>
                                          <p:spTgt spid="2125"/>
                                        </p:tgtEl>
                                        <p:attrNameLst>
                                          <p:attrName>style.visibility</p:attrName>
                                        </p:attrNameLst>
                                      </p:cBhvr>
                                      <p:to>
                                        <p:strVal val="visible"/>
                                      </p:to>
                                    </p:set>
                                    <p:anim calcmode="lin" valueType="num">
                                      <p:cBhvr additive="base">
                                        <p:cTn dur="200"/>
                                        <p:tgtEl>
                                          <p:spTgt spid="2125"/>
                                        </p:tgtEl>
                                        <p:attrNameLst>
                                          <p:attrName>ppt_w</p:attrName>
                                        </p:attrNameLst>
                                      </p:cBhvr>
                                      <p:tavLst>
                                        <p:tav fmla="" tm="0">
                                          <p:val>
                                            <p:strVal val="0"/>
                                          </p:val>
                                        </p:tav>
                                        <p:tav fmla="" tm="100000">
                                          <p:val>
                                            <p:strVal val="#ppt_w"/>
                                          </p:val>
                                        </p:tav>
                                      </p:tavLst>
                                    </p:anim>
                                    <p:anim calcmode="lin" valueType="num">
                                      <p:cBhvr additive="base">
                                        <p:cTn dur="200"/>
                                        <p:tgtEl>
                                          <p:spTgt spid="2125"/>
                                        </p:tgtEl>
                                        <p:attrNameLst>
                                          <p:attrName>ppt_h</p:attrName>
                                        </p:attrNameLst>
                                      </p:cBhvr>
                                      <p:tavLst>
                                        <p:tav fmla="" tm="0">
                                          <p:val>
                                            <p:strVal val="0"/>
                                          </p:val>
                                        </p:tav>
                                        <p:tav fmla="" tm="100000">
                                          <p:val>
                                            <p:strVal val="#ppt_h"/>
                                          </p:val>
                                        </p:tav>
                                      </p:tavLst>
                                    </p:anim>
                                  </p:childTnLst>
                                </p:cTn>
                              </p:par>
                            </p:childTnLst>
                          </p:cTn>
                        </p:par>
                        <p:par>
                          <p:cTn fill="hold">
                            <p:stCondLst>
                              <p:cond delay="5400"/>
                            </p:stCondLst>
                            <p:childTnLst>
                              <p:par>
                                <p:cTn fill="hold" nodeType="afterEffect" presetClass="entr" presetID="23" presetSubtype="16">
                                  <p:stCondLst>
                                    <p:cond delay="0"/>
                                  </p:stCondLst>
                                  <p:childTnLst>
                                    <p:set>
                                      <p:cBhvr>
                                        <p:cTn dur="1" fill="hold">
                                          <p:stCondLst>
                                            <p:cond delay="0"/>
                                          </p:stCondLst>
                                        </p:cTn>
                                        <p:tgtEl>
                                          <p:spTgt spid="2126"/>
                                        </p:tgtEl>
                                        <p:attrNameLst>
                                          <p:attrName>style.visibility</p:attrName>
                                        </p:attrNameLst>
                                      </p:cBhvr>
                                      <p:to>
                                        <p:strVal val="visible"/>
                                      </p:to>
                                    </p:set>
                                    <p:anim calcmode="lin" valueType="num">
                                      <p:cBhvr additive="base">
                                        <p:cTn dur="200"/>
                                        <p:tgtEl>
                                          <p:spTgt spid="2126"/>
                                        </p:tgtEl>
                                        <p:attrNameLst>
                                          <p:attrName>ppt_w</p:attrName>
                                        </p:attrNameLst>
                                      </p:cBhvr>
                                      <p:tavLst>
                                        <p:tav fmla="" tm="0">
                                          <p:val>
                                            <p:strVal val="0"/>
                                          </p:val>
                                        </p:tav>
                                        <p:tav fmla="" tm="100000">
                                          <p:val>
                                            <p:strVal val="#ppt_w"/>
                                          </p:val>
                                        </p:tav>
                                      </p:tavLst>
                                    </p:anim>
                                    <p:anim calcmode="lin" valueType="num">
                                      <p:cBhvr additive="base">
                                        <p:cTn dur="200"/>
                                        <p:tgtEl>
                                          <p:spTgt spid="2126"/>
                                        </p:tgtEl>
                                        <p:attrNameLst>
                                          <p:attrName>ppt_h</p:attrName>
                                        </p:attrNameLst>
                                      </p:cBhvr>
                                      <p:tavLst>
                                        <p:tav fmla="" tm="0">
                                          <p:val>
                                            <p:strVal val="0"/>
                                          </p:val>
                                        </p:tav>
                                        <p:tav fmla="" tm="100000">
                                          <p:val>
                                            <p:strVal val="#ppt_h"/>
                                          </p:val>
                                        </p:tav>
                                      </p:tavLst>
                                    </p:anim>
                                  </p:childTnLst>
                                </p:cTn>
                              </p:par>
                            </p:childTnLst>
                          </p:cTn>
                        </p:par>
                        <p:par>
                          <p:cTn fill="hold">
                            <p:stCondLst>
                              <p:cond delay="5600"/>
                            </p:stCondLst>
                            <p:childTnLst>
                              <p:par>
                                <p:cTn fill="hold" nodeType="afterEffect" presetClass="entr" presetID="23" presetSubtype="16">
                                  <p:stCondLst>
                                    <p:cond delay="0"/>
                                  </p:stCondLst>
                                  <p:childTnLst>
                                    <p:set>
                                      <p:cBhvr>
                                        <p:cTn dur="1" fill="hold">
                                          <p:stCondLst>
                                            <p:cond delay="0"/>
                                          </p:stCondLst>
                                        </p:cTn>
                                        <p:tgtEl>
                                          <p:spTgt spid="2117"/>
                                        </p:tgtEl>
                                        <p:attrNameLst>
                                          <p:attrName>style.visibility</p:attrName>
                                        </p:attrNameLst>
                                      </p:cBhvr>
                                      <p:to>
                                        <p:strVal val="visible"/>
                                      </p:to>
                                    </p:set>
                                    <p:anim calcmode="lin" valueType="num">
                                      <p:cBhvr additive="base">
                                        <p:cTn dur="200"/>
                                        <p:tgtEl>
                                          <p:spTgt spid="2117"/>
                                        </p:tgtEl>
                                        <p:attrNameLst>
                                          <p:attrName>ppt_w</p:attrName>
                                        </p:attrNameLst>
                                      </p:cBhvr>
                                      <p:tavLst>
                                        <p:tav fmla="" tm="0">
                                          <p:val>
                                            <p:strVal val="0"/>
                                          </p:val>
                                        </p:tav>
                                        <p:tav fmla="" tm="100000">
                                          <p:val>
                                            <p:strVal val="#ppt_w"/>
                                          </p:val>
                                        </p:tav>
                                      </p:tavLst>
                                    </p:anim>
                                    <p:anim calcmode="lin" valueType="num">
                                      <p:cBhvr additive="base">
                                        <p:cTn dur="200"/>
                                        <p:tgtEl>
                                          <p:spTgt spid="2117"/>
                                        </p:tgtEl>
                                        <p:attrNameLst>
                                          <p:attrName>ppt_h</p:attrName>
                                        </p:attrNameLst>
                                      </p:cBhvr>
                                      <p:tavLst>
                                        <p:tav fmla="" tm="0">
                                          <p:val>
                                            <p:strVal val="0"/>
                                          </p:val>
                                        </p:tav>
                                        <p:tav fmla="" tm="100000">
                                          <p:val>
                                            <p:strVal val="#ppt_h"/>
                                          </p:val>
                                        </p:tav>
                                      </p:tavLst>
                                    </p:anim>
                                  </p:childTnLst>
                                </p:cTn>
                              </p:par>
                            </p:childTnLst>
                          </p:cTn>
                        </p:par>
                        <p:par>
                          <p:cTn fill="hold">
                            <p:stCondLst>
                              <p:cond delay="5800"/>
                            </p:stCondLst>
                            <p:childTnLst>
                              <p:par>
                                <p:cTn fill="hold" nodeType="afterEffect" presetClass="entr" presetID="23" presetSubtype="16">
                                  <p:stCondLst>
                                    <p:cond delay="0"/>
                                  </p:stCondLst>
                                  <p:childTnLst>
                                    <p:set>
                                      <p:cBhvr>
                                        <p:cTn dur="1" fill="hold">
                                          <p:stCondLst>
                                            <p:cond delay="0"/>
                                          </p:stCondLst>
                                        </p:cTn>
                                        <p:tgtEl>
                                          <p:spTgt spid="2143"/>
                                        </p:tgtEl>
                                        <p:attrNameLst>
                                          <p:attrName>style.visibility</p:attrName>
                                        </p:attrNameLst>
                                      </p:cBhvr>
                                      <p:to>
                                        <p:strVal val="visible"/>
                                      </p:to>
                                    </p:set>
                                    <p:anim calcmode="lin" valueType="num">
                                      <p:cBhvr additive="base">
                                        <p:cTn dur="200"/>
                                        <p:tgtEl>
                                          <p:spTgt spid="2143"/>
                                        </p:tgtEl>
                                        <p:attrNameLst>
                                          <p:attrName>ppt_w</p:attrName>
                                        </p:attrNameLst>
                                      </p:cBhvr>
                                      <p:tavLst>
                                        <p:tav fmla="" tm="0">
                                          <p:val>
                                            <p:strVal val="0"/>
                                          </p:val>
                                        </p:tav>
                                        <p:tav fmla="" tm="100000">
                                          <p:val>
                                            <p:strVal val="#ppt_w"/>
                                          </p:val>
                                        </p:tav>
                                      </p:tavLst>
                                    </p:anim>
                                    <p:anim calcmode="lin" valueType="num">
                                      <p:cBhvr additive="base">
                                        <p:cTn dur="200"/>
                                        <p:tgtEl>
                                          <p:spTgt spid="2143"/>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23" presetSubtype="16">
                                  <p:stCondLst>
                                    <p:cond delay="0"/>
                                  </p:stCondLst>
                                  <p:childTnLst>
                                    <p:set>
                                      <p:cBhvr>
                                        <p:cTn dur="1" fill="hold">
                                          <p:stCondLst>
                                            <p:cond delay="0"/>
                                          </p:stCondLst>
                                        </p:cTn>
                                        <p:tgtEl>
                                          <p:spTgt spid="2140"/>
                                        </p:tgtEl>
                                        <p:attrNameLst>
                                          <p:attrName>style.visibility</p:attrName>
                                        </p:attrNameLst>
                                      </p:cBhvr>
                                      <p:to>
                                        <p:strVal val="visible"/>
                                      </p:to>
                                    </p:set>
                                    <p:anim calcmode="lin" valueType="num">
                                      <p:cBhvr additive="base">
                                        <p:cTn dur="200"/>
                                        <p:tgtEl>
                                          <p:spTgt spid="2140"/>
                                        </p:tgtEl>
                                        <p:attrNameLst>
                                          <p:attrName>ppt_w</p:attrName>
                                        </p:attrNameLst>
                                      </p:cBhvr>
                                      <p:tavLst>
                                        <p:tav fmla="" tm="0">
                                          <p:val>
                                            <p:strVal val="0"/>
                                          </p:val>
                                        </p:tav>
                                        <p:tav fmla="" tm="100000">
                                          <p:val>
                                            <p:strVal val="#ppt_w"/>
                                          </p:val>
                                        </p:tav>
                                      </p:tavLst>
                                    </p:anim>
                                    <p:anim calcmode="lin" valueType="num">
                                      <p:cBhvr additive="base">
                                        <p:cTn dur="200"/>
                                        <p:tgtEl>
                                          <p:spTgt spid="2140"/>
                                        </p:tgtEl>
                                        <p:attrNameLst>
                                          <p:attrName>ppt_h</p:attrName>
                                        </p:attrNameLst>
                                      </p:cBhvr>
                                      <p:tavLst>
                                        <p:tav fmla="" tm="0">
                                          <p:val>
                                            <p:strVal val="0"/>
                                          </p:val>
                                        </p:tav>
                                        <p:tav fmla="" tm="100000">
                                          <p:val>
                                            <p:strVal val="#ppt_h"/>
                                          </p:val>
                                        </p:tav>
                                      </p:tavLst>
                                    </p:anim>
                                  </p:childTnLst>
                                </p:cTn>
                              </p:par>
                            </p:childTnLst>
                          </p:cTn>
                        </p:par>
                        <p:par>
                          <p:cTn fill="hold">
                            <p:stCondLst>
                              <p:cond delay="6200"/>
                            </p:stCondLst>
                            <p:childTnLst>
                              <p:par>
                                <p:cTn fill="hold" nodeType="afterEffect" presetClass="entr" presetID="23" presetSubtype="16">
                                  <p:stCondLst>
                                    <p:cond delay="0"/>
                                  </p:stCondLst>
                                  <p:childTnLst>
                                    <p:set>
                                      <p:cBhvr>
                                        <p:cTn dur="1" fill="hold">
                                          <p:stCondLst>
                                            <p:cond delay="0"/>
                                          </p:stCondLst>
                                        </p:cTn>
                                        <p:tgtEl>
                                          <p:spTgt spid="2145"/>
                                        </p:tgtEl>
                                        <p:attrNameLst>
                                          <p:attrName>style.visibility</p:attrName>
                                        </p:attrNameLst>
                                      </p:cBhvr>
                                      <p:to>
                                        <p:strVal val="visible"/>
                                      </p:to>
                                    </p:set>
                                    <p:anim calcmode="lin" valueType="num">
                                      <p:cBhvr additive="base">
                                        <p:cTn dur="200"/>
                                        <p:tgtEl>
                                          <p:spTgt spid="2145"/>
                                        </p:tgtEl>
                                        <p:attrNameLst>
                                          <p:attrName>ppt_w</p:attrName>
                                        </p:attrNameLst>
                                      </p:cBhvr>
                                      <p:tavLst>
                                        <p:tav fmla="" tm="0">
                                          <p:val>
                                            <p:strVal val="0"/>
                                          </p:val>
                                        </p:tav>
                                        <p:tav fmla="" tm="100000">
                                          <p:val>
                                            <p:strVal val="#ppt_w"/>
                                          </p:val>
                                        </p:tav>
                                      </p:tavLst>
                                    </p:anim>
                                    <p:anim calcmode="lin" valueType="num">
                                      <p:cBhvr additive="base">
                                        <p:cTn dur="200"/>
                                        <p:tgtEl>
                                          <p:spTgt spid="2145"/>
                                        </p:tgtEl>
                                        <p:attrNameLst>
                                          <p:attrName>ppt_h</p:attrName>
                                        </p:attrNameLst>
                                      </p:cBhvr>
                                      <p:tavLst>
                                        <p:tav fmla="" tm="0">
                                          <p:val>
                                            <p:strVal val="0"/>
                                          </p:val>
                                        </p:tav>
                                        <p:tav fmla="" tm="100000">
                                          <p:val>
                                            <p:strVal val="#ppt_h"/>
                                          </p:val>
                                        </p:tav>
                                      </p:tavLst>
                                    </p:anim>
                                  </p:childTnLst>
                                </p:cTn>
                              </p:par>
                            </p:childTnLst>
                          </p:cTn>
                        </p:par>
                        <p:par>
                          <p:cTn fill="hold">
                            <p:stCondLst>
                              <p:cond delay="6400"/>
                            </p:stCondLst>
                            <p:childTnLst>
                              <p:par>
                                <p:cTn fill="hold" nodeType="afterEffect" presetClass="entr" presetID="23" presetSubtype="16">
                                  <p:stCondLst>
                                    <p:cond delay="0"/>
                                  </p:stCondLst>
                                  <p:childTnLst>
                                    <p:set>
                                      <p:cBhvr>
                                        <p:cTn dur="1" fill="hold">
                                          <p:stCondLst>
                                            <p:cond delay="0"/>
                                          </p:stCondLst>
                                        </p:cTn>
                                        <p:tgtEl>
                                          <p:spTgt spid="2142"/>
                                        </p:tgtEl>
                                        <p:attrNameLst>
                                          <p:attrName>style.visibility</p:attrName>
                                        </p:attrNameLst>
                                      </p:cBhvr>
                                      <p:to>
                                        <p:strVal val="visible"/>
                                      </p:to>
                                    </p:set>
                                    <p:anim calcmode="lin" valueType="num">
                                      <p:cBhvr additive="base">
                                        <p:cTn dur="200"/>
                                        <p:tgtEl>
                                          <p:spTgt spid="2142"/>
                                        </p:tgtEl>
                                        <p:attrNameLst>
                                          <p:attrName>ppt_w</p:attrName>
                                        </p:attrNameLst>
                                      </p:cBhvr>
                                      <p:tavLst>
                                        <p:tav fmla="" tm="0">
                                          <p:val>
                                            <p:strVal val="0"/>
                                          </p:val>
                                        </p:tav>
                                        <p:tav fmla="" tm="100000">
                                          <p:val>
                                            <p:strVal val="#ppt_w"/>
                                          </p:val>
                                        </p:tav>
                                      </p:tavLst>
                                    </p:anim>
                                    <p:anim calcmode="lin" valueType="num">
                                      <p:cBhvr additive="base">
                                        <p:cTn dur="200"/>
                                        <p:tgtEl>
                                          <p:spTgt spid="2142"/>
                                        </p:tgtEl>
                                        <p:attrNameLst>
                                          <p:attrName>ppt_h</p:attrName>
                                        </p:attrNameLst>
                                      </p:cBhvr>
                                      <p:tavLst>
                                        <p:tav fmla="" tm="0">
                                          <p:val>
                                            <p:strVal val="0"/>
                                          </p:val>
                                        </p:tav>
                                        <p:tav fmla="" tm="100000">
                                          <p:val>
                                            <p:strVal val="#ppt_h"/>
                                          </p:val>
                                        </p:tav>
                                      </p:tavLst>
                                    </p:anim>
                                  </p:childTnLst>
                                </p:cTn>
                              </p:par>
                            </p:childTnLst>
                          </p:cTn>
                        </p:par>
                        <p:par>
                          <p:cTn fill="hold">
                            <p:stCondLst>
                              <p:cond delay="6600"/>
                            </p:stCondLst>
                            <p:childTnLst>
                              <p:par>
                                <p:cTn fill="hold" nodeType="afterEffect" presetClass="entr" presetID="23" presetSubtype="16">
                                  <p:stCondLst>
                                    <p:cond delay="0"/>
                                  </p:stCondLst>
                                  <p:childTnLst>
                                    <p:set>
                                      <p:cBhvr>
                                        <p:cTn dur="1" fill="hold">
                                          <p:stCondLst>
                                            <p:cond delay="0"/>
                                          </p:stCondLst>
                                        </p:cTn>
                                        <p:tgtEl>
                                          <p:spTgt spid="2146"/>
                                        </p:tgtEl>
                                        <p:attrNameLst>
                                          <p:attrName>style.visibility</p:attrName>
                                        </p:attrNameLst>
                                      </p:cBhvr>
                                      <p:to>
                                        <p:strVal val="visible"/>
                                      </p:to>
                                    </p:set>
                                    <p:anim calcmode="lin" valueType="num">
                                      <p:cBhvr additive="base">
                                        <p:cTn dur="200"/>
                                        <p:tgtEl>
                                          <p:spTgt spid="2146"/>
                                        </p:tgtEl>
                                        <p:attrNameLst>
                                          <p:attrName>ppt_w</p:attrName>
                                        </p:attrNameLst>
                                      </p:cBhvr>
                                      <p:tavLst>
                                        <p:tav fmla="" tm="0">
                                          <p:val>
                                            <p:strVal val="0"/>
                                          </p:val>
                                        </p:tav>
                                        <p:tav fmla="" tm="100000">
                                          <p:val>
                                            <p:strVal val="#ppt_w"/>
                                          </p:val>
                                        </p:tav>
                                      </p:tavLst>
                                    </p:anim>
                                    <p:anim calcmode="lin" valueType="num">
                                      <p:cBhvr additive="base">
                                        <p:cTn dur="200"/>
                                        <p:tgtEl>
                                          <p:spTgt spid="2146"/>
                                        </p:tgtEl>
                                        <p:attrNameLst>
                                          <p:attrName>ppt_h</p:attrName>
                                        </p:attrNameLst>
                                      </p:cBhvr>
                                      <p:tavLst>
                                        <p:tav fmla="" tm="0">
                                          <p:val>
                                            <p:strVal val="0"/>
                                          </p:val>
                                        </p:tav>
                                        <p:tav fmla="" tm="100000">
                                          <p:val>
                                            <p:strVal val="#ppt_h"/>
                                          </p:val>
                                        </p:tav>
                                      </p:tavLst>
                                    </p:anim>
                                  </p:childTnLst>
                                </p:cTn>
                              </p:par>
                            </p:childTnLst>
                          </p:cTn>
                        </p:par>
                        <p:par>
                          <p:cTn fill="hold">
                            <p:stCondLst>
                              <p:cond delay="6800"/>
                            </p:stCondLst>
                            <p:childTnLst>
                              <p:par>
                                <p:cTn fill="hold" nodeType="afterEffect" presetClass="entr" presetID="23" presetSubtype="16">
                                  <p:stCondLst>
                                    <p:cond delay="0"/>
                                  </p:stCondLst>
                                  <p:childTnLst>
                                    <p:set>
                                      <p:cBhvr>
                                        <p:cTn dur="1" fill="hold">
                                          <p:stCondLst>
                                            <p:cond delay="0"/>
                                          </p:stCondLst>
                                        </p:cTn>
                                        <p:tgtEl>
                                          <p:spTgt spid="2147"/>
                                        </p:tgtEl>
                                        <p:attrNameLst>
                                          <p:attrName>style.visibility</p:attrName>
                                        </p:attrNameLst>
                                      </p:cBhvr>
                                      <p:to>
                                        <p:strVal val="visible"/>
                                      </p:to>
                                    </p:set>
                                    <p:anim calcmode="lin" valueType="num">
                                      <p:cBhvr additive="base">
                                        <p:cTn dur="200"/>
                                        <p:tgtEl>
                                          <p:spTgt spid="2147"/>
                                        </p:tgtEl>
                                        <p:attrNameLst>
                                          <p:attrName>ppt_w</p:attrName>
                                        </p:attrNameLst>
                                      </p:cBhvr>
                                      <p:tavLst>
                                        <p:tav fmla="" tm="0">
                                          <p:val>
                                            <p:strVal val="0"/>
                                          </p:val>
                                        </p:tav>
                                        <p:tav fmla="" tm="100000">
                                          <p:val>
                                            <p:strVal val="#ppt_w"/>
                                          </p:val>
                                        </p:tav>
                                      </p:tavLst>
                                    </p:anim>
                                    <p:anim calcmode="lin" valueType="num">
                                      <p:cBhvr additive="base">
                                        <p:cTn dur="200"/>
                                        <p:tgtEl>
                                          <p:spTgt spid="2147"/>
                                        </p:tgtEl>
                                        <p:attrNameLst>
                                          <p:attrName>ppt_h</p:attrName>
                                        </p:attrNameLst>
                                      </p:cBhvr>
                                      <p:tavLst>
                                        <p:tav fmla="" tm="0">
                                          <p:val>
                                            <p:strVal val="0"/>
                                          </p:val>
                                        </p:tav>
                                        <p:tav fmla="" tm="100000">
                                          <p:val>
                                            <p:strVal val="#ppt_h"/>
                                          </p:val>
                                        </p:tav>
                                      </p:tavLst>
                                    </p:anim>
                                  </p:childTnLst>
                                </p:cTn>
                              </p:par>
                            </p:childTnLst>
                          </p:cTn>
                        </p:par>
                        <p:par>
                          <p:cTn fill="hold">
                            <p:stCondLst>
                              <p:cond delay="7000"/>
                            </p:stCondLst>
                            <p:childTnLst>
                              <p:par>
                                <p:cTn fill="hold" nodeType="afterEffect" presetClass="entr" presetID="23" presetSubtype="16">
                                  <p:stCondLst>
                                    <p:cond delay="0"/>
                                  </p:stCondLst>
                                  <p:childTnLst>
                                    <p:set>
                                      <p:cBhvr>
                                        <p:cTn dur="1" fill="hold">
                                          <p:stCondLst>
                                            <p:cond delay="0"/>
                                          </p:stCondLst>
                                        </p:cTn>
                                        <p:tgtEl>
                                          <p:spTgt spid="2144"/>
                                        </p:tgtEl>
                                        <p:attrNameLst>
                                          <p:attrName>style.visibility</p:attrName>
                                        </p:attrNameLst>
                                      </p:cBhvr>
                                      <p:to>
                                        <p:strVal val="visible"/>
                                      </p:to>
                                    </p:set>
                                    <p:anim calcmode="lin" valueType="num">
                                      <p:cBhvr additive="base">
                                        <p:cTn dur="200"/>
                                        <p:tgtEl>
                                          <p:spTgt spid="2144"/>
                                        </p:tgtEl>
                                        <p:attrNameLst>
                                          <p:attrName>ppt_w</p:attrName>
                                        </p:attrNameLst>
                                      </p:cBhvr>
                                      <p:tavLst>
                                        <p:tav fmla="" tm="0">
                                          <p:val>
                                            <p:strVal val="0"/>
                                          </p:val>
                                        </p:tav>
                                        <p:tav fmla="" tm="100000">
                                          <p:val>
                                            <p:strVal val="#ppt_w"/>
                                          </p:val>
                                        </p:tav>
                                      </p:tavLst>
                                    </p:anim>
                                    <p:anim calcmode="lin" valueType="num">
                                      <p:cBhvr additive="base">
                                        <p:cTn dur="200"/>
                                        <p:tgtEl>
                                          <p:spTgt spid="2144"/>
                                        </p:tgtEl>
                                        <p:attrNameLst>
                                          <p:attrName>ppt_h</p:attrName>
                                        </p:attrNameLst>
                                      </p:cBhvr>
                                      <p:tavLst>
                                        <p:tav fmla="" tm="0">
                                          <p:val>
                                            <p:strVal val="0"/>
                                          </p:val>
                                        </p:tav>
                                        <p:tav fmla="" tm="100000">
                                          <p:val>
                                            <p:strVal val="#ppt_h"/>
                                          </p:val>
                                        </p:tav>
                                      </p:tavLst>
                                    </p:anim>
                                  </p:childTnLst>
                                </p:cTn>
                              </p:par>
                            </p:childTnLst>
                          </p:cTn>
                        </p:par>
                        <p:par>
                          <p:cTn fill="hold">
                            <p:stCondLst>
                              <p:cond delay="7200"/>
                            </p:stCondLst>
                            <p:childTnLst>
                              <p:par>
                                <p:cTn fill="hold" nodeType="afterEffect" presetClass="entr" presetID="23" presetSubtype="16">
                                  <p:stCondLst>
                                    <p:cond delay="0"/>
                                  </p:stCondLst>
                                  <p:childTnLst>
                                    <p:set>
                                      <p:cBhvr>
                                        <p:cTn dur="1" fill="hold">
                                          <p:stCondLst>
                                            <p:cond delay="0"/>
                                          </p:stCondLst>
                                        </p:cTn>
                                        <p:tgtEl>
                                          <p:spTgt spid="2141"/>
                                        </p:tgtEl>
                                        <p:attrNameLst>
                                          <p:attrName>style.visibility</p:attrName>
                                        </p:attrNameLst>
                                      </p:cBhvr>
                                      <p:to>
                                        <p:strVal val="visible"/>
                                      </p:to>
                                    </p:set>
                                    <p:anim calcmode="lin" valueType="num">
                                      <p:cBhvr additive="base">
                                        <p:cTn dur="200"/>
                                        <p:tgtEl>
                                          <p:spTgt spid="2141"/>
                                        </p:tgtEl>
                                        <p:attrNameLst>
                                          <p:attrName>ppt_w</p:attrName>
                                        </p:attrNameLst>
                                      </p:cBhvr>
                                      <p:tavLst>
                                        <p:tav fmla="" tm="0">
                                          <p:val>
                                            <p:strVal val="0"/>
                                          </p:val>
                                        </p:tav>
                                        <p:tav fmla="" tm="100000">
                                          <p:val>
                                            <p:strVal val="#ppt_w"/>
                                          </p:val>
                                        </p:tav>
                                      </p:tavLst>
                                    </p:anim>
                                    <p:anim calcmode="lin" valueType="num">
                                      <p:cBhvr additive="base">
                                        <p:cTn dur="200"/>
                                        <p:tgtEl>
                                          <p:spTgt spid="214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8"/>
                                        </p:tgtEl>
                                        <p:attrNameLst>
                                          <p:attrName>style.visibility</p:attrName>
                                        </p:attrNameLst>
                                      </p:cBhvr>
                                      <p:to>
                                        <p:strVal val="visible"/>
                                      </p:to>
                                    </p:set>
                                    <p:animEffect filter="fade" transition="in">
                                      <p:cBhvr>
                                        <p:cTn dur="1000"/>
                                        <p:tgtEl>
                                          <p:spTgt spid="2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2" name="Shape 2152"/>
        <p:cNvGrpSpPr/>
        <p:nvPr/>
      </p:nvGrpSpPr>
      <p:grpSpPr>
        <a:xfrm>
          <a:off x="0" y="0"/>
          <a:ext cx="0" cy="0"/>
          <a:chOff x="0" y="0"/>
          <a:chExt cx="0" cy="0"/>
        </a:xfrm>
      </p:grpSpPr>
      <p:sp>
        <p:nvSpPr>
          <p:cNvPr id="2153" name="Google Shape;2153;p60"/>
          <p:cNvSpPr txBox="1"/>
          <p:nvPr>
            <p:ph type="ctrTitle"/>
          </p:nvPr>
        </p:nvSpPr>
        <p:spPr>
          <a:xfrm flipH="1">
            <a:off x="770725" y="468450"/>
            <a:ext cx="44631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000000"/>
                </a:solidFill>
                <a:latin typeface="Luckiest Guy"/>
                <a:ea typeface="Luckiest Guy"/>
                <a:cs typeface="Luckiest Guy"/>
                <a:sym typeface="Luckiest Guy"/>
              </a:rPr>
              <a:t>Course outline</a:t>
            </a:r>
            <a:endParaRPr>
              <a:solidFill>
                <a:srgbClr val="000000"/>
              </a:solidFill>
              <a:latin typeface="Luckiest Guy"/>
              <a:ea typeface="Luckiest Guy"/>
              <a:cs typeface="Luckiest Guy"/>
              <a:sym typeface="Luckiest Guy"/>
            </a:endParaRPr>
          </a:p>
        </p:txBody>
      </p:sp>
      <p:sp>
        <p:nvSpPr>
          <p:cNvPr id="2154" name="Google Shape;2154;p60"/>
          <p:cNvSpPr txBox="1"/>
          <p:nvPr>
            <p:ph idx="1" type="subTitle"/>
          </p:nvPr>
        </p:nvSpPr>
        <p:spPr>
          <a:xfrm>
            <a:off x="770700" y="1368575"/>
            <a:ext cx="4336200" cy="3012300"/>
          </a:xfrm>
          <a:prstGeom prst="rect">
            <a:avLst/>
          </a:prstGeom>
        </p:spPr>
        <p:txBody>
          <a:bodyPr anchorCtr="0" anchor="ctr" bIns="91425" lIns="91425" spcFirstLastPara="1" rIns="91425" wrap="square" tIns="91425">
            <a:noAutofit/>
          </a:bodyPr>
          <a:lstStyle/>
          <a:p>
            <a:pPr indent="-336550" lvl="0" marL="457200" rtl="0" algn="l">
              <a:spcBef>
                <a:spcPts val="0"/>
              </a:spcBef>
              <a:spcAft>
                <a:spcPts val="0"/>
              </a:spcAft>
              <a:buSzPts val="1700"/>
              <a:buFont typeface="Jost"/>
              <a:buAutoNum type="arabicPeriod"/>
            </a:pPr>
            <a:r>
              <a:rPr lang="en" sz="1700">
                <a:latin typeface="Jost"/>
                <a:ea typeface="Jost"/>
                <a:cs typeface="Jost"/>
                <a:sym typeface="Jost"/>
              </a:rPr>
              <a:t>Glue this into your books</a:t>
            </a:r>
            <a:endParaRPr sz="1700">
              <a:latin typeface="Jost"/>
              <a:ea typeface="Jost"/>
              <a:cs typeface="Jost"/>
              <a:sym typeface="Jost"/>
            </a:endParaRPr>
          </a:p>
          <a:p>
            <a:pPr indent="-336550" lvl="0" marL="457200" rtl="0" algn="l">
              <a:spcBef>
                <a:spcPts val="0"/>
              </a:spcBef>
              <a:spcAft>
                <a:spcPts val="0"/>
              </a:spcAft>
              <a:buSzPts val="1700"/>
              <a:buFont typeface="Jost"/>
              <a:buAutoNum type="arabicPeriod"/>
            </a:pPr>
            <a:r>
              <a:rPr lang="en" sz="1700">
                <a:latin typeface="Jost"/>
                <a:ea typeface="Jost"/>
                <a:cs typeface="Jost"/>
                <a:sym typeface="Jost"/>
              </a:rPr>
              <a:t>Get into pairs and read the course outline together</a:t>
            </a:r>
            <a:endParaRPr sz="1700">
              <a:latin typeface="Jost"/>
              <a:ea typeface="Jost"/>
              <a:cs typeface="Jost"/>
              <a:sym typeface="Jost"/>
            </a:endParaRPr>
          </a:p>
          <a:p>
            <a:pPr indent="-336550" lvl="0" marL="457200" rtl="0" algn="l">
              <a:spcBef>
                <a:spcPts val="0"/>
              </a:spcBef>
              <a:spcAft>
                <a:spcPts val="0"/>
              </a:spcAft>
              <a:buSzPts val="1700"/>
              <a:buFont typeface="Jost"/>
              <a:buAutoNum type="arabicPeriod"/>
            </a:pPr>
            <a:r>
              <a:rPr lang="en" sz="1700">
                <a:latin typeface="Jost"/>
                <a:ea typeface="Jost"/>
                <a:cs typeface="Jost"/>
                <a:sym typeface="Jost"/>
              </a:rPr>
              <a:t>Create a word list of of up to 10 words that you </a:t>
            </a:r>
            <a:r>
              <a:rPr lang="en" sz="1700">
                <a:latin typeface="Jost"/>
                <a:ea typeface="Jost"/>
                <a:cs typeface="Jost"/>
                <a:sym typeface="Jost"/>
              </a:rPr>
              <a:t>don't</a:t>
            </a:r>
            <a:r>
              <a:rPr lang="en" sz="1700">
                <a:latin typeface="Jost"/>
                <a:ea typeface="Jost"/>
                <a:cs typeface="Jost"/>
                <a:sym typeface="Jost"/>
              </a:rPr>
              <a:t> understand or what like to know more about</a:t>
            </a:r>
            <a:endParaRPr sz="1700">
              <a:latin typeface="Jost"/>
              <a:ea typeface="Jost"/>
              <a:cs typeface="Jost"/>
              <a:sym typeface="Jost"/>
            </a:endParaRPr>
          </a:p>
        </p:txBody>
      </p:sp>
      <p:pic>
        <p:nvPicPr>
          <p:cNvPr id="2155" name="Google Shape;2155;p60"/>
          <p:cNvPicPr preferRelativeResize="0"/>
          <p:nvPr/>
        </p:nvPicPr>
        <p:blipFill>
          <a:blip r:embed="rId3">
            <a:alphaModFix/>
          </a:blip>
          <a:stretch>
            <a:fillRect/>
          </a:stretch>
        </p:blipFill>
        <p:spPr>
          <a:xfrm>
            <a:off x="5386225" y="152400"/>
            <a:ext cx="2991125" cy="4228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9" name="Shape 2159"/>
        <p:cNvGrpSpPr/>
        <p:nvPr/>
      </p:nvGrpSpPr>
      <p:grpSpPr>
        <a:xfrm>
          <a:off x="0" y="0"/>
          <a:ext cx="0" cy="0"/>
          <a:chOff x="0" y="0"/>
          <a:chExt cx="0" cy="0"/>
        </a:xfrm>
      </p:grpSpPr>
      <p:sp>
        <p:nvSpPr>
          <p:cNvPr id="2160" name="Google Shape;2160;p61"/>
          <p:cNvSpPr txBox="1"/>
          <p:nvPr>
            <p:ph type="ctrTitle"/>
          </p:nvPr>
        </p:nvSpPr>
        <p:spPr>
          <a:xfrm flipH="1">
            <a:off x="770725" y="468450"/>
            <a:ext cx="44631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000000"/>
                </a:solidFill>
                <a:latin typeface="Luckiest Guy"/>
                <a:ea typeface="Luckiest Guy"/>
                <a:cs typeface="Luckiest Guy"/>
                <a:sym typeface="Luckiest Guy"/>
              </a:rPr>
              <a:t>Groups - pipeline</a:t>
            </a:r>
            <a:endParaRPr>
              <a:solidFill>
                <a:srgbClr val="000000"/>
              </a:solidFill>
              <a:latin typeface="Luckiest Guy"/>
              <a:ea typeface="Luckiest Guy"/>
              <a:cs typeface="Luckiest Guy"/>
              <a:sym typeface="Luckiest Guy"/>
            </a:endParaRPr>
          </a:p>
        </p:txBody>
      </p:sp>
      <p:sp>
        <p:nvSpPr>
          <p:cNvPr id="2161" name="Google Shape;2161;p61"/>
          <p:cNvSpPr txBox="1"/>
          <p:nvPr>
            <p:ph idx="1" type="subTitle"/>
          </p:nvPr>
        </p:nvSpPr>
        <p:spPr>
          <a:xfrm>
            <a:off x="770700" y="1139975"/>
            <a:ext cx="4363500" cy="17694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SzPts val="1600"/>
              <a:buFont typeface="Jost"/>
              <a:buAutoNum type="arabicPeriod"/>
            </a:pPr>
            <a:r>
              <a:rPr lang="en" sz="1600">
                <a:latin typeface="Jost"/>
                <a:ea typeface="Jost"/>
                <a:cs typeface="Jost"/>
                <a:sym typeface="Jost"/>
              </a:rPr>
              <a:t>Get into groups of 6 - your group must have a range of different people that you have not been in a group with today. Sit in your group of 6.</a:t>
            </a:r>
            <a:endParaRPr sz="1600">
              <a:latin typeface="Jost"/>
              <a:ea typeface="Jost"/>
              <a:cs typeface="Jost"/>
              <a:sym typeface="Jost"/>
            </a:endParaRPr>
          </a:p>
          <a:p>
            <a:pPr indent="-330200" lvl="0" marL="457200" rtl="0" algn="l">
              <a:spcBef>
                <a:spcPts val="0"/>
              </a:spcBef>
              <a:spcAft>
                <a:spcPts val="0"/>
              </a:spcAft>
              <a:buSzPts val="1600"/>
              <a:buFont typeface="Jost"/>
              <a:buAutoNum type="arabicPeriod"/>
            </a:pPr>
            <a:r>
              <a:rPr lang="en" sz="1600">
                <a:latin typeface="Jost"/>
                <a:ea typeface="Jost"/>
                <a:cs typeface="Jost"/>
                <a:sym typeface="Jost"/>
              </a:rPr>
              <a:t>Create a pipeline using the pipes to get your ping pong ball to travel throughout the pipe</a:t>
            </a:r>
            <a:endParaRPr sz="1600">
              <a:latin typeface="Jost"/>
              <a:ea typeface="Jost"/>
              <a:cs typeface="Jost"/>
              <a:sym typeface="Jost"/>
            </a:endParaRPr>
          </a:p>
        </p:txBody>
      </p:sp>
      <p:pic>
        <p:nvPicPr>
          <p:cNvPr id="2162" name="Google Shape;2162;p61"/>
          <p:cNvPicPr preferRelativeResize="0"/>
          <p:nvPr/>
        </p:nvPicPr>
        <p:blipFill rotWithShape="1">
          <a:blip r:embed="rId3">
            <a:alphaModFix/>
          </a:blip>
          <a:srcRect b="6323" l="0" r="0" t="0"/>
          <a:stretch/>
        </p:blipFill>
        <p:spPr>
          <a:xfrm>
            <a:off x="5494425" y="911375"/>
            <a:ext cx="3446376" cy="3228500"/>
          </a:xfrm>
          <a:prstGeom prst="rect">
            <a:avLst/>
          </a:prstGeom>
          <a:noFill/>
          <a:ln>
            <a:noFill/>
          </a:ln>
        </p:spPr>
      </p:pic>
      <p:sp>
        <p:nvSpPr>
          <p:cNvPr id="2163" name="Google Shape;2163;p61"/>
          <p:cNvSpPr txBox="1"/>
          <p:nvPr>
            <p:ph type="ctrTitle"/>
          </p:nvPr>
        </p:nvSpPr>
        <p:spPr>
          <a:xfrm flipH="1">
            <a:off x="618325" y="3211650"/>
            <a:ext cx="44631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000000"/>
                </a:solidFill>
                <a:latin typeface="Luckiest Guy"/>
                <a:ea typeface="Luckiest Guy"/>
                <a:cs typeface="Luckiest Guy"/>
                <a:sym typeface="Luckiest Guy"/>
              </a:rPr>
              <a:t>reflection</a:t>
            </a:r>
            <a:endParaRPr>
              <a:solidFill>
                <a:srgbClr val="000000"/>
              </a:solidFill>
              <a:latin typeface="Luckiest Guy"/>
              <a:ea typeface="Luckiest Guy"/>
              <a:cs typeface="Luckiest Guy"/>
              <a:sym typeface="Luckiest Guy"/>
            </a:endParaRPr>
          </a:p>
        </p:txBody>
      </p:sp>
      <p:sp>
        <p:nvSpPr>
          <p:cNvPr id="2164" name="Google Shape;2164;p61"/>
          <p:cNvSpPr txBox="1"/>
          <p:nvPr>
            <p:ph idx="1" type="subTitle"/>
          </p:nvPr>
        </p:nvSpPr>
        <p:spPr>
          <a:xfrm>
            <a:off x="618300" y="3502175"/>
            <a:ext cx="4363500" cy="17694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sz="1600">
                <a:latin typeface="Jost"/>
                <a:ea typeface="Jost"/>
                <a:cs typeface="Jost"/>
                <a:sym typeface="Jost"/>
              </a:rPr>
              <a:t>What emotions did you feel when completing that activity? What worked successfully in your team?  What didnt work so well?</a:t>
            </a:r>
            <a:endParaRPr sz="1600">
              <a:latin typeface="Jost"/>
              <a:ea typeface="Jost"/>
              <a:cs typeface="Jost"/>
              <a:sym typeface="Jos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8" name="Shape 2168"/>
        <p:cNvGrpSpPr/>
        <p:nvPr/>
      </p:nvGrpSpPr>
      <p:grpSpPr>
        <a:xfrm>
          <a:off x="0" y="0"/>
          <a:ext cx="0" cy="0"/>
          <a:chOff x="0" y="0"/>
          <a:chExt cx="0" cy="0"/>
        </a:xfrm>
      </p:grpSpPr>
      <p:sp>
        <p:nvSpPr>
          <p:cNvPr id="2169" name="Google Shape;2169;p62"/>
          <p:cNvSpPr txBox="1"/>
          <p:nvPr>
            <p:ph type="ctrTitle"/>
          </p:nvPr>
        </p:nvSpPr>
        <p:spPr>
          <a:xfrm flipH="1">
            <a:off x="770800" y="468450"/>
            <a:ext cx="6283800" cy="5778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500">
                <a:solidFill>
                  <a:srgbClr val="212121"/>
                </a:solidFill>
                <a:latin typeface="Luckiest Guy"/>
                <a:ea typeface="Luckiest Guy"/>
                <a:cs typeface="Luckiest Guy"/>
                <a:sym typeface="Luckiest Guy"/>
              </a:rPr>
              <a:t>Worksheet: Who am i?</a:t>
            </a:r>
            <a:endParaRPr sz="3500">
              <a:solidFill>
                <a:srgbClr val="212121"/>
              </a:solidFill>
              <a:latin typeface="Luckiest Guy"/>
              <a:ea typeface="Luckiest Guy"/>
              <a:cs typeface="Luckiest Guy"/>
              <a:sym typeface="Luckiest Guy"/>
            </a:endParaRPr>
          </a:p>
        </p:txBody>
      </p:sp>
      <p:sp>
        <p:nvSpPr>
          <p:cNvPr id="2170" name="Google Shape;2170;p62"/>
          <p:cNvSpPr txBox="1"/>
          <p:nvPr>
            <p:ph idx="1" type="subTitle"/>
          </p:nvPr>
        </p:nvSpPr>
        <p:spPr>
          <a:xfrm>
            <a:off x="770700" y="1216175"/>
            <a:ext cx="3657000" cy="33924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Font typeface="Jost"/>
              <a:buAutoNum type="arabicPeriod"/>
            </a:pPr>
            <a:r>
              <a:rPr lang="en" sz="1800">
                <a:latin typeface="Jost"/>
                <a:ea typeface="Jost"/>
                <a:cs typeface="Jost"/>
                <a:sym typeface="Jost"/>
              </a:rPr>
              <a:t>Fill in the worksheet - handwriting needs to be your tidiest!</a:t>
            </a:r>
            <a:endParaRPr sz="1800">
              <a:latin typeface="Jost"/>
              <a:ea typeface="Jost"/>
              <a:cs typeface="Jost"/>
              <a:sym typeface="Jost"/>
            </a:endParaRPr>
          </a:p>
          <a:p>
            <a:pPr indent="-342900" lvl="0" marL="457200" rtl="0" algn="l">
              <a:spcBef>
                <a:spcPts val="0"/>
              </a:spcBef>
              <a:spcAft>
                <a:spcPts val="0"/>
              </a:spcAft>
              <a:buSzPts val="1800"/>
              <a:buFont typeface="Jost"/>
              <a:buAutoNum type="arabicPeriod"/>
            </a:pPr>
            <a:r>
              <a:rPr lang="en" sz="1800">
                <a:latin typeface="Jost"/>
                <a:ea typeface="Jost"/>
                <a:cs typeface="Jost"/>
                <a:sym typeface="Jost"/>
              </a:rPr>
              <a:t>Colour it in using colouring pencils and felts</a:t>
            </a:r>
            <a:endParaRPr sz="1800">
              <a:latin typeface="Jost"/>
              <a:ea typeface="Jost"/>
              <a:cs typeface="Jost"/>
              <a:sym typeface="Jost"/>
            </a:endParaRPr>
          </a:p>
          <a:p>
            <a:pPr indent="-342900" lvl="0" marL="457200" rtl="0" algn="l">
              <a:spcBef>
                <a:spcPts val="0"/>
              </a:spcBef>
              <a:spcAft>
                <a:spcPts val="0"/>
              </a:spcAft>
              <a:buSzPts val="1800"/>
              <a:buFont typeface="Jost"/>
              <a:buAutoNum type="arabicPeriod"/>
            </a:pPr>
            <a:r>
              <a:rPr lang="en" sz="1800">
                <a:latin typeface="Jost"/>
                <a:ea typeface="Jost"/>
                <a:cs typeface="Jost"/>
                <a:sym typeface="Jost"/>
              </a:rPr>
              <a:t>Once complete get a photo taken by Mrs Tamihere</a:t>
            </a:r>
            <a:endParaRPr sz="1800">
              <a:latin typeface="Jost"/>
              <a:ea typeface="Jost"/>
              <a:cs typeface="Jost"/>
              <a:sym typeface="Jost"/>
            </a:endParaRPr>
          </a:p>
          <a:p>
            <a:pPr indent="-342900" lvl="0" marL="457200" rtl="0" algn="l">
              <a:spcBef>
                <a:spcPts val="0"/>
              </a:spcBef>
              <a:spcAft>
                <a:spcPts val="0"/>
              </a:spcAft>
              <a:buSzPts val="1800"/>
              <a:buFont typeface="Jost"/>
              <a:buAutoNum type="arabicPeriod"/>
            </a:pPr>
            <a:r>
              <a:rPr lang="en" sz="1800">
                <a:latin typeface="Jost"/>
                <a:ea typeface="Jost"/>
                <a:cs typeface="Jost"/>
                <a:sym typeface="Jost"/>
              </a:rPr>
              <a:t>Laminate this once your photo has been printed</a:t>
            </a:r>
            <a:endParaRPr sz="1800">
              <a:latin typeface="Jost"/>
              <a:ea typeface="Jost"/>
              <a:cs typeface="Jost"/>
              <a:sym typeface="Jost"/>
            </a:endParaRPr>
          </a:p>
        </p:txBody>
      </p:sp>
      <p:pic>
        <p:nvPicPr>
          <p:cNvPr id="2171" name="Google Shape;2171;p62"/>
          <p:cNvPicPr preferRelativeResize="0"/>
          <p:nvPr/>
        </p:nvPicPr>
        <p:blipFill>
          <a:blip r:embed="rId3">
            <a:alphaModFix/>
          </a:blip>
          <a:stretch>
            <a:fillRect/>
          </a:stretch>
        </p:blipFill>
        <p:spPr>
          <a:xfrm>
            <a:off x="5012832" y="1216175"/>
            <a:ext cx="2622694" cy="3392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5" name="Shape 2175"/>
        <p:cNvGrpSpPr/>
        <p:nvPr/>
      </p:nvGrpSpPr>
      <p:grpSpPr>
        <a:xfrm>
          <a:off x="0" y="0"/>
          <a:ext cx="0" cy="0"/>
          <a:chOff x="0" y="0"/>
          <a:chExt cx="0" cy="0"/>
        </a:xfrm>
      </p:grpSpPr>
      <p:sp>
        <p:nvSpPr>
          <p:cNvPr id="2176" name="Google Shape;2176;p63"/>
          <p:cNvSpPr txBox="1"/>
          <p:nvPr>
            <p:ph type="ctrTitle"/>
          </p:nvPr>
        </p:nvSpPr>
        <p:spPr>
          <a:xfrm flipH="1">
            <a:off x="770725" y="468450"/>
            <a:ext cx="44631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solidFill>
                  <a:srgbClr val="212121"/>
                </a:solidFill>
                <a:latin typeface="Luckiest Guy"/>
                <a:ea typeface="Luckiest Guy"/>
                <a:cs typeface="Luckiest Guy"/>
                <a:sym typeface="Luckiest Guy"/>
              </a:rPr>
              <a:t>Talk, draw observe</a:t>
            </a:r>
            <a:endParaRPr sz="2800">
              <a:solidFill>
                <a:srgbClr val="212121"/>
              </a:solidFill>
              <a:latin typeface="Luckiest Guy"/>
              <a:ea typeface="Luckiest Guy"/>
              <a:cs typeface="Luckiest Guy"/>
              <a:sym typeface="Luckiest Guy"/>
            </a:endParaRPr>
          </a:p>
        </p:txBody>
      </p:sp>
      <p:sp>
        <p:nvSpPr>
          <p:cNvPr id="2177" name="Google Shape;2177;p63"/>
          <p:cNvSpPr txBox="1"/>
          <p:nvPr>
            <p:ph idx="1" type="subTitle"/>
          </p:nvPr>
        </p:nvSpPr>
        <p:spPr>
          <a:xfrm>
            <a:off x="770700" y="1368575"/>
            <a:ext cx="7408500" cy="31806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Clr>
                <a:srgbClr val="212121"/>
              </a:buClr>
              <a:buSzPts val="1400"/>
              <a:buFont typeface="Jost"/>
              <a:buAutoNum type="arabicPeriod"/>
            </a:pPr>
            <a:r>
              <a:rPr lang="en" sz="1400">
                <a:solidFill>
                  <a:srgbClr val="212121"/>
                </a:solidFill>
                <a:latin typeface="Jost"/>
                <a:ea typeface="Jost"/>
                <a:cs typeface="Jost"/>
                <a:sym typeface="Jost"/>
              </a:rPr>
              <a:t>Organise yourselves to get into groups of 4</a:t>
            </a:r>
            <a:endParaRPr sz="1400">
              <a:solidFill>
                <a:srgbClr val="212121"/>
              </a:solidFill>
              <a:latin typeface="Jost"/>
              <a:ea typeface="Jost"/>
              <a:cs typeface="Jost"/>
              <a:sym typeface="Jost"/>
            </a:endParaRPr>
          </a:p>
          <a:p>
            <a:pPr indent="-317500" lvl="0" marL="457200" rtl="0" algn="l">
              <a:spcBef>
                <a:spcPts val="600"/>
              </a:spcBef>
              <a:spcAft>
                <a:spcPts val="0"/>
              </a:spcAft>
              <a:buClr>
                <a:srgbClr val="212121"/>
              </a:buClr>
              <a:buSzPts val="1400"/>
              <a:buFont typeface="Jost"/>
              <a:buAutoNum type="arabicPeriod"/>
            </a:pPr>
            <a:r>
              <a:rPr lang="en" sz="1400">
                <a:solidFill>
                  <a:srgbClr val="212121"/>
                </a:solidFill>
                <a:latin typeface="Jost"/>
                <a:ea typeface="Jost"/>
                <a:cs typeface="Jost"/>
                <a:sym typeface="Jost"/>
              </a:rPr>
              <a:t>Within your group each person will start with one of the following roles:</a:t>
            </a:r>
            <a:endParaRPr sz="1400">
              <a:solidFill>
                <a:srgbClr val="212121"/>
              </a:solidFill>
              <a:latin typeface="Jost"/>
              <a:ea typeface="Jost"/>
              <a:cs typeface="Jost"/>
              <a:sym typeface="Jost"/>
            </a:endParaRPr>
          </a:p>
          <a:p>
            <a:pPr indent="-317500" lvl="1" marL="914400" rtl="0" algn="l">
              <a:spcBef>
                <a:spcPts val="600"/>
              </a:spcBef>
              <a:spcAft>
                <a:spcPts val="0"/>
              </a:spcAft>
              <a:buClr>
                <a:srgbClr val="212121"/>
              </a:buClr>
              <a:buSzPts val="1400"/>
              <a:buFont typeface="Jost"/>
              <a:buNone/>
            </a:pPr>
            <a:r>
              <a:rPr b="1" lang="en" sz="1400">
                <a:solidFill>
                  <a:srgbClr val="212121"/>
                </a:solidFill>
                <a:latin typeface="Jost"/>
                <a:ea typeface="Jost"/>
                <a:cs typeface="Jost"/>
                <a:sym typeface="Jost"/>
              </a:rPr>
              <a:t>Communicator</a:t>
            </a:r>
            <a:endParaRPr b="1" sz="1400">
              <a:solidFill>
                <a:srgbClr val="212121"/>
              </a:solidFill>
              <a:latin typeface="Jost"/>
              <a:ea typeface="Jost"/>
              <a:cs typeface="Jost"/>
              <a:sym typeface="Jost"/>
            </a:endParaRPr>
          </a:p>
          <a:p>
            <a:pPr indent="-317500" lvl="1" marL="914400" rtl="0" algn="l">
              <a:spcBef>
                <a:spcPts val="600"/>
              </a:spcBef>
              <a:spcAft>
                <a:spcPts val="0"/>
              </a:spcAft>
              <a:buClr>
                <a:srgbClr val="212121"/>
              </a:buClr>
              <a:buSzPts val="1400"/>
              <a:buFont typeface="Jost"/>
              <a:buNone/>
            </a:pPr>
            <a:r>
              <a:rPr b="1" lang="en" sz="1400">
                <a:solidFill>
                  <a:srgbClr val="212121"/>
                </a:solidFill>
                <a:latin typeface="Jost"/>
                <a:ea typeface="Jost"/>
                <a:cs typeface="Jost"/>
                <a:sym typeface="Jost"/>
              </a:rPr>
              <a:t>Listener/Drawer</a:t>
            </a:r>
            <a:endParaRPr b="1" sz="1400">
              <a:solidFill>
                <a:srgbClr val="212121"/>
              </a:solidFill>
              <a:latin typeface="Jost"/>
              <a:ea typeface="Jost"/>
              <a:cs typeface="Jost"/>
              <a:sym typeface="Jost"/>
            </a:endParaRPr>
          </a:p>
          <a:p>
            <a:pPr indent="-317500" lvl="1" marL="914400" rtl="0" algn="l">
              <a:spcBef>
                <a:spcPts val="600"/>
              </a:spcBef>
              <a:spcAft>
                <a:spcPts val="0"/>
              </a:spcAft>
              <a:buClr>
                <a:srgbClr val="212121"/>
              </a:buClr>
              <a:buSzPts val="1400"/>
              <a:buFont typeface="Jost"/>
              <a:buNone/>
            </a:pPr>
            <a:r>
              <a:rPr b="1" lang="en" sz="1400">
                <a:solidFill>
                  <a:srgbClr val="212121"/>
                </a:solidFill>
                <a:latin typeface="Jost"/>
                <a:ea typeface="Jost"/>
                <a:cs typeface="Jost"/>
                <a:sym typeface="Jost"/>
              </a:rPr>
              <a:t>Observer</a:t>
            </a:r>
            <a:endParaRPr b="1" sz="1400">
              <a:solidFill>
                <a:srgbClr val="212121"/>
              </a:solidFill>
              <a:latin typeface="Jost"/>
              <a:ea typeface="Jost"/>
              <a:cs typeface="Jost"/>
              <a:sym typeface="Jost"/>
            </a:endParaRPr>
          </a:p>
          <a:p>
            <a:pPr indent="-317500" lvl="0" marL="457200" rtl="0" algn="l">
              <a:spcBef>
                <a:spcPts val="600"/>
              </a:spcBef>
              <a:spcAft>
                <a:spcPts val="0"/>
              </a:spcAft>
              <a:buClr>
                <a:srgbClr val="212121"/>
              </a:buClr>
              <a:buSzPts val="1400"/>
              <a:buFont typeface="Jost"/>
              <a:buAutoNum type="arabicPeriod"/>
            </a:pPr>
            <a:r>
              <a:rPr lang="en" sz="1400">
                <a:solidFill>
                  <a:srgbClr val="212121"/>
                </a:solidFill>
                <a:latin typeface="Jost"/>
                <a:ea typeface="Jost"/>
                <a:cs typeface="Jost"/>
                <a:sym typeface="Jost"/>
              </a:rPr>
              <a:t>The Communicator will have 30 seconds to look at a picture (on next slides - feel free to print) that the learning leader will be holding then has explain to the listener/drawer how to draw the picture they have just seen</a:t>
            </a:r>
            <a:endParaRPr sz="1400">
              <a:solidFill>
                <a:srgbClr val="212121"/>
              </a:solidFill>
              <a:latin typeface="Jost"/>
              <a:ea typeface="Jost"/>
              <a:cs typeface="Jost"/>
              <a:sym typeface="Jost"/>
            </a:endParaRPr>
          </a:p>
          <a:p>
            <a:pPr indent="-317500" lvl="0" marL="457200" rtl="0" algn="l">
              <a:spcBef>
                <a:spcPts val="600"/>
              </a:spcBef>
              <a:spcAft>
                <a:spcPts val="0"/>
              </a:spcAft>
              <a:buClr>
                <a:srgbClr val="212121"/>
              </a:buClr>
              <a:buSzPts val="1400"/>
              <a:buFont typeface="Jost"/>
              <a:buAutoNum type="arabicPeriod"/>
            </a:pPr>
            <a:r>
              <a:rPr lang="en" sz="1400">
                <a:solidFill>
                  <a:srgbClr val="212121"/>
                </a:solidFill>
                <a:latin typeface="Jost"/>
                <a:ea typeface="Jost"/>
                <a:cs typeface="Jost"/>
                <a:sym typeface="Jost"/>
              </a:rPr>
              <a:t>The listener/drawer will have to 1 minute to draw as much of the picture as possible before everyone in your group changes roles</a:t>
            </a:r>
            <a:endParaRPr sz="1400">
              <a:solidFill>
                <a:srgbClr val="212121"/>
              </a:solidFill>
              <a:latin typeface="Jost"/>
              <a:ea typeface="Jost"/>
              <a:cs typeface="Jost"/>
              <a:sym typeface="Jost"/>
            </a:endParaRPr>
          </a:p>
          <a:p>
            <a:pPr indent="-317500" lvl="0" marL="457200" rtl="0" algn="l">
              <a:spcBef>
                <a:spcPts val="600"/>
              </a:spcBef>
              <a:spcAft>
                <a:spcPts val="600"/>
              </a:spcAft>
              <a:buClr>
                <a:srgbClr val="212121"/>
              </a:buClr>
              <a:buSzPts val="1400"/>
              <a:buFont typeface="Jost"/>
              <a:buAutoNum type="arabicPeriod"/>
            </a:pPr>
            <a:r>
              <a:rPr lang="en" sz="1400">
                <a:solidFill>
                  <a:srgbClr val="212121"/>
                </a:solidFill>
                <a:latin typeface="Jost"/>
                <a:ea typeface="Jost"/>
                <a:cs typeface="Jost"/>
                <a:sym typeface="Jost"/>
              </a:rPr>
              <a:t>communicator → Listener drawer → Observer → Communicator</a:t>
            </a:r>
            <a:endParaRPr sz="1500">
              <a:solidFill>
                <a:srgbClr val="212121"/>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1" name="Shape 2181"/>
        <p:cNvGrpSpPr/>
        <p:nvPr/>
      </p:nvGrpSpPr>
      <p:grpSpPr>
        <a:xfrm>
          <a:off x="0" y="0"/>
          <a:ext cx="0" cy="0"/>
          <a:chOff x="0" y="0"/>
          <a:chExt cx="0" cy="0"/>
        </a:xfrm>
      </p:grpSpPr>
      <p:sp>
        <p:nvSpPr>
          <p:cNvPr id="2182" name="Google Shape;2182;p64"/>
          <p:cNvSpPr txBox="1"/>
          <p:nvPr>
            <p:ph type="ctrTitle"/>
          </p:nvPr>
        </p:nvSpPr>
        <p:spPr>
          <a:xfrm flipH="1">
            <a:off x="770725" y="468450"/>
            <a:ext cx="44631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solidFill>
                  <a:srgbClr val="212121"/>
                </a:solidFill>
                <a:latin typeface="Luckiest Guy"/>
                <a:ea typeface="Luckiest Guy"/>
                <a:cs typeface="Luckiest Guy"/>
                <a:sym typeface="Luckiest Guy"/>
              </a:rPr>
              <a:t>Talk | draw  | observe</a:t>
            </a:r>
            <a:endParaRPr sz="2800">
              <a:solidFill>
                <a:srgbClr val="212121"/>
              </a:solidFill>
              <a:latin typeface="Luckiest Guy"/>
              <a:ea typeface="Luckiest Guy"/>
              <a:cs typeface="Luckiest Guy"/>
              <a:sym typeface="Luckiest Guy"/>
            </a:endParaRPr>
          </a:p>
        </p:txBody>
      </p:sp>
      <p:pic>
        <p:nvPicPr>
          <p:cNvPr id="2183" name="Google Shape;2183;p64"/>
          <p:cNvPicPr preferRelativeResize="0"/>
          <p:nvPr/>
        </p:nvPicPr>
        <p:blipFill>
          <a:blip r:embed="rId3">
            <a:alphaModFix/>
          </a:blip>
          <a:stretch>
            <a:fillRect/>
          </a:stretch>
        </p:blipFill>
        <p:spPr>
          <a:xfrm>
            <a:off x="3837100" y="152400"/>
            <a:ext cx="4616525"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7" name="Shape 2187"/>
        <p:cNvGrpSpPr/>
        <p:nvPr/>
      </p:nvGrpSpPr>
      <p:grpSpPr>
        <a:xfrm>
          <a:off x="0" y="0"/>
          <a:ext cx="0" cy="0"/>
          <a:chOff x="0" y="0"/>
          <a:chExt cx="0" cy="0"/>
        </a:xfrm>
      </p:grpSpPr>
      <p:sp>
        <p:nvSpPr>
          <p:cNvPr id="2188" name="Google Shape;2188;p65"/>
          <p:cNvSpPr txBox="1"/>
          <p:nvPr>
            <p:ph type="ctrTitle"/>
          </p:nvPr>
        </p:nvSpPr>
        <p:spPr>
          <a:xfrm>
            <a:off x="2194950" y="481575"/>
            <a:ext cx="4192800" cy="16878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121"/>
                </a:solidFill>
                <a:latin typeface="Luckiest Guy"/>
                <a:ea typeface="Luckiest Guy"/>
                <a:cs typeface="Luckiest Guy"/>
                <a:sym typeface="Luckiest Guy"/>
              </a:rPr>
              <a:t>L2 health</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Do now - WK 4</a:t>
            </a:r>
            <a:endParaRPr>
              <a:solidFill>
                <a:srgbClr val="212121"/>
              </a:solidFill>
              <a:latin typeface="Luckiest Guy"/>
              <a:ea typeface="Luckiest Guy"/>
              <a:cs typeface="Luckiest Guy"/>
              <a:sym typeface="Luckiest Guy"/>
            </a:endParaRPr>
          </a:p>
        </p:txBody>
      </p:sp>
      <p:sp>
        <p:nvSpPr>
          <p:cNvPr id="2189" name="Google Shape;2189;p65"/>
          <p:cNvSpPr txBox="1"/>
          <p:nvPr>
            <p:ph idx="1" type="subTitle"/>
          </p:nvPr>
        </p:nvSpPr>
        <p:spPr>
          <a:xfrm>
            <a:off x="1540775" y="2381775"/>
            <a:ext cx="2711400" cy="1875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Jost"/>
              <a:buAutoNum type="arabicPeriod"/>
            </a:pPr>
            <a:r>
              <a:rPr lang="en">
                <a:latin typeface="Jost"/>
                <a:ea typeface="Jost"/>
                <a:cs typeface="Jost"/>
                <a:sym typeface="Jost"/>
              </a:rPr>
              <a:t>Complete your who am I worksheet.</a:t>
            </a:r>
            <a:endParaRPr>
              <a:latin typeface="Jost"/>
              <a:ea typeface="Jost"/>
              <a:cs typeface="Jost"/>
              <a:sym typeface="Jost"/>
            </a:endParaRPr>
          </a:p>
          <a:p>
            <a:pPr indent="-342900" lvl="0" marL="457200" rtl="0" algn="l">
              <a:spcBef>
                <a:spcPts val="0"/>
              </a:spcBef>
              <a:spcAft>
                <a:spcPts val="0"/>
              </a:spcAft>
              <a:buSzPts val="1800"/>
              <a:buFont typeface="Jost"/>
              <a:buAutoNum type="arabicPeriod"/>
            </a:pPr>
            <a:r>
              <a:rPr lang="en">
                <a:latin typeface="Jost"/>
                <a:ea typeface="Jost"/>
                <a:cs typeface="Jost"/>
                <a:sym typeface="Jost"/>
              </a:rPr>
              <a:t>Laminate</a:t>
            </a:r>
            <a:r>
              <a:rPr lang="en">
                <a:latin typeface="Jost"/>
                <a:ea typeface="Jost"/>
                <a:cs typeface="Jost"/>
                <a:sym typeface="Jost"/>
              </a:rPr>
              <a:t> it, add velcro to the back four corners then put it on our class wall</a:t>
            </a:r>
            <a:endParaRPr>
              <a:latin typeface="Jost"/>
              <a:ea typeface="Jost"/>
              <a:cs typeface="Jost"/>
              <a:sym typeface="Jost"/>
            </a:endParaRPr>
          </a:p>
        </p:txBody>
      </p:sp>
      <p:sp>
        <p:nvSpPr>
          <p:cNvPr id="2190" name="Google Shape;2190;p65"/>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65"/>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65"/>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65"/>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65"/>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65"/>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65"/>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65"/>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65"/>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65"/>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65"/>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65"/>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65"/>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65"/>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65"/>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65"/>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65"/>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65"/>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65"/>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65"/>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65"/>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65"/>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65"/>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65"/>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65"/>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65"/>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65"/>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65"/>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65"/>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65"/>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65"/>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2221" name="Google Shape;2221;p65" title="10 Minute Timer">
            <a:hlinkClick r:id="rId3"/>
          </p:cNvPr>
          <p:cNvPicPr preferRelativeResize="0"/>
          <p:nvPr/>
        </p:nvPicPr>
        <p:blipFill>
          <a:blip r:embed="rId4">
            <a:alphaModFix/>
          </a:blip>
          <a:stretch>
            <a:fillRect/>
          </a:stretch>
        </p:blipFill>
        <p:spPr>
          <a:xfrm>
            <a:off x="4252075" y="2574425"/>
            <a:ext cx="1716525" cy="965550"/>
          </a:xfrm>
          <a:prstGeom prst="rect">
            <a:avLst/>
          </a:prstGeom>
          <a:noFill/>
          <a:ln>
            <a:noFill/>
          </a:ln>
        </p:spPr>
      </p:pic>
      <p:pic>
        <p:nvPicPr>
          <p:cNvPr id="2222" name="Google Shape;2222;p65"/>
          <p:cNvPicPr preferRelativeResize="0"/>
          <p:nvPr/>
        </p:nvPicPr>
        <p:blipFill>
          <a:blip r:embed="rId5">
            <a:alphaModFix/>
          </a:blip>
          <a:stretch>
            <a:fillRect/>
          </a:stretch>
        </p:blipFill>
        <p:spPr>
          <a:xfrm>
            <a:off x="6297675" y="1008595"/>
            <a:ext cx="2456350" cy="31772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04"/>
                                        </p:tgtEl>
                                        <p:attrNameLst>
                                          <p:attrName>style.visibility</p:attrName>
                                        </p:attrNameLst>
                                      </p:cBhvr>
                                      <p:to>
                                        <p:strVal val="visible"/>
                                      </p:to>
                                    </p:set>
                                    <p:anim calcmode="lin" valueType="num">
                                      <p:cBhvr additive="base">
                                        <p:cTn dur="200"/>
                                        <p:tgtEl>
                                          <p:spTgt spid="2204"/>
                                        </p:tgtEl>
                                        <p:attrNameLst>
                                          <p:attrName>ppt_w</p:attrName>
                                        </p:attrNameLst>
                                      </p:cBhvr>
                                      <p:tavLst>
                                        <p:tav fmla="" tm="0">
                                          <p:val>
                                            <p:strVal val="0"/>
                                          </p:val>
                                        </p:tav>
                                        <p:tav fmla="" tm="100000">
                                          <p:val>
                                            <p:strVal val="#ppt_w"/>
                                          </p:val>
                                        </p:tav>
                                      </p:tavLst>
                                    </p:anim>
                                    <p:anim calcmode="lin" valueType="num">
                                      <p:cBhvr additive="base">
                                        <p:cTn dur="200"/>
                                        <p:tgtEl>
                                          <p:spTgt spid="2204"/>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211"/>
                                        </p:tgtEl>
                                        <p:attrNameLst>
                                          <p:attrName>style.visibility</p:attrName>
                                        </p:attrNameLst>
                                      </p:cBhvr>
                                      <p:to>
                                        <p:strVal val="visible"/>
                                      </p:to>
                                    </p:set>
                                    <p:anim calcmode="lin" valueType="num">
                                      <p:cBhvr additive="base">
                                        <p:cTn dur="200"/>
                                        <p:tgtEl>
                                          <p:spTgt spid="2211"/>
                                        </p:tgtEl>
                                        <p:attrNameLst>
                                          <p:attrName>ppt_w</p:attrName>
                                        </p:attrNameLst>
                                      </p:cBhvr>
                                      <p:tavLst>
                                        <p:tav fmla="" tm="0">
                                          <p:val>
                                            <p:strVal val="0"/>
                                          </p:val>
                                        </p:tav>
                                        <p:tav fmla="" tm="100000">
                                          <p:val>
                                            <p:strVal val="#ppt_w"/>
                                          </p:val>
                                        </p:tav>
                                      </p:tavLst>
                                    </p:anim>
                                    <p:anim calcmode="lin" valueType="num">
                                      <p:cBhvr additive="base">
                                        <p:cTn dur="200"/>
                                        <p:tgtEl>
                                          <p:spTgt spid="2211"/>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200"/>
                                        </p:tgtEl>
                                        <p:attrNameLst>
                                          <p:attrName>style.visibility</p:attrName>
                                        </p:attrNameLst>
                                      </p:cBhvr>
                                      <p:to>
                                        <p:strVal val="visible"/>
                                      </p:to>
                                    </p:set>
                                    <p:anim calcmode="lin" valueType="num">
                                      <p:cBhvr additive="base">
                                        <p:cTn dur="200"/>
                                        <p:tgtEl>
                                          <p:spTgt spid="2200"/>
                                        </p:tgtEl>
                                        <p:attrNameLst>
                                          <p:attrName>ppt_w</p:attrName>
                                        </p:attrNameLst>
                                      </p:cBhvr>
                                      <p:tavLst>
                                        <p:tav fmla="" tm="0">
                                          <p:val>
                                            <p:strVal val="0"/>
                                          </p:val>
                                        </p:tav>
                                        <p:tav fmla="" tm="100000">
                                          <p:val>
                                            <p:strVal val="#ppt_w"/>
                                          </p:val>
                                        </p:tav>
                                      </p:tavLst>
                                    </p:anim>
                                    <p:anim calcmode="lin" valueType="num">
                                      <p:cBhvr additive="base">
                                        <p:cTn dur="200"/>
                                        <p:tgtEl>
                                          <p:spTgt spid="220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188"/>
                                        </p:tgtEl>
                                        <p:attrNameLst>
                                          <p:attrName>style.visibility</p:attrName>
                                        </p:attrNameLst>
                                      </p:cBhvr>
                                      <p:to>
                                        <p:strVal val="visible"/>
                                      </p:to>
                                    </p:set>
                                    <p:animEffect filter="fade" transition="in">
                                      <p:cBhvr>
                                        <p:cTn dur="300"/>
                                        <p:tgtEl>
                                          <p:spTgt spid="2188"/>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191"/>
                                        </p:tgtEl>
                                        <p:attrNameLst>
                                          <p:attrName>style.visibility</p:attrName>
                                        </p:attrNameLst>
                                      </p:cBhvr>
                                      <p:to>
                                        <p:strVal val="visible"/>
                                      </p:to>
                                    </p:set>
                                    <p:anim calcmode="lin" valueType="num">
                                      <p:cBhvr additive="base">
                                        <p:cTn dur="200"/>
                                        <p:tgtEl>
                                          <p:spTgt spid="2191"/>
                                        </p:tgtEl>
                                        <p:attrNameLst>
                                          <p:attrName>ppt_w</p:attrName>
                                        </p:attrNameLst>
                                      </p:cBhvr>
                                      <p:tavLst>
                                        <p:tav fmla="" tm="0">
                                          <p:val>
                                            <p:strVal val="0"/>
                                          </p:val>
                                        </p:tav>
                                        <p:tav fmla="" tm="100000">
                                          <p:val>
                                            <p:strVal val="#ppt_w"/>
                                          </p:val>
                                        </p:tav>
                                      </p:tavLst>
                                    </p:anim>
                                    <p:anim calcmode="lin" valueType="num">
                                      <p:cBhvr additive="base">
                                        <p:cTn dur="200"/>
                                        <p:tgtEl>
                                          <p:spTgt spid="2191"/>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205"/>
                                        </p:tgtEl>
                                        <p:attrNameLst>
                                          <p:attrName>style.visibility</p:attrName>
                                        </p:attrNameLst>
                                      </p:cBhvr>
                                      <p:to>
                                        <p:strVal val="visible"/>
                                      </p:to>
                                    </p:set>
                                    <p:anim calcmode="lin" valueType="num">
                                      <p:cBhvr additive="base">
                                        <p:cTn dur="200"/>
                                        <p:tgtEl>
                                          <p:spTgt spid="2205"/>
                                        </p:tgtEl>
                                        <p:attrNameLst>
                                          <p:attrName>ppt_w</p:attrName>
                                        </p:attrNameLst>
                                      </p:cBhvr>
                                      <p:tavLst>
                                        <p:tav fmla="" tm="0">
                                          <p:val>
                                            <p:strVal val="0"/>
                                          </p:val>
                                        </p:tav>
                                        <p:tav fmla="" tm="100000">
                                          <p:val>
                                            <p:strVal val="#ppt_w"/>
                                          </p:val>
                                        </p:tav>
                                      </p:tavLst>
                                    </p:anim>
                                    <p:anim calcmode="lin" valueType="num">
                                      <p:cBhvr additive="base">
                                        <p:cTn dur="200"/>
                                        <p:tgtEl>
                                          <p:spTgt spid="2205"/>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193"/>
                                        </p:tgtEl>
                                        <p:attrNameLst>
                                          <p:attrName>style.visibility</p:attrName>
                                        </p:attrNameLst>
                                      </p:cBhvr>
                                      <p:to>
                                        <p:strVal val="visible"/>
                                      </p:to>
                                    </p:set>
                                    <p:anim calcmode="lin" valueType="num">
                                      <p:cBhvr additive="base">
                                        <p:cTn dur="200"/>
                                        <p:tgtEl>
                                          <p:spTgt spid="2193"/>
                                        </p:tgtEl>
                                        <p:attrNameLst>
                                          <p:attrName>ppt_w</p:attrName>
                                        </p:attrNameLst>
                                      </p:cBhvr>
                                      <p:tavLst>
                                        <p:tav fmla="" tm="0">
                                          <p:val>
                                            <p:strVal val="0"/>
                                          </p:val>
                                        </p:tav>
                                        <p:tav fmla="" tm="100000">
                                          <p:val>
                                            <p:strVal val="#ppt_w"/>
                                          </p:val>
                                        </p:tav>
                                      </p:tavLst>
                                    </p:anim>
                                    <p:anim calcmode="lin" valueType="num">
                                      <p:cBhvr additive="base">
                                        <p:cTn dur="200"/>
                                        <p:tgtEl>
                                          <p:spTgt spid="2193"/>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203"/>
                                        </p:tgtEl>
                                        <p:attrNameLst>
                                          <p:attrName>style.visibility</p:attrName>
                                        </p:attrNameLst>
                                      </p:cBhvr>
                                      <p:to>
                                        <p:strVal val="visible"/>
                                      </p:to>
                                    </p:set>
                                    <p:anim calcmode="lin" valueType="num">
                                      <p:cBhvr additive="base">
                                        <p:cTn dur="200"/>
                                        <p:tgtEl>
                                          <p:spTgt spid="2203"/>
                                        </p:tgtEl>
                                        <p:attrNameLst>
                                          <p:attrName>ppt_w</p:attrName>
                                        </p:attrNameLst>
                                      </p:cBhvr>
                                      <p:tavLst>
                                        <p:tav fmla="" tm="0">
                                          <p:val>
                                            <p:strVal val="0"/>
                                          </p:val>
                                        </p:tav>
                                        <p:tav fmla="" tm="100000">
                                          <p:val>
                                            <p:strVal val="#ppt_w"/>
                                          </p:val>
                                        </p:tav>
                                      </p:tavLst>
                                    </p:anim>
                                    <p:anim calcmode="lin" valueType="num">
                                      <p:cBhvr additive="base">
                                        <p:cTn dur="200"/>
                                        <p:tgtEl>
                                          <p:spTgt spid="2203"/>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195"/>
                                        </p:tgtEl>
                                        <p:attrNameLst>
                                          <p:attrName>style.visibility</p:attrName>
                                        </p:attrNameLst>
                                      </p:cBhvr>
                                      <p:to>
                                        <p:strVal val="visible"/>
                                      </p:to>
                                    </p:set>
                                    <p:anim calcmode="lin" valueType="num">
                                      <p:cBhvr additive="base">
                                        <p:cTn dur="200"/>
                                        <p:tgtEl>
                                          <p:spTgt spid="2195"/>
                                        </p:tgtEl>
                                        <p:attrNameLst>
                                          <p:attrName>ppt_w</p:attrName>
                                        </p:attrNameLst>
                                      </p:cBhvr>
                                      <p:tavLst>
                                        <p:tav fmla="" tm="0">
                                          <p:val>
                                            <p:strVal val="0"/>
                                          </p:val>
                                        </p:tav>
                                        <p:tav fmla="" tm="100000">
                                          <p:val>
                                            <p:strVal val="#ppt_w"/>
                                          </p:val>
                                        </p:tav>
                                      </p:tavLst>
                                    </p:anim>
                                    <p:anim calcmode="lin" valueType="num">
                                      <p:cBhvr additive="base">
                                        <p:cTn dur="200"/>
                                        <p:tgtEl>
                                          <p:spTgt spid="2195"/>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213"/>
                                        </p:tgtEl>
                                        <p:attrNameLst>
                                          <p:attrName>style.visibility</p:attrName>
                                        </p:attrNameLst>
                                      </p:cBhvr>
                                      <p:to>
                                        <p:strVal val="visible"/>
                                      </p:to>
                                    </p:set>
                                    <p:anim calcmode="lin" valueType="num">
                                      <p:cBhvr additive="base">
                                        <p:cTn dur="200"/>
                                        <p:tgtEl>
                                          <p:spTgt spid="2213"/>
                                        </p:tgtEl>
                                        <p:attrNameLst>
                                          <p:attrName>ppt_w</p:attrName>
                                        </p:attrNameLst>
                                      </p:cBhvr>
                                      <p:tavLst>
                                        <p:tav fmla="" tm="0">
                                          <p:val>
                                            <p:strVal val="0"/>
                                          </p:val>
                                        </p:tav>
                                        <p:tav fmla="" tm="100000">
                                          <p:val>
                                            <p:strVal val="#ppt_w"/>
                                          </p:val>
                                        </p:tav>
                                      </p:tavLst>
                                    </p:anim>
                                    <p:anim calcmode="lin" valueType="num">
                                      <p:cBhvr additive="base">
                                        <p:cTn dur="200"/>
                                        <p:tgtEl>
                                          <p:spTgt spid="2213"/>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199"/>
                                        </p:tgtEl>
                                        <p:attrNameLst>
                                          <p:attrName>style.visibility</p:attrName>
                                        </p:attrNameLst>
                                      </p:cBhvr>
                                      <p:to>
                                        <p:strVal val="visible"/>
                                      </p:to>
                                    </p:set>
                                    <p:anim calcmode="lin" valueType="num">
                                      <p:cBhvr additive="base">
                                        <p:cTn dur="200"/>
                                        <p:tgtEl>
                                          <p:spTgt spid="2199"/>
                                        </p:tgtEl>
                                        <p:attrNameLst>
                                          <p:attrName>ppt_w</p:attrName>
                                        </p:attrNameLst>
                                      </p:cBhvr>
                                      <p:tavLst>
                                        <p:tav fmla="" tm="0">
                                          <p:val>
                                            <p:strVal val="0"/>
                                          </p:val>
                                        </p:tav>
                                        <p:tav fmla="" tm="100000">
                                          <p:val>
                                            <p:strVal val="#ppt_w"/>
                                          </p:val>
                                        </p:tav>
                                      </p:tavLst>
                                    </p:anim>
                                    <p:anim calcmode="lin" valueType="num">
                                      <p:cBhvr additive="base">
                                        <p:cTn dur="200"/>
                                        <p:tgtEl>
                                          <p:spTgt spid="2199"/>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192"/>
                                        </p:tgtEl>
                                        <p:attrNameLst>
                                          <p:attrName>style.visibility</p:attrName>
                                        </p:attrNameLst>
                                      </p:cBhvr>
                                      <p:to>
                                        <p:strVal val="visible"/>
                                      </p:to>
                                    </p:set>
                                    <p:anim calcmode="lin" valueType="num">
                                      <p:cBhvr additive="base">
                                        <p:cTn dur="200"/>
                                        <p:tgtEl>
                                          <p:spTgt spid="2192"/>
                                        </p:tgtEl>
                                        <p:attrNameLst>
                                          <p:attrName>ppt_w</p:attrName>
                                        </p:attrNameLst>
                                      </p:cBhvr>
                                      <p:tavLst>
                                        <p:tav fmla="" tm="0">
                                          <p:val>
                                            <p:strVal val="0"/>
                                          </p:val>
                                        </p:tav>
                                        <p:tav fmla="" tm="100000">
                                          <p:val>
                                            <p:strVal val="#ppt_w"/>
                                          </p:val>
                                        </p:tav>
                                      </p:tavLst>
                                    </p:anim>
                                    <p:anim calcmode="lin" valueType="num">
                                      <p:cBhvr additive="base">
                                        <p:cTn dur="200"/>
                                        <p:tgtEl>
                                          <p:spTgt spid="2192"/>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190"/>
                                        </p:tgtEl>
                                        <p:attrNameLst>
                                          <p:attrName>style.visibility</p:attrName>
                                        </p:attrNameLst>
                                      </p:cBhvr>
                                      <p:to>
                                        <p:strVal val="visible"/>
                                      </p:to>
                                    </p:set>
                                    <p:anim calcmode="lin" valueType="num">
                                      <p:cBhvr additive="base">
                                        <p:cTn dur="200"/>
                                        <p:tgtEl>
                                          <p:spTgt spid="2190"/>
                                        </p:tgtEl>
                                        <p:attrNameLst>
                                          <p:attrName>ppt_w</p:attrName>
                                        </p:attrNameLst>
                                      </p:cBhvr>
                                      <p:tavLst>
                                        <p:tav fmla="" tm="0">
                                          <p:val>
                                            <p:strVal val="0"/>
                                          </p:val>
                                        </p:tav>
                                        <p:tav fmla="" tm="100000">
                                          <p:val>
                                            <p:strVal val="#ppt_w"/>
                                          </p:val>
                                        </p:tav>
                                      </p:tavLst>
                                    </p:anim>
                                    <p:anim calcmode="lin" valueType="num">
                                      <p:cBhvr additive="base">
                                        <p:cTn dur="200"/>
                                        <p:tgtEl>
                                          <p:spTgt spid="2190"/>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194"/>
                                        </p:tgtEl>
                                        <p:attrNameLst>
                                          <p:attrName>style.visibility</p:attrName>
                                        </p:attrNameLst>
                                      </p:cBhvr>
                                      <p:to>
                                        <p:strVal val="visible"/>
                                      </p:to>
                                    </p:set>
                                    <p:anim calcmode="lin" valueType="num">
                                      <p:cBhvr additive="base">
                                        <p:cTn dur="200"/>
                                        <p:tgtEl>
                                          <p:spTgt spid="2194"/>
                                        </p:tgtEl>
                                        <p:attrNameLst>
                                          <p:attrName>ppt_w</p:attrName>
                                        </p:attrNameLst>
                                      </p:cBhvr>
                                      <p:tavLst>
                                        <p:tav fmla="" tm="0">
                                          <p:val>
                                            <p:strVal val="0"/>
                                          </p:val>
                                        </p:tav>
                                        <p:tav fmla="" tm="100000">
                                          <p:val>
                                            <p:strVal val="#ppt_w"/>
                                          </p:val>
                                        </p:tav>
                                      </p:tavLst>
                                    </p:anim>
                                    <p:anim calcmode="lin" valueType="num">
                                      <p:cBhvr additive="base">
                                        <p:cTn dur="200"/>
                                        <p:tgtEl>
                                          <p:spTgt spid="2194"/>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206"/>
                                        </p:tgtEl>
                                        <p:attrNameLst>
                                          <p:attrName>style.visibility</p:attrName>
                                        </p:attrNameLst>
                                      </p:cBhvr>
                                      <p:to>
                                        <p:strVal val="visible"/>
                                      </p:to>
                                    </p:set>
                                    <p:anim calcmode="lin" valueType="num">
                                      <p:cBhvr additive="base">
                                        <p:cTn dur="200"/>
                                        <p:tgtEl>
                                          <p:spTgt spid="2206"/>
                                        </p:tgtEl>
                                        <p:attrNameLst>
                                          <p:attrName>ppt_w</p:attrName>
                                        </p:attrNameLst>
                                      </p:cBhvr>
                                      <p:tavLst>
                                        <p:tav fmla="" tm="0">
                                          <p:val>
                                            <p:strVal val="0"/>
                                          </p:val>
                                        </p:tav>
                                        <p:tav fmla="" tm="100000">
                                          <p:val>
                                            <p:strVal val="#ppt_w"/>
                                          </p:val>
                                        </p:tav>
                                      </p:tavLst>
                                    </p:anim>
                                    <p:anim calcmode="lin" valueType="num">
                                      <p:cBhvr additive="base">
                                        <p:cTn dur="200"/>
                                        <p:tgtEl>
                                          <p:spTgt spid="2206"/>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214"/>
                                        </p:tgtEl>
                                        <p:attrNameLst>
                                          <p:attrName>style.visibility</p:attrName>
                                        </p:attrNameLst>
                                      </p:cBhvr>
                                      <p:to>
                                        <p:strVal val="visible"/>
                                      </p:to>
                                    </p:set>
                                    <p:anim calcmode="lin" valueType="num">
                                      <p:cBhvr additive="base">
                                        <p:cTn dur="200"/>
                                        <p:tgtEl>
                                          <p:spTgt spid="2214"/>
                                        </p:tgtEl>
                                        <p:attrNameLst>
                                          <p:attrName>ppt_w</p:attrName>
                                        </p:attrNameLst>
                                      </p:cBhvr>
                                      <p:tavLst>
                                        <p:tav fmla="" tm="0">
                                          <p:val>
                                            <p:strVal val="0"/>
                                          </p:val>
                                        </p:tav>
                                        <p:tav fmla="" tm="100000">
                                          <p:val>
                                            <p:strVal val="#ppt_w"/>
                                          </p:val>
                                        </p:tav>
                                      </p:tavLst>
                                    </p:anim>
                                    <p:anim calcmode="lin" valueType="num">
                                      <p:cBhvr additive="base">
                                        <p:cTn dur="200"/>
                                        <p:tgtEl>
                                          <p:spTgt spid="2214"/>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197"/>
                                        </p:tgtEl>
                                        <p:attrNameLst>
                                          <p:attrName>style.visibility</p:attrName>
                                        </p:attrNameLst>
                                      </p:cBhvr>
                                      <p:to>
                                        <p:strVal val="visible"/>
                                      </p:to>
                                    </p:set>
                                    <p:anim calcmode="lin" valueType="num">
                                      <p:cBhvr additive="base">
                                        <p:cTn dur="200"/>
                                        <p:tgtEl>
                                          <p:spTgt spid="2197"/>
                                        </p:tgtEl>
                                        <p:attrNameLst>
                                          <p:attrName>ppt_w</p:attrName>
                                        </p:attrNameLst>
                                      </p:cBhvr>
                                      <p:tavLst>
                                        <p:tav fmla="" tm="0">
                                          <p:val>
                                            <p:strVal val="0"/>
                                          </p:val>
                                        </p:tav>
                                        <p:tav fmla="" tm="100000">
                                          <p:val>
                                            <p:strVal val="#ppt_w"/>
                                          </p:val>
                                        </p:tav>
                                      </p:tavLst>
                                    </p:anim>
                                    <p:anim calcmode="lin" valueType="num">
                                      <p:cBhvr additive="base">
                                        <p:cTn dur="200"/>
                                        <p:tgtEl>
                                          <p:spTgt spid="2197"/>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198"/>
                                        </p:tgtEl>
                                        <p:attrNameLst>
                                          <p:attrName>style.visibility</p:attrName>
                                        </p:attrNameLst>
                                      </p:cBhvr>
                                      <p:to>
                                        <p:strVal val="visible"/>
                                      </p:to>
                                    </p:set>
                                    <p:anim calcmode="lin" valueType="num">
                                      <p:cBhvr additive="base">
                                        <p:cTn dur="200"/>
                                        <p:tgtEl>
                                          <p:spTgt spid="2198"/>
                                        </p:tgtEl>
                                        <p:attrNameLst>
                                          <p:attrName>ppt_w</p:attrName>
                                        </p:attrNameLst>
                                      </p:cBhvr>
                                      <p:tavLst>
                                        <p:tav fmla="" tm="0">
                                          <p:val>
                                            <p:strVal val="0"/>
                                          </p:val>
                                        </p:tav>
                                        <p:tav fmla="" tm="100000">
                                          <p:val>
                                            <p:strVal val="#ppt_w"/>
                                          </p:val>
                                        </p:tav>
                                      </p:tavLst>
                                    </p:anim>
                                    <p:anim calcmode="lin" valueType="num">
                                      <p:cBhvr additive="base">
                                        <p:cTn dur="200"/>
                                        <p:tgtEl>
                                          <p:spTgt spid="2198"/>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207"/>
                                        </p:tgtEl>
                                        <p:attrNameLst>
                                          <p:attrName>style.visibility</p:attrName>
                                        </p:attrNameLst>
                                      </p:cBhvr>
                                      <p:to>
                                        <p:strVal val="visible"/>
                                      </p:to>
                                    </p:set>
                                    <p:anim calcmode="lin" valueType="num">
                                      <p:cBhvr additive="base">
                                        <p:cTn dur="200"/>
                                        <p:tgtEl>
                                          <p:spTgt spid="2207"/>
                                        </p:tgtEl>
                                        <p:attrNameLst>
                                          <p:attrName>ppt_w</p:attrName>
                                        </p:attrNameLst>
                                      </p:cBhvr>
                                      <p:tavLst>
                                        <p:tav fmla="" tm="0">
                                          <p:val>
                                            <p:strVal val="0"/>
                                          </p:val>
                                        </p:tav>
                                        <p:tav fmla="" tm="100000">
                                          <p:val>
                                            <p:strVal val="#ppt_w"/>
                                          </p:val>
                                        </p:tav>
                                      </p:tavLst>
                                    </p:anim>
                                    <p:anim calcmode="lin" valueType="num">
                                      <p:cBhvr additive="base">
                                        <p:cTn dur="200"/>
                                        <p:tgtEl>
                                          <p:spTgt spid="2207"/>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196"/>
                                        </p:tgtEl>
                                        <p:attrNameLst>
                                          <p:attrName>style.visibility</p:attrName>
                                        </p:attrNameLst>
                                      </p:cBhvr>
                                      <p:to>
                                        <p:strVal val="visible"/>
                                      </p:to>
                                    </p:set>
                                    <p:anim calcmode="lin" valueType="num">
                                      <p:cBhvr additive="base">
                                        <p:cTn dur="200"/>
                                        <p:tgtEl>
                                          <p:spTgt spid="2196"/>
                                        </p:tgtEl>
                                        <p:attrNameLst>
                                          <p:attrName>ppt_w</p:attrName>
                                        </p:attrNameLst>
                                      </p:cBhvr>
                                      <p:tavLst>
                                        <p:tav fmla="" tm="0">
                                          <p:val>
                                            <p:strVal val="0"/>
                                          </p:val>
                                        </p:tav>
                                        <p:tav fmla="" tm="100000">
                                          <p:val>
                                            <p:strVal val="#ppt_w"/>
                                          </p:val>
                                        </p:tav>
                                      </p:tavLst>
                                    </p:anim>
                                    <p:anim calcmode="lin" valueType="num">
                                      <p:cBhvr additive="base">
                                        <p:cTn dur="200"/>
                                        <p:tgtEl>
                                          <p:spTgt spid="219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189"/>
                                        </p:tgtEl>
                                        <p:attrNameLst>
                                          <p:attrName>style.visibility</p:attrName>
                                        </p:attrNameLst>
                                      </p:cBhvr>
                                      <p:to>
                                        <p:strVal val="visible"/>
                                      </p:to>
                                    </p:set>
                                    <p:animEffect filter="fade" transition="in">
                                      <p:cBhvr>
                                        <p:cTn dur="300"/>
                                        <p:tgtEl>
                                          <p:spTgt spid="2189"/>
                                        </p:tgtEl>
                                      </p:cBhvr>
                                    </p:animEffect>
                                  </p:childTnLst>
                                </p:cTn>
                              </p:par>
                            </p:childTnLst>
                          </p:cTn>
                        </p:par>
                        <p:par>
                          <p:cTn fill="hold">
                            <p:stCondLst>
                              <p:cond delay="4000"/>
                            </p:stCondLst>
                            <p:childTnLst>
                              <p:par>
                                <p:cTn fill="hold" nodeType="afterEffect" presetClass="entr" presetID="23" presetSubtype="16">
                                  <p:stCondLst>
                                    <p:cond delay="0"/>
                                  </p:stCondLst>
                                  <p:childTnLst>
                                    <p:set>
                                      <p:cBhvr>
                                        <p:cTn dur="1" fill="hold">
                                          <p:stCondLst>
                                            <p:cond delay="0"/>
                                          </p:stCondLst>
                                        </p:cTn>
                                        <p:tgtEl>
                                          <p:spTgt spid="2208"/>
                                        </p:tgtEl>
                                        <p:attrNameLst>
                                          <p:attrName>style.visibility</p:attrName>
                                        </p:attrNameLst>
                                      </p:cBhvr>
                                      <p:to>
                                        <p:strVal val="visible"/>
                                      </p:to>
                                    </p:set>
                                    <p:anim calcmode="lin" valueType="num">
                                      <p:cBhvr additive="base">
                                        <p:cTn dur="200"/>
                                        <p:tgtEl>
                                          <p:spTgt spid="2208"/>
                                        </p:tgtEl>
                                        <p:attrNameLst>
                                          <p:attrName>ppt_w</p:attrName>
                                        </p:attrNameLst>
                                      </p:cBhvr>
                                      <p:tavLst>
                                        <p:tav fmla="" tm="0">
                                          <p:val>
                                            <p:strVal val="0"/>
                                          </p:val>
                                        </p:tav>
                                        <p:tav fmla="" tm="100000">
                                          <p:val>
                                            <p:strVal val="#ppt_w"/>
                                          </p:val>
                                        </p:tav>
                                      </p:tavLst>
                                    </p:anim>
                                    <p:anim calcmode="lin" valueType="num">
                                      <p:cBhvr additive="base">
                                        <p:cTn dur="200"/>
                                        <p:tgtEl>
                                          <p:spTgt spid="2208"/>
                                        </p:tgtEl>
                                        <p:attrNameLst>
                                          <p:attrName>ppt_h</p:attrName>
                                        </p:attrNameLst>
                                      </p:cBhvr>
                                      <p:tavLst>
                                        <p:tav fmla="" tm="0">
                                          <p:val>
                                            <p:strVal val="0"/>
                                          </p:val>
                                        </p:tav>
                                        <p:tav fmla="" tm="100000">
                                          <p:val>
                                            <p:strVal val="#ppt_h"/>
                                          </p:val>
                                        </p:tav>
                                      </p:tavLst>
                                    </p:anim>
                                  </p:childTnLst>
                                </p:cTn>
                              </p:par>
                            </p:childTnLst>
                          </p:cTn>
                        </p:par>
                        <p:par>
                          <p:cTn fill="hold">
                            <p:stCondLst>
                              <p:cond delay="4200"/>
                            </p:stCondLst>
                            <p:childTnLst>
                              <p:par>
                                <p:cTn fill="hold" nodeType="afterEffect" presetClass="entr" presetID="23" presetSubtype="16">
                                  <p:stCondLst>
                                    <p:cond delay="0"/>
                                  </p:stCondLst>
                                  <p:childTnLst>
                                    <p:set>
                                      <p:cBhvr>
                                        <p:cTn dur="1" fill="hold">
                                          <p:stCondLst>
                                            <p:cond delay="0"/>
                                          </p:stCondLst>
                                        </p:cTn>
                                        <p:tgtEl>
                                          <p:spTgt spid="2212"/>
                                        </p:tgtEl>
                                        <p:attrNameLst>
                                          <p:attrName>style.visibility</p:attrName>
                                        </p:attrNameLst>
                                      </p:cBhvr>
                                      <p:to>
                                        <p:strVal val="visible"/>
                                      </p:to>
                                    </p:set>
                                    <p:anim calcmode="lin" valueType="num">
                                      <p:cBhvr additive="base">
                                        <p:cTn dur="200"/>
                                        <p:tgtEl>
                                          <p:spTgt spid="2212"/>
                                        </p:tgtEl>
                                        <p:attrNameLst>
                                          <p:attrName>ppt_w</p:attrName>
                                        </p:attrNameLst>
                                      </p:cBhvr>
                                      <p:tavLst>
                                        <p:tav fmla="" tm="0">
                                          <p:val>
                                            <p:strVal val="0"/>
                                          </p:val>
                                        </p:tav>
                                        <p:tav fmla="" tm="100000">
                                          <p:val>
                                            <p:strVal val="#ppt_w"/>
                                          </p:val>
                                        </p:tav>
                                      </p:tavLst>
                                    </p:anim>
                                    <p:anim calcmode="lin" valueType="num">
                                      <p:cBhvr additive="base">
                                        <p:cTn dur="200"/>
                                        <p:tgtEl>
                                          <p:spTgt spid="2212"/>
                                        </p:tgtEl>
                                        <p:attrNameLst>
                                          <p:attrName>ppt_h</p:attrName>
                                        </p:attrNameLst>
                                      </p:cBhvr>
                                      <p:tavLst>
                                        <p:tav fmla="" tm="0">
                                          <p:val>
                                            <p:strVal val="0"/>
                                          </p:val>
                                        </p:tav>
                                        <p:tav fmla="" tm="100000">
                                          <p:val>
                                            <p:strVal val="#ppt_h"/>
                                          </p:val>
                                        </p:tav>
                                      </p:tavLst>
                                    </p:anim>
                                  </p:childTnLst>
                                </p:cTn>
                              </p:par>
                            </p:childTnLst>
                          </p:cTn>
                        </p:par>
                        <p:par>
                          <p:cTn fill="hold">
                            <p:stCondLst>
                              <p:cond delay="4400"/>
                            </p:stCondLst>
                            <p:childTnLst>
                              <p:par>
                                <p:cTn fill="hold" nodeType="afterEffect" presetClass="entr" presetID="23" presetSubtype="16">
                                  <p:stCondLst>
                                    <p:cond delay="0"/>
                                  </p:stCondLst>
                                  <p:childTnLst>
                                    <p:set>
                                      <p:cBhvr>
                                        <p:cTn dur="1" fill="hold">
                                          <p:stCondLst>
                                            <p:cond delay="0"/>
                                          </p:stCondLst>
                                        </p:cTn>
                                        <p:tgtEl>
                                          <p:spTgt spid="2210"/>
                                        </p:tgtEl>
                                        <p:attrNameLst>
                                          <p:attrName>style.visibility</p:attrName>
                                        </p:attrNameLst>
                                      </p:cBhvr>
                                      <p:to>
                                        <p:strVal val="visible"/>
                                      </p:to>
                                    </p:set>
                                    <p:anim calcmode="lin" valueType="num">
                                      <p:cBhvr additive="base">
                                        <p:cTn dur="200"/>
                                        <p:tgtEl>
                                          <p:spTgt spid="2210"/>
                                        </p:tgtEl>
                                        <p:attrNameLst>
                                          <p:attrName>ppt_w</p:attrName>
                                        </p:attrNameLst>
                                      </p:cBhvr>
                                      <p:tavLst>
                                        <p:tav fmla="" tm="0">
                                          <p:val>
                                            <p:strVal val="0"/>
                                          </p:val>
                                        </p:tav>
                                        <p:tav fmla="" tm="100000">
                                          <p:val>
                                            <p:strVal val="#ppt_w"/>
                                          </p:val>
                                        </p:tav>
                                      </p:tavLst>
                                    </p:anim>
                                    <p:anim calcmode="lin" valueType="num">
                                      <p:cBhvr additive="base">
                                        <p:cTn dur="200"/>
                                        <p:tgtEl>
                                          <p:spTgt spid="2210"/>
                                        </p:tgtEl>
                                        <p:attrNameLst>
                                          <p:attrName>ppt_h</p:attrName>
                                        </p:attrNameLst>
                                      </p:cBhvr>
                                      <p:tavLst>
                                        <p:tav fmla="" tm="0">
                                          <p:val>
                                            <p:strVal val="0"/>
                                          </p:val>
                                        </p:tav>
                                        <p:tav fmla="" tm="100000">
                                          <p:val>
                                            <p:strVal val="#ppt_h"/>
                                          </p:val>
                                        </p:tav>
                                      </p:tavLst>
                                    </p:anim>
                                  </p:childTnLst>
                                </p:cTn>
                              </p:par>
                            </p:childTnLst>
                          </p:cTn>
                        </p:par>
                        <p:par>
                          <p:cTn fill="hold">
                            <p:stCondLst>
                              <p:cond delay="4600"/>
                            </p:stCondLst>
                            <p:childTnLst>
                              <p:par>
                                <p:cTn fill="hold" nodeType="afterEffect" presetClass="entr" presetID="23" presetSubtype="16">
                                  <p:stCondLst>
                                    <p:cond delay="0"/>
                                  </p:stCondLst>
                                  <p:childTnLst>
                                    <p:set>
                                      <p:cBhvr>
                                        <p:cTn dur="1" fill="hold">
                                          <p:stCondLst>
                                            <p:cond delay="0"/>
                                          </p:stCondLst>
                                        </p:cTn>
                                        <p:tgtEl>
                                          <p:spTgt spid="2209"/>
                                        </p:tgtEl>
                                        <p:attrNameLst>
                                          <p:attrName>style.visibility</p:attrName>
                                        </p:attrNameLst>
                                      </p:cBhvr>
                                      <p:to>
                                        <p:strVal val="visible"/>
                                      </p:to>
                                    </p:set>
                                    <p:anim calcmode="lin" valueType="num">
                                      <p:cBhvr additive="base">
                                        <p:cTn dur="200"/>
                                        <p:tgtEl>
                                          <p:spTgt spid="2209"/>
                                        </p:tgtEl>
                                        <p:attrNameLst>
                                          <p:attrName>ppt_w</p:attrName>
                                        </p:attrNameLst>
                                      </p:cBhvr>
                                      <p:tavLst>
                                        <p:tav fmla="" tm="0">
                                          <p:val>
                                            <p:strVal val="0"/>
                                          </p:val>
                                        </p:tav>
                                        <p:tav fmla="" tm="100000">
                                          <p:val>
                                            <p:strVal val="#ppt_w"/>
                                          </p:val>
                                        </p:tav>
                                      </p:tavLst>
                                    </p:anim>
                                    <p:anim calcmode="lin" valueType="num">
                                      <p:cBhvr additive="base">
                                        <p:cTn dur="200"/>
                                        <p:tgtEl>
                                          <p:spTgt spid="2209"/>
                                        </p:tgtEl>
                                        <p:attrNameLst>
                                          <p:attrName>ppt_h</p:attrName>
                                        </p:attrNameLst>
                                      </p:cBhvr>
                                      <p:tavLst>
                                        <p:tav fmla="" tm="0">
                                          <p:val>
                                            <p:strVal val="0"/>
                                          </p:val>
                                        </p:tav>
                                        <p:tav fmla="" tm="100000">
                                          <p:val>
                                            <p:strVal val="#ppt_h"/>
                                          </p:val>
                                        </p:tav>
                                      </p:tavLst>
                                    </p:anim>
                                  </p:childTnLst>
                                </p:cTn>
                              </p:par>
                            </p:childTnLst>
                          </p:cTn>
                        </p:par>
                        <p:par>
                          <p:cTn fill="hold">
                            <p:stCondLst>
                              <p:cond delay="4800"/>
                            </p:stCondLst>
                            <p:childTnLst>
                              <p:par>
                                <p:cTn fill="hold" nodeType="afterEffect" presetClass="entr" presetID="23" presetSubtype="16">
                                  <p:stCondLst>
                                    <p:cond delay="0"/>
                                  </p:stCondLst>
                                  <p:childTnLst>
                                    <p:set>
                                      <p:cBhvr>
                                        <p:cTn dur="1" fill="hold">
                                          <p:stCondLst>
                                            <p:cond delay="0"/>
                                          </p:stCondLst>
                                        </p:cTn>
                                        <p:tgtEl>
                                          <p:spTgt spid="2201"/>
                                        </p:tgtEl>
                                        <p:attrNameLst>
                                          <p:attrName>style.visibility</p:attrName>
                                        </p:attrNameLst>
                                      </p:cBhvr>
                                      <p:to>
                                        <p:strVal val="visible"/>
                                      </p:to>
                                    </p:set>
                                    <p:anim calcmode="lin" valueType="num">
                                      <p:cBhvr additive="base">
                                        <p:cTn dur="200"/>
                                        <p:tgtEl>
                                          <p:spTgt spid="2201"/>
                                        </p:tgtEl>
                                        <p:attrNameLst>
                                          <p:attrName>ppt_w</p:attrName>
                                        </p:attrNameLst>
                                      </p:cBhvr>
                                      <p:tavLst>
                                        <p:tav fmla="" tm="0">
                                          <p:val>
                                            <p:strVal val="0"/>
                                          </p:val>
                                        </p:tav>
                                        <p:tav fmla="" tm="100000">
                                          <p:val>
                                            <p:strVal val="#ppt_w"/>
                                          </p:val>
                                        </p:tav>
                                      </p:tavLst>
                                    </p:anim>
                                    <p:anim calcmode="lin" valueType="num">
                                      <p:cBhvr additive="base">
                                        <p:cTn dur="200"/>
                                        <p:tgtEl>
                                          <p:spTgt spid="2201"/>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2202"/>
                                        </p:tgtEl>
                                        <p:attrNameLst>
                                          <p:attrName>style.visibility</p:attrName>
                                        </p:attrNameLst>
                                      </p:cBhvr>
                                      <p:to>
                                        <p:strVal val="visible"/>
                                      </p:to>
                                    </p:set>
                                    <p:anim calcmode="lin" valueType="num">
                                      <p:cBhvr additive="base">
                                        <p:cTn dur="200"/>
                                        <p:tgtEl>
                                          <p:spTgt spid="2202"/>
                                        </p:tgtEl>
                                        <p:attrNameLst>
                                          <p:attrName>ppt_w</p:attrName>
                                        </p:attrNameLst>
                                      </p:cBhvr>
                                      <p:tavLst>
                                        <p:tav fmla="" tm="0">
                                          <p:val>
                                            <p:strVal val="0"/>
                                          </p:val>
                                        </p:tav>
                                        <p:tav fmla="" tm="100000">
                                          <p:val>
                                            <p:strVal val="#ppt_w"/>
                                          </p:val>
                                        </p:tav>
                                      </p:tavLst>
                                    </p:anim>
                                    <p:anim calcmode="lin" valueType="num">
                                      <p:cBhvr additive="base">
                                        <p:cTn dur="200"/>
                                        <p:tgtEl>
                                          <p:spTgt spid="2202"/>
                                        </p:tgtEl>
                                        <p:attrNameLst>
                                          <p:attrName>ppt_h</p:attrName>
                                        </p:attrNameLst>
                                      </p:cBhvr>
                                      <p:tavLst>
                                        <p:tav fmla="" tm="0">
                                          <p:val>
                                            <p:strVal val="0"/>
                                          </p:val>
                                        </p:tav>
                                        <p:tav fmla="" tm="100000">
                                          <p:val>
                                            <p:strVal val="#ppt_h"/>
                                          </p:val>
                                        </p:tav>
                                      </p:tavLst>
                                    </p:anim>
                                  </p:childTnLst>
                                </p:cTn>
                              </p:par>
                            </p:childTnLst>
                          </p:cTn>
                        </p:par>
                        <p:par>
                          <p:cTn fill="hold">
                            <p:stCondLst>
                              <p:cond delay="5200"/>
                            </p:stCondLst>
                            <p:childTnLst>
                              <p:par>
                                <p:cTn fill="hold" nodeType="afterEffect" presetClass="entr" presetID="23" presetSubtype="16">
                                  <p:stCondLst>
                                    <p:cond delay="0"/>
                                  </p:stCondLst>
                                  <p:childTnLst>
                                    <p:set>
                                      <p:cBhvr>
                                        <p:cTn dur="1" fill="hold">
                                          <p:stCondLst>
                                            <p:cond delay="0"/>
                                          </p:stCondLst>
                                        </p:cTn>
                                        <p:tgtEl>
                                          <p:spTgt spid="2194"/>
                                        </p:tgtEl>
                                        <p:attrNameLst>
                                          <p:attrName>style.visibility</p:attrName>
                                        </p:attrNameLst>
                                      </p:cBhvr>
                                      <p:to>
                                        <p:strVal val="visible"/>
                                      </p:to>
                                    </p:set>
                                    <p:anim calcmode="lin" valueType="num">
                                      <p:cBhvr additive="base">
                                        <p:cTn dur="200"/>
                                        <p:tgtEl>
                                          <p:spTgt spid="2194"/>
                                        </p:tgtEl>
                                        <p:attrNameLst>
                                          <p:attrName>ppt_w</p:attrName>
                                        </p:attrNameLst>
                                      </p:cBhvr>
                                      <p:tavLst>
                                        <p:tav fmla="" tm="0">
                                          <p:val>
                                            <p:strVal val="0"/>
                                          </p:val>
                                        </p:tav>
                                        <p:tav fmla="" tm="100000">
                                          <p:val>
                                            <p:strVal val="#ppt_w"/>
                                          </p:val>
                                        </p:tav>
                                      </p:tavLst>
                                    </p:anim>
                                    <p:anim calcmode="lin" valueType="num">
                                      <p:cBhvr additive="base">
                                        <p:cTn dur="200"/>
                                        <p:tgtEl>
                                          <p:spTgt spid="2194"/>
                                        </p:tgtEl>
                                        <p:attrNameLst>
                                          <p:attrName>ppt_h</p:attrName>
                                        </p:attrNameLst>
                                      </p:cBhvr>
                                      <p:tavLst>
                                        <p:tav fmla="" tm="0">
                                          <p:val>
                                            <p:strVal val="0"/>
                                          </p:val>
                                        </p:tav>
                                        <p:tav fmla="" tm="100000">
                                          <p:val>
                                            <p:strVal val="#ppt_h"/>
                                          </p:val>
                                        </p:tav>
                                      </p:tavLst>
                                    </p:anim>
                                  </p:childTnLst>
                                </p:cTn>
                              </p:par>
                            </p:childTnLst>
                          </p:cTn>
                        </p:par>
                        <p:par>
                          <p:cTn fill="hold">
                            <p:stCondLst>
                              <p:cond delay="5400"/>
                            </p:stCondLst>
                            <p:childTnLst>
                              <p:par>
                                <p:cTn fill="hold" nodeType="afterEffect" presetClass="entr" presetID="23" presetSubtype="16">
                                  <p:stCondLst>
                                    <p:cond delay="0"/>
                                  </p:stCondLst>
                                  <p:childTnLst>
                                    <p:set>
                                      <p:cBhvr>
                                        <p:cTn dur="1" fill="hold">
                                          <p:stCondLst>
                                            <p:cond delay="0"/>
                                          </p:stCondLst>
                                        </p:cTn>
                                        <p:tgtEl>
                                          <p:spTgt spid="2217"/>
                                        </p:tgtEl>
                                        <p:attrNameLst>
                                          <p:attrName>style.visibility</p:attrName>
                                        </p:attrNameLst>
                                      </p:cBhvr>
                                      <p:to>
                                        <p:strVal val="visible"/>
                                      </p:to>
                                    </p:set>
                                    <p:anim calcmode="lin" valueType="num">
                                      <p:cBhvr additive="base">
                                        <p:cTn dur="200"/>
                                        <p:tgtEl>
                                          <p:spTgt spid="2217"/>
                                        </p:tgtEl>
                                        <p:attrNameLst>
                                          <p:attrName>ppt_w</p:attrName>
                                        </p:attrNameLst>
                                      </p:cBhvr>
                                      <p:tavLst>
                                        <p:tav fmla="" tm="0">
                                          <p:val>
                                            <p:strVal val="0"/>
                                          </p:val>
                                        </p:tav>
                                        <p:tav fmla="" tm="100000">
                                          <p:val>
                                            <p:strVal val="#ppt_w"/>
                                          </p:val>
                                        </p:tav>
                                      </p:tavLst>
                                    </p:anim>
                                    <p:anim calcmode="lin" valueType="num">
                                      <p:cBhvr additive="base">
                                        <p:cTn dur="200"/>
                                        <p:tgtEl>
                                          <p:spTgt spid="2217"/>
                                        </p:tgtEl>
                                        <p:attrNameLst>
                                          <p:attrName>ppt_h</p:attrName>
                                        </p:attrNameLst>
                                      </p:cBhvr>
                                      <p:tavLst>
                                        <p:tav fmla="" tm="0">
                                          <p:val>
                                            <p:strVal val="0"/>
                                          </p:val>
                                        </p:tav>
                                        <p:tav fmla="" tm="100000">
                                          <p:val>
                                            <p:strVal val="#ppt_h"/>
                                          </p:val>
                                        </p:tav>
                                      </p:tavLst>
                                    </p:anim>
                                  </p:childTnLst>
                                </p:cTn>
                              </p:par>
                            </p:childTnLst>
                          </p:cTn>
                        </p:par>
                        <p:par>
                          <p:cTn fill="hold">
                            <p:stCondLst>
                              <p:cond delay="5600"/>
                            </p:stCondLst>
                            <p:childTnLst>
                              <p:par>
                                <p:cTn fill="hold" nodeType="afterEffect" presetClass="entr" presetID="23" presetSubtype="16">
                                  <p:stCondLst>
                                    <p:cond delay="0"/>
                                  </p:stCondLst>
                                  <p:childTnLst>
                                    <p:set>
                                      <p:cBhvr>
                                        <p:cTn dur="1" fill="hold">
                                          <p:stCondLst>
                                            <p:cond delay="0"/>
                                          </p:stCondLst>
                                        </p:cTn>
                                        <p:tgtEl>
                                          <p:spTgt spid="2215"/>
                                        </p:tgtEl>
                                        <p:attrNameLst>
                                          <p:attrName>style.visibility</p:attrName>
                                        </p:attrNameLst>
                                      </p:cBhvr>
                                      <p:to>
                                        <p:strVal val="visible"/>
                                      </p:to>
                                    </p:set>
                                    <p:anim calcmode="lin" valueType="num">
                                      <p:cBhvr additive="base">
                                        <p:cTn dur="200"/>
                                        <p:tgtEl>
                                          <p:spTgt spid="2215"/>
                                        </p:tgtEl>
                                        <p:attrNameLst>
                                          <p:attrName>ppt_w</p:attrName>
                                        </p:attrNameLst>
                                      </p:cBhvr>
                                      <p:tavLst>
                                        <p:tav fmla="" tm="0">
                                          <p:val>
                                            <p:strVal val="0"/>
                                          </p:val>
                                        </p:tav>
                                        <p:tav fmla="" tm="100000">
                                          <p:val>
                                            <p:strVal val="#ppt_w"/>
                                          </p:val>
                                        </p:tav>
                                      </p:tavLst>
                                    </p:anim>
                                    <p:anim calcmode="lin" valueType="num">
                                      <p:cBhvr additive="base">
                                        <p:cTn dur="200"/>
                                        <p:tgtEl>
                                          <p:spTgt spid="2215"/>
                                        </p:tgtEl>
                                        <p:attrNameLst>
                                          <p:attrName>ppt_h</p:attrName>
                                        </p:attrNameLst>
                                      </p:cBhvr>
                                      <p:tavLst>
                                        <p:tav fmla="" tm="0">
                                          <p:val>
                                            <p:strVal val="0"/>
                                          </p:val>
                                        </p:tav>
                                        <p:tav fmla="" tm="100000">
                                          <p:val>
                                            <p:strVal val="#ppt_h"/>
                                          </p:val>
                                        </p:tav>
                                      </p:tavLst>
                                    </p:anim>
                                  </p:childTnLst>
                                </p:cTn>
                              </p:par>
                            </p:childTnLst>
                          </p:cTn>
                        </p:par>
                        <p:par>
                          <p:cTn fill="hold">
                            <p:stCondLst>
                              <p:cond delay="5800"/>
                            </p:stCondLst>
                            <p:childTnLst>
                              <p:par>
                                <p:cTn fill="hold" nodeType="afterEffect" presetClass="entr" presetID="23" presetSubtype="16">
                                  <p:stCondLst>
                                    <p:cond delay="0"/>
                                  </p:stCondLst>
                                  <p:childTnLst>
                                    <p:set>
                                      <p:cBhvr>
                                        <p:cTn dur="1" fill="hold">
                                          <p:stCondLst>
                                            <p:cond delay="0"/>
                                          </p:stCondLst>
                                        </p:cTn>
                                        <p:tgtEl>
                                          <p:spTgt spid="2219"/>
                                        </p:tgtEl>
                                        <p:attrNameLst>
                                          <p:attrName>style.visibility</p:attrName>
                                        </p:attrNameLst>
                                      </p:cBhvr>
                                      <p:to>
                                        <p:strVal val="visible"/>
                                      </p:to>
                                    </p:set>
                                    <p:anim calcmode="lin" valueType="num">
                                      <p:cBhvr additive="base">
                                        <p:cTn dur="200"/>
                                        <p:tgtEl>
                                          <p:spTgt spid="2219"/>
                                        </p:tgtEl>
                                        <p:attrNameLst>
                                          <p:attrName>ppt_w</p:attrName>
                                        </p:attrNameLst>
                                      </p:cBhvr>
                                      <p:tavLst>
                                        <p:tav fmla="" tm="0">
                                          <p:val>
                                            <p:strVal val="0"/>
                                          </p:val>
                                        </p:tav>
                                        <p:tav fmla="" tm="100000">
                                          <p:val>
                                            <p:strVal val="#ppt_w"/>
                                          </p:val>
                                        </p:tav>
                                      </p:tavLst>
                                    </p:anim>
                                    <p:anim calcmode="lin" valueType="num">
                                      <p:cBhvr additive="base">
                                        <p:cTn dur="200"/>
                                        <p:tgtEl>
                                          <p:spTgt spid="2219"/>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23" presetSubtype="16">
                                  <p:stCondLst>
                                    <p:cond delay="0"/>
                                  </p:stCondLst>
                                  <p:childTnLst>
                                    <p:set>
                                      <p:cBhvr>
                                        <p:cTn dur="1" fill="hold">
                                          <p:stCondLst>
                                            <p:cond delay="0"/>
                                          </p:stCondLst>
                                        </p:cTn>
                                        <p:tgtEl>
                                          <p:spTgt spid="2220"/>
                                        </p:tgtEl>
                                        <p:attrNameLst>
                                          <p:attrName>style.visibility</p:attrName>
                                        </p:attrNameLst>
                                      </p:cBhvr>
                                      <p:to>
                                        <p:strVal val="visible"/>
                                      </p:to>
                                    </p:set>
                                    <p:anim calcmode="lin" valueType="num">
                                      <p:cBhvr additive="base">
                                        <p:cTn dur="200"/>
                                        <p:tgtEl>
                                          <p:spTgt spid="2220"/>
                                        </p:tgtEl>
                                        <p:attrNameLst>
                                          <p:attrName>ppt_w</p:attrName>
                                        </p:attrNameLst>
                                      </p:cBhvr>
                                      <p:tavLst>
                                        <p:tav fmla="" tm="0">
                                          <p:val>
                                            <p:strVal val="0"/>
                                          </p:val>
                                        </p:tav>
                                        <p:tav fmla="" tm="100000">
                                          <p:val>
                                            <p:strVal val="#ppt_w"/>
                                          </p:val>
                                        </p:tav>
                                      </p:tavLst>
                                    </p:anim>
                                    <p:anim calcmode="lin" valueType="num">
                                      <p:cBhvr additive="base">
                                        <p:cTn dur="200"/>
                                        <p:tgtEl>
                                          <p:spTgt spid="2220"/>
                                        </p:tgtEl>
                                        <p:attrNameLst>
                                          <p:attrName>ppt_h</p:attrName>
                                        </p:attrNameLst>
                                      </p:cBhvr>
                                      <p:tavLst>
                                        <p:tav fmla="" tm="0">
                                          <p:val>
                                            <p:strVal val="0"/>
                                          </p:val>
                                        </p:tav>
                                        <p:tav fmla="" tm="100000">
                                          <p:val>
                                            <p:strVal val="#ppt_h"/>
                                          </p:val>
                                        </p:tav>
                                      </p:tavLst>
                                    </p:anim>
                                  </p:childTnLst>
                                </p:cTn>
                              </p:par>
                            </p:childTnLst>
                          </p:cTn>
                        </p:par>
                        <p:par>
                          <p:cTn fill="hold">
                            <p:stCondLst>
                              <p:cond delay="6200"/>
                            </p:stCondLst>
                            <p:childTnLst>
                              <p:par>
                                <p:cTn fill="hold" nodeType="afterEffect" presetClass="entr" presetID="23" presetSubtype="16">
                                  <p:stCondLst>
                                    <p:cond delay="0"/>
                                  </p:stCondLst>
                                  <p:childTnLst>
                                    <p:set>
                                      <p:cBhvr>
                                        <p:cTn dur="1" fill="hold">
                                          <p:stCondLst>
                                            <p:cond delay="0"/>
                                          </p:stCondLst>
                                        </p:cTn>
                                        <p:tgtEl>
                                          <p:spTgt spid="2218"/>
                                        </p:tgtEl>
                                        <p:attrNameLst>
                                          <p:attrName>style.visibility</p:attrName>
                                        </p:attrNameLst>
                                      </p:cBhvr>
                                      <p:to>
                                        <p:strVal val="visible"/>
                                      </p:to>
                                    </p:set>
                                    <p:anim calcmode="lin" valueType="num">
                                      <p:cBhvr additive="base">
                                        <p:cTn dur="200"/>
                                        <p:tgtEl>
                                          <p:spTgt spid="2218"/>
                                        </p:tgtEl>
                                        <p:attrNameLst>
                                          <p:attrName>ppt_w</p:attrName>
                                        </p:attrNameLst>
                                      </p:cBhvr>
                                      <p:tavLst>
                                        <p:tav fmla="" tm="0">
                                          <p:val>
                                            <p:strVal val="0"/>
                                          </p:val>
                                        </p:tav>
                                        <p:tav fmla="" tm="100000">
                                          <p:val>
                                            <p:strVal val="#ppt_w"/>
                                          </p:val>
                                        </p:tav>
                                      </p:tavLst>
                                    </p:anim>
                                    <p:anim calcmode="lin" valueType="num">
                                      <p:cBhvr additive="base">
                                        <p:cTn dur="200"/>
                                        <p:tgtEl>
                                          <p:spTgt spid="2218"/>
                                        </p:tgtEl>
                                        <p:attrNameLst>
                                          <p:attrName>ppt_h</p:attrName>
                                        </p:attrNameLst>
                                      </p:cBhvr>
                                      <p:tavLst>
                                        <p:tav fmla="" tm="0">
                                          <p:val>
                                            <p:strVal val="0"/>
                                          </p:val>
                                        </p:tav>
                                        <p:tav fmla="" tm="100000">
                                          <p:val>
                                            <p:strVal val="#ppt_h"/>
                                          </p:val>
                                        </p:tav>
                                      </p:tavLst>
                                    </p:anim>
                                  </p:childTnLst>
                                </p:cTn>
                              </p:par>
                            </p:childTnLst>
                          </p:cTn>
                        </p:par>
                        <p:par>
                          <p:cTn fill="hold">
                            <p:stCondLst>
                              <p:cond delay="6400"/>
                            </p:stCondLst>
                            <p:childTnLst>
                              <p:par>
                                <p:cTn fill="hold" nodeType="afterEffect" presetClass="entr" presetID="23" presetSubtype="16">
                                  <p:stCondLst>
                                    <p:cond delay="0"/>
                                  </p:stCondLst>
                                  <p:childTnLst>
                                    <p:set>
                                      <p:cBhvr>
                                        <p:cTn dur="1" fill="hold">
                                          <p:stCondLst>
                                            <p:cond delay="0"/>
                                          </p:stCondLst>
                                        </p:cTn>
                                        <p:tgtEl>
                                          <p:spTgt spid="2216"/>
                                        </p:tgtEl>
                                        <p:attrNameLst>
                                          <p:attrName>style.visibility</p:attrName>
                                        </p:attrNameLst>
                                      </p:cBhvr>
                                      <p:to>
                                        <p:strVal val="visible"/>
                                      </p:to>
                                    </p:set>
                                    <p:anim calcmode="lin" valueType="num">
                                      <p:cBhvr additive="base">
                                        <p:cTn dur="200"/>
                                        <p:tgtEl>
                                          <p:spTgt spid="2216"/>
                                        </p:tgtEl>
                                        <p:attrNameLst>
                                          <p:attrName>ppt_w</p:attrName>
                                        </p:attrNameLst>
                                      </p:cBhvr>
                                      <p:tavLst>
                                        <p:tav fmla="" tm="0">
                                          <p:val>
                                            <p:strVal val="0"/>
                                          </p:val>
                                        </p:tav>
                                        <p:tav fmla="" tm="100000">
                                          <p:val>
                                            <p:strVal val="#ppt_w"/>
                                          </p:val>
                                        </p:tav>
                                      </p:tavLst>
                                    </p:anim>
                                    <p:anim calcmode="lin" valueType="num">
                                      <p:cBhvr additive="base">
                                        <p:cTn dur="200"/>
                                        <p:tgtEl>
                                          <p:spTgt spid="221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1"/>
                                        </p:tgtEl>
                                        <p:attrNameLst>
                                          <p:attrName>style.visibility</p:attrName>
                                        </p:attrNameLst>
                                      </p:cBhvr>
                                      <p:to>
                                        <p:strVal val="visible"/>
                                      </p:to>
                                    </p:set>
                                    <p:animEffect filter="fade" transition="in">
                                      <p:cBhvr>
                                        <p:cTn dur="1000"/>
                                        <p:tgtEl>
                                          <p:spTgt spid="2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6" name="Shape 2226"/>
        <p:cNvGrpSpPr/>
        <p:nvPr/>
      </p:nvGrpSpPr>
      <p:grpSpPr>
        <a:xfrm>
          <a:off x="0" y="0"/>
          <a:ext cx="0" cy="0"/>
          <a:chOff x="0" y="0"/>
          <a:chExt cx="0" cy="0"/>
        </a:xfrm>
      </p:grpSpPr>
      <p:sp>
        <p:nvSpPr>
          <p:cNvPr id="2227" name="Google Shape;2227;p66"/>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Learning </a:t>
            </a:r>
            <a:r>
              <a:rPr lang="en" sz="6100">
                <a:solidFill>
                  <a:schemeClr val="accent2"/>
                </a:solidFill>
                <a:latin typeface="Luckiest Guy"/>
                <a:ea typeface="Luckiest Guy"/>
                <a:cs typeface="Luckiest Guy"/>
                <a:sym typeface="Luckiest Guy"/>
              </a:rPr>
              <a:t>objective</a:t>
            </a:r>
            <a:endParaRPr sz="6100">
              <a:solidFill>
                <a:schemeClr val="accent2"/>
              </a:solidFill>
              <a:latin typeface="Luckiest Guy"/>
              <a:ea typeface="Luckiest Guy"/>
              <a:cs typeface="Luckiest Guy"/>
              <a:sym typeface="Luckiest Guy"/>
            </a:endParaRPr>
          </a:p>
        </p:txBody>
      </p:sp>
      <p:sp>
        <p:nvSpPr>
          <p:cNvPr id="2228" name="Google Shape;2228;p66"/>
          <p:cNvSpPr txBox="1"/>
          <p:nvPr>
            <p:ph idx="1" type="subTitle"/>
          </p:nvPr>
        </p:nvSpPr>
        <p:spPr>
          <a:xfrm>
            <a:off x="4904575" y="1939924"/>
            <a:ext cx="3526200" cy="16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WE ARE LEARNING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BUILD KNOWLEDGE AND MAKE SENSE OF RESILIENCE</a:t>
            </a:r>
            <a:endParaRPr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BUILD </a:t>
            </a:r>
            <a:r>
              <a:rPr lang="en" sz="1600">
                <a:latin typeface="Jost"/>
                <a:ea typeface="Jost"/>
                <a:cs typeface="Jost"/>
                <a:sym typeface="Jost"/>
              </a:rPr>
              <a:t>KNOWLEDGE</a:t>
            </a:r>
            <a:r>
              <a:rPr lang="en" sz="1600">
                <a:latin typeface="Jost"/>
                <a:ea typeface="Jost"/>
                <a:cs typeface="Jost"/>
                <a:sym typeface="Jost"/>
              </a:rPr>
              <a:t> OF FACTORS &amp; STRATEGIES THAT IMPACT RESILIENCE</a:t>
            </a:r>
            <a:endParaRPr sz="1600">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2" name="Shape 2232"/>
        <p:cNvGrpSpPr/>
        <p:nvPr/>
      </p:nvGrpSpPr>
      <p:grpSpPr>
        <a:xfrm>
          <a:off x="0" y="0"/>
          <a:ext cx="0" cy="0"/>
          <a:chOff x="0" y="0"/>
          <a:chExt cx="0" cy="0"/>
        </a:xfrm>
      </p:grpSpPr>
      <p:sp>
        <p:nvSpPr>
          <p:cNvPr id="2233" name="Google Shape;2233;p67"/>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SUCCESS </a:t>
            </a:r>
            <a:r>
              <a:rPr lang="en" sz="6100">
                <a:solidFill>
                  <a:schemeClr val="accent2"/>
                </a:solidFill>
                <a:latin typeface="Luckiest Guy"/>
                <a:ea typeface="Luckiest Guy"/>
                <a:cs typeface="Luckiest Guy"/>
                <a:sym typeface="Luckiest Guy"/>
              </a:rPr>
              <a:t>CRITERIA</a:t>
            </a:r>
            <a:endParaRPr sz="6100">
              <a:solidFill>
                <a:schemeClr val="accent2"/>
              </a:solidFill>
              <a:latin typeface="Luckiest Guy"/>
              <a:ea typeface="Luckiest Guy"/>
              <a:cs typeface="Luckiest Guy"/>
              <a:sym typeface="Luckiest Guy"/>
            </a:endParaRPr>
          </a:p>
        </p:txBody>
      </p:sp>
      <p:sp>
        <p:nvSpPr>
          <p:cNvPr id="2234" name="Google Shape;2234;p67"/>
          <p:cNvSpPr txBox="1"/>
          <p:nvPr>
            <p:ph idx="1" type="subTitle"/>
          </p:nvPr>
        </p:nvSpPr>
        <p:spPr>
          <a:xfrm>
            <a:off x="4904575" y="1939925"/>
            <a:ext cx="3526200" cy="24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BY THE END OF THE LESSON, I SHOULD BE ABLE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DEFINE RESILIENCE</a:t>
            </a:r>
            <a:endParaRPr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COMPARE AND CONTRAST RISK FACTORS VS PROTECTIVE FACTORS</a:t>
            </a:r>
            <a:endParaRPr sz="1600">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8" name="Shape 2238"/>
        <p:cNvGrpSpPr/>
        <p:nvPr/>
      </p:nvGrpSpPr>
      <p:grpSpPr>
        <a:xfrm>
          <a:off x="0" y="0"/>
          <a:ext cx="0" cy="0"/>
          <a:chOff x="0" y="0"/>
          <a:chExt cx="0" cy="0"/>
        </a:xfrm>
      </p:grpSpPr>
      <p:sp>
        <p:nvSpPr>
          <p:cNvPr id="2239" name="Google Shape;2239;p68"/>
          <p:cNvSpPr txBox="1"/>
          <p:nvPr>
            <p:ph type="ctrTitle"/>
          </p:nvPr>
        </p:nvSpPr>
        <p:spPr>
          <a:xfrm flipH="1">
            <a:off x="770700" y="468450"/>
            <a:ext cx="49260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GROUP TASK - RESILIENCE</a:t>
            </a:r>
            <a:endParaRPr sz="3200">
              <a:solidFill>
                <a:srgbClr val="212121"/>
              </a:solidFill>
              <a:latin typeface="Luckiest Guy"/>
              <a:ea typeface="Luckiest Guy"/>
              <a:cs typeface="Luckiest Guy"/>
              <a:sym typeface="Luckiest Guy"/>
            </a:endParaRPr>
          </a:p>
        </p:txBody>
      </p:sp>
      <p:sp>
        <p:nvSpPr>
          <p:cNvPr id="2240" name="Google Shape;2240;p68"/>
          <p:cNvSpPr txBox="1"/>
          <p:nvPr>
            <p:ph idx="1" type="subTitle"/>
          </p:nvPr>
        </p:nvSpPr>
        <p:spPr>
          <a:xfrm>
            <a:off x="770700" y="1368575"/>
            <a:ext cx="4926000" cy="31806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Organise yourselves to get into groups of 4</a:t>
            </a:r>
            <a:endParaRPr sz="1800">
              <a:solidFill>
                <a:srgbClr val="212121"/>
              </a:solidFill>
              <a:latin typeface="Jost"/>
              <a:ea typeface="Jost"/>
              <a:cs typeface="Jost"/>
              <a:sym typeface="Jost"/>
            </a:endParaRPr>
          </a:p>
          <a:p>
            <a:pPr indent="-342900" lvl="0" marL="457200" rtl="0" algn="l">
              <a:spcBef>
                <a:spcPts val="60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Collect a </a:t>
            </a:r>
            <a:r>
              <a:rPr b="1" lang="en" sz="1800">
                <a:solidFill>
                  <a:srgbClr val="212121"/>
                </a:solidFill>
                <a:latin typeface="Jost"/>
                <a:ea typeface="Jost"/>
                <a:cs typeface="Jost"/>
                <a:sym typeface="Jost"/>
              </a:rPr>
              <a:t>RESILIENCE</a:t>
            </a:r>
            <a:r>
              <a:rPr b="1" lang="en" sz="1800">
                <a:solidFill>
                  <a:srgbClr val="212121"/>
                </a:solidFill>
                <a:latin typeface="Jost"/>
                <a:ea typeface="Jost"/>
                <a:cs typeface="Jost"/>
                <a:sym typeface="Jost"/>
              </a:rPr>
              <a:t> </a:t>
            </a:r>
            <a:r>
              <a:rPr lang="en" sz="1800">
                <a:solidFill>
                  <a:srgbClr val="212121"/>
                </a:solidFill>
                <a:latin typeface="Jost"/>
                <a:ea typeface="Jost"/>
                <a:cs typeface="Jost"/>
                <a:sym typeface="Jost"/>
              </a:rPr>
              <a:t>brain dump worksheet</a:t>
            </a:r>
            <a:endParaRPr sz="1800">
              <a:solidFill>
                <a:srgbClr val="212121"/>
              </a:solidFill>
              <a:latin typeface="Jost"/>
              <a:ea typeface="Jost"/>
              <a:cs typeface="Jost"/>
              <a:sym typeface="Jost"/>
            </a:endParaRPr>
          </a:p>
          <a:p>
            <a:pPr indent="-342900" lvl="0" marL="457200" rtl="0" algn="l">
              <a:spcBef>
                <a:spcPts val="60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As a group write down all the things you think</a:t>
            </a:r>
            <a:r>
              <a:rPr b="1" lang="en" sz="1800">
                <a:solidFill>
                  <a:srgbClr val="212121"/>
                </a:solidFill>
                <a:latin typeface="Jost"/>
                <a:ea typeface="Jost"/>
                <a:cs typeface="Jost"/>
                <a:sym typeface="Jost"/>
              </a:rPr>
              <a:t> </a:t>
            </a:r>
            <a:r>
              <a:rPr b="1" lang="en" sz="1800">
                <a:solidFill>
                  <a:srgbClr val="212121"/>
                </a:solidFill>
                <a:latin typeface="Jost"/>
                <a:ea typeface="Jost"/>
                <a:cs typeface="Jost"/>
                <a:sym typeface="Jost"/>
              </a:rPr>
              <a:t>RESILIENCE</a:t>
            </a:r>
            <a:r>
              <a:rPr lang="en" sz="1800">
                <a:solidFill>
                  <a:srgbClr val="212121"/>
                </a:solidFill>
                <a:latin typeface="Jost"/>
                <a:ea typeface="Jost"/>
                <a:cs typeface="Jost"/>
                <a:sym typeface="Jost"/>
              </a:rPr>
              <a:t> -</a:t>
            </a:r>
            <a:endParaRPr sz="1800">
              <a:solidFill>
                <a:srgbClr val="212121"/>
              </a:solidFill>
              <a:latin typeface="Jost"/>
              <a:ea typeface="Jost"/>
              <a:cs typeface="Jost"/>
              <a:sym typeface="Jost"/>
            </a:endParaRPr>
          </a:p>
          <a:p>
            <a:pPr indent="0" lvl="0" marL="457200" rtl="0" algn="l">
              <a:spcBef>
                <a:spcPts val="600"/>
              </a:spcBef>
              <a:spcAft>
                <a:spcPts val="600"/>
              </a:spcAft>
              <a:buNone/>
            </a:pPr>
            <a:r>
              <a:rPr lang="en" sz="1800">
                <a:solidFill>
                  <a:srgbClr val="212121"/>
                </a:solidFill>
                <a:latin typeface="Jost"/>
                <a:ea typeface="Jost"/>
                <a:cs typeface="Jost"/>
                <a:sym typeface="Jost"/>
              </a:rPr>
              <a:t> </a:t>
            </a:r>
            <a:r>
              <a:rPr lang="en" sz="1800">
                <a:solidFill>
                  <a:srgbClr val="212121"/>
                </a:solidFill>
                <a:highlight>
                  <a:srgbClr val="00FFFF"/>
                </a:highlight>
                <a:latin typeface="Jost"/>
                <a:ea typeface="Jost"/>
                <a:cs typeface="Jost"/>
                <a:sym typeface="Jost"/>
              </a:rPr>
              <a:t>looks</a:t>
            </a:r>
            <a:r>
              <a:rPr lang="en" sz="1800">
                <a:solidFill>
                  <a:srgbClr val="212121"/>
                </a:solidFill>
                <a:latin typeface="Jost"/>
                <a:ea typeface="Jost"/>
                <a:cs typeface="Jost"/>
                <a:sym typeface="Jost"/>
              </a:rPr>
              <a:t>, </a:t>
            </a:r>
            <a:r>
              <a:rPr lang="en" sz="1800">
                <a:solidFill>
                  <a:srgbClr val="212121"/>
                </a:solidFill>
                <a:highlight>
                  <a:srgbClr val="00FFFF"/>
                </a:highlight>
                <a:latin typeface="Jost"/>
                <a:ea typeface="Jost"/>
                <a:cs typeface="Jost"/>
                <a:sym typeface="Jost"/>
              </a:rPr>
              <a:t>sounds </a:t>
            </a:r>
            <a:r>
              <a:rPr lang="en" sz="1800">
                <a:solidFill>
                  <a:srgbClr val="212121"/>
                </a:solidFill>
                <a:latin typeface="Jost"/>
                <a:ea typeface="Jost"/>
                <a:cs typeface="Jost"/>
                <a:sym typeface="Jost"/>
              </a:rPr>
              <a:t>and </a:t>
            </a:r>
            <a:r>
              <a:rPr lang="en" sz="1800">
                <a:solidFill>
                  <a:srgbClr val="212121"/>
                </a:solidFill>
                <a:highlight>
                  <a:srgbClr val="00FFFF"/>
                </a:highlight>
                <a:latin typeface="Jost"/>
                <a:ea typeface="Jost"/>
                <a:cs typeface="Jost"/>
                <a:sym typeface="Jost"/>
              </a:rPr>
              <a:t>feels </a:t>
            </a:r>
            <a:r>
              <a:rPr lang="en" sz="1800">
                <a:solidFill>
                  <a:srgbClr val="212121"/>
                </a:solidFill>
                <a:latin typeface="Jost"/>
                <a:ea typeface="Jost"/>
                <a:cs typeface="Jost"/>
                <a:sym typeface="Jost"/>
              </a:rPr>
              <a:t>like</a:t>
            </a:r>
            <a:endParaRPr sz="1800">
              <a:solidFill>
                <a:srgbClr val="212121"/>
              </a:solidFill>
              <a:latin typeface="Jost"/>
              <a:ea typeface="Jost"/>
              <a:cs typeface="Jost"/>
              <a:sym typeface="Jost"/>
            </a:endParaRPr>
          </a:p>
        </p:txBody>
      </p:sp>
      <p:pic>
        <p:nvPicPr>
          <p:cNvPr id="2241" name="Google Shape;2241;p68"/>
          <p:cNvPicPr preferRelativeResize="0"/>
          <p:nvPr/>
        </p:nvPicPr>
        <p:blipFill rotWithShape="1">
          <a:blip r:embed="rId3">
            <a:alphaModFix/>
          </a:blip>
          <a:srcRect b="0" l="0" r="2847" t="4871"/>
          <a:stretch/>
        </p:blipFill>
        <p:spPr>
          <a:xfrm>
            <a:off x="5875025" y="1106425"/>
            <a:ext cx="2441450" cy="272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5" name="Shape 2245"/>
        <p:cNvGrpSpPr/>
        <p:nvPr/>
      </p:nvGrpSpPr>
      <p:grpSpPr>
        <a:xfrm>
          <a:off x="0" y="0"/>
          <a:ext cx="0" cy="0"/>
          <a:chOff x="0" y="0"/>
          <a:chExt cx="0" cy="0"/>
        </a:xfrm>
      </p:grpSpPr>
      <p:sp>
        <p:nvSpPr>
          <p:cNvPr id="2246" name="Google Shape;2246;p69"/>
          <p:cNvSpPr txBox="1"/>
          <p:nvPr>
            <p:ph type="ctrTitle"/>
          </p:nvPr>
        </p:nvSpPr>
        <p:spPr>
          <a:xfrm flipH="1">
            <a:off x="770700" y="468450"/>
            <a:ext cx="49260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Definition - resilience</a:t>
            </a:r>
            <a:endParaRPr sz="3200">
              <a:solidFill>
                <a:srgbClr val="212121"/>
              </a:solidFill>
              <a:latin typeface="Luckiest Guy"/>
              <a:ea typeface="Luckiest Guy"/>
              <a:cs typeface="Luckiest Guy"/>
              <a:sym typeface="Luckiest Guy"/>
            </a:endParaRPr>
          </a:p>
        </p:txBody>
      </p:sp>
      <p:sp>
        <p:nvSpPr>
          <p:cNvPr id="2247" name="Google Shape;2247;p69"/>
          <p:cNvSpPr txBox="1"/>
          <p:nvPr>
            <p:ph idx="1" type="subTitle"/>
          </p:nvPr>
        </p:nvSpPr>
        <p:spPr>
          <a:xfrm>
            <a:off x="770700" y="1368575"/>
            <a:ext cx="4336200" cy="291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12121"/>
                </a:solidFill>
                <a:latin typeface="Jost"/>
                <a:ea typeface="Jost"/>
                <a:cs typeface="Jost"/>
                <a:sym typeface="Jost"/>
              </a:rPr>
              <a:t>Resilience is “the process of adapting well in the face of adversity, trauma, tragedy, threats or even significant sources of stress - such as family and relationship problems, serious health problems or workplace and financial stressors. It means ‘bouncing back’ from difficult experiences.” </a:t>
            </a:r>
            <a:endParaRPr sz="2000">
              <a:solidFill>
                <a:srgbClr val="212121"/>
              </a:solidFill>
              <a:latin typeface="Jost"/>
              <a:ea typeface="Jost"/>
              <a:cs typeface="Jost"/>
              <a:sym typeface="Jost"/>
            </a:endParaRPr>
          </a:p>
        </p:txBody>
      </p:sp>
      <p:pic>
        <p:nvPicPr>
          <p:cNvPr id="2248" name="Google Shape;2248;p69"/>
          <p:cNvPicPr preferRelativeResize="0"/>
          <p:nvPr/>
        </p:nvPicPr>
        <p:blipFill>
          <a:blip r:embed="rId3">
            <a:alphaModFix/>
          </a:blip>
          <a:stretch>
            <a:fillRect/>
          </a:stretch>
        </p:blipFill>
        <p:spPr>
          <a:xfrm>
            <a:off x="6242325" y="1046250"/>
            <a:ext cx="1908025" cy="1908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2" name="Shape 2252"/>
        <p:cNvGrpSpPr/>
        <p:nvPr/>
      </p:nvGrpSpPr>
      <p:grpSpPr>
        <a:xfrm>
          <a:off x="0" y="0"/>
          <a:ext cx="0" cy="0"/>
          <a:chOff x="0" y="0"/>
          <a:chExt cx="0" cy="0"/>
        </a:xfrm>
      </p:grpSpPr>
      <p:sp>
        <p:nvSpPr>
          <p:cNvPr id="2253" name="Google Shape;2253;p70"/>
          <p:cNvSpPr txBox="1"/>
          <p:nvPr>
            <p:ph type="ctrTitle"/>
          </p:nvPr>
        </p:nvSpPr>
        <p:spPr>
          <a:xfrm flipH="1">
            <a:off x="770700" y="468450"/>
            <a:ext cx="49260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Barriers to resilience</a:t>
            </a:r>
            <a:endParaRPr sz="3200">
              <a:solidFill>
                <a:srgbClr val="212121"/>
              </a:solidFill>
              <a:latin typeface="Luckiest Guy"/>
              <a:ea typeface="Luckiest Guy"/>
              <a:cs typeface="Luckiest Guy"/>
              <a:sym typeface="Luckiest Guy"/>
            </a:endParaRPr>
          </a:p>
        </p:txBody>
      </p:sp>
      <p:sp>
        <p:nvSpPr>
          <p:cNvPr id="2254" name="Google Shape;2254;p70"/>
          <p:cNvSpPr txBox="1"/>
          <p:nvPr>
            <p:ph idx="4294967295" type="subTitle"/>
          </p:nvPr>
        </p:nvSpPr>
        <p:spPr>
          <a:xfrm>
            <a:off x="6056725" y="1829550"/>
            <a:ext cx="2272200" cy="741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latin typeface="Jost"/>
                <a:ea typeface="Jost"/>
                <a:cs typeface="Jost"/>
                <a:sym typeface="Jost"/>
              </a:rPr>
              <a:t>No room for positive thoughts makes it harder to find solutions</a:t>
            </a:r>
            <a:endParaRPr>
              <a:latin typeface="Jost"/>
              <a:ea typeface="Jost"/>
              <a:cs typeface="Jost"/>
              <a:sym typeface="Jost"/>
            </a:endParaRPr>
          </a:p>
        </p:txBody>
      </p:sp>
      <p:sp>
        <p:nvSpPr>
          <p:cNvPr id="2255" name="Google Shape;2255;p70"/>
          <p:cNvSpPr txBox="1"/>
          <p:nvPr>
            <p:ph idx="4294967295" type="subTitle"/>
          </p:nvPr>
        </p:nvSpPr>
        <p:spPr>
          <a:xfrm>
            <a:off x="5971525" y="3415350"/>
            <a:ext cx="2357400" cy="1093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latin typeface="Jost"/>
                <a:ea typeface="Jost"/>
                <a:cs typeface="Jost"/>
                <a:sym typeface="Jost"/>
              </a:rPr>
              <a:t>Relying on harmful actions (i.e alcohol, ignoring the problem etc) can temporarily make us feel better, but doesn’t actually solve or help the problem in the long run</a:t>
            </a:r>
            <a:endParaRPr sz="1200">
              <a:latin typeface="Jost"/>
              <a:ea typeface="Jost"/>
              <a:cs typeface="Jost"/>
              <a:sym typeface="Jost"/>
            </a:endParaRPr>
          </a:p>
        </p:txBody>
      </p:sp>
      <p:sp>
        <p:nvSpPr>
          <p:cNvPr id="2256" name="Google Shape;2256;p70"/>
          <p:cNvSpPr txBox="1"/>
          <p:nvPr>
            <p:ph idx="4294967295" type="title"/>
          </p:nvPr>
        </p:nvSpPr>
        <p:spPr>
          <a:xfrm>
            <a:off x="6056725" y="1310550"/>
            <a:ext cx="1986000" cy="67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12121"/>
                </a:solidFill>
                <a:latin typeface="Luckiest Guy"/>
                <a:ea typeface="Luckiest Guy"/>
                <a:cs typeface="Luckiest Guy"/>
                <a:sym typeface="Luckiest Guy"/>
              </a:rPr>
              <a:t>Focusing on the negative</a:t>
            </a:r>
            <a:endParaRPr sz="1700">
              <a:solidFill>
                <a:srgbClr val="212121"/>
              </a:solidFill>
              <a:latin typeface="Luckiest Guy"/>
              <a:ea typeface="Luckiest Guy"/>
              <a:cs typeface="Luckiest Guy"/>
              <a:sym typeface="Luckiest Guy"/>
            </a:endParaRPr>
          </a:p>
        </p:txBody>
      </p:sp>
      <p:sp>
        <p:nvSpPr>
          <p:cNvPr id="2257" name="Google Shape;2257;p70"/>
          <p:cNvSpPr txBox="1"/>
          <p:nvPr>
            <p:ph idx="4294967295" type="title"/>
          </p:nvPr>
        </p:nvSpPr>
        <p:spPr>
          <a:xfrm>
            <a:off x="6056725" y="2995050"/>
            <a:ext cx="198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12121"/>
                </a:solidFill>
                <a:latin typeface="Luckiest Guy"/>
                <a:ea typeface="Luckiest Guy"/>
                <a:cs typeface="Luckiest Guy"/>
                <a:sym typeface="Luckiest Guy"/>
              </a:rPr>
              <a:t>Harmful coping strategies</a:t>
            </a:r>
            <a:endParaRPr sz="1700">
              <a:solidFill>
                <a:srgbClr val="212121"/>
              </a:solidFill>
              <a:latin typeface="Luckiest Guy"/>
              <a:ea typeface="Luckiest Guy"/>
              <a:cs typeface="Luckiest Guy"/>
              <a:sym typeface="Luckiest Guy"/>
            </a:endParaRPr>
          </a:p>
        </p:txBody>
      </p:sp>
      <p:sp>
        <p:nvSpPr>
          <p:cNvPr id="2258" name="Google Shape;2258;p70"/>
          <p:cNvSpPr txBox="1"/>
          <p:nvPr>
            <p:ph idx="4294967295" type="title"/>
          </p:nvPr>
        </p:nvSpPr>
        <p:spPr>
          <a:xfrm>
            <a:off x="1024975" y="1378050"/>
            <a:ext cx="1986000" cy="52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12121"/>
                </a:solidFill>
                <a:latin typeface="Luckiest Guy"/>
                <a:ea typeface="Luckiest Guy"/>
                <a:cs typeface="Luckiest Guy"/>
                <a:sym typeface="Luckiest Guy"/>
              </a:rPr>
              <a:t>Being alone</a:t>
            </a:r>
            <a:endParaRPr sz="1700">
              <a:solidFill>
                <a:srgbClr val="212121"/>
              </a:solidFill>
              <a:latin typeface="Luckiest Guy"/>
              <a:ea typeface="Luckiest Guy"/>
              <a:cs typeface="Luckiest Guy"/>
              <a:sym typeface="Luckiest Guy"/>
            </a:endParaRPr>
          </a:p>
        </p:txBody>
      </p:sp>
      <p:sp>
        <p:nvSpPr>
          <p:cNvPr id="2259" name="Google Shape;2259;p70"/>
          <p:cNvSpPr txBox="1"/>
          <p:nvPr>
            <p:ph idx="4294967295" type="subTitle"/>
          </p:nvPr>
        </p:nvSpPr>
        <p:spPr>
          <a:xfrm>
            <a:off x="872575" y="1677150"/>
            <a:ext cx="1986000" cy="527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latin typeface="Jost"/>
                <a:ea typeface="Jost"/>
                <a:cs typeface="Jost"/>
                <a:sym typeface="Jost"/>
              </a:rPr>
              <a:t>Don’t have anyone to lean on or support us </a:t>
            </a:r>
            <a:endParaRPr>
              <a:latin typeface="Jost"/>
              <a:ea typeface="Jost"/>
              <a:cs typeface="Jost"/>
              <a:sym typeface="Jost"/>
            </a:endParaRPr>
          </a:p>
        </p:txBody>
      </p:sp>
      <p:sp>
        <p:nvSpPr>
          <p:cNvPr id="2260" name="Google Shape;2260;p70"/>
          <p:cNvSpPr txBox="1"/>
          <p:nvPr>
            <p:ph idx="4294967295" type="title"/>
          </p:nvPr>
        </p:nvSpPr>
        <p:spPr>
          <a:xfrm>
            <a:off x="3502748" y="1378050"/>
            <a:ext cx="1986000" cy="52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12121"/>
                </a:solidFill>
                <a:latin typeface="Luckiest Guy"/>
                <a:ea typeface="Luckiest Guy"/>
                <a:cs typeface="Luckiest Guy"/>
                <a:sym typeface="Luckiest Guy"/>
              </a:rPr>
              <a:t>Not taking care of our bodies</a:t>
            </a:r>
            <a:endParaRPr sz="1700">
              <a:solidFill>
                <a:srgbClr val="212121"/>
              </a:solidFill>
              <a:latin typeface="Luckiest Guy"/>
              <a:ea typeface="Luckiest Guy"/>
              <a:cs typeface="Luckiest Guy"/>
              <a:sym typeface="Luckiest Guy"/>
            </a:endParaRPr>
          </a:p>
        </p:txBody>
      </p:sp>
      <p:sp>
        <p:nvSpPr>
          <p:cNvPr id="2261" name="Google Shape;2261;p70"/>
          <p:cNvSpPr txBox="1"/>
          <p:nvPr>
            <p:ph idx="4294967295" type="subTitle"/>
          </p:nvPr>
        </p:nvSpPr>
        <p:spPr>
          <a:xfrm>
            <a:off x="3426600" y="1905750"/>
            <a:ext cx="2158800" cy="741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300">
                <a:latin typeface="Jost"/>
                <a:ea typeface="Jost"/>
                <a:cs typeface="Jost"/>
                <a:sym typeface="Jost"/>
              </a:rPr>
              <a:t>Adds physical stress to our bodies, can affect how we see and respect ourselves</a:t>
            </a:r>
            <a:endParaRPr sz="1300">
              <a:latin typeface="Jost"/>
              <a:ea typeface="Jost"/>
              <a:cs typeface="Jost"/>
              <a:sym typeface="Jost"/>
            </a:endParaRPr>
          </a:p>
        </p:txBody>
      </p:sp>
      <p:sp>
        <p:nvSpPr>
          <p:cNvPr id="2262" name="Google Shape;2262;p70"/>
          <p:cNvSpPr txBox="1"/>
          <p:nvPr>
            <p:ph idx="4294967295" type="title"/>
          </p:nvPr>
        </p:nvSpPr>
        <p:spPr>
          <a:xfrm>
            <a:off x="948775" y="2896350"/>
            <a:ext cx="1986000" cy="67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12121"/>
                </a:solidFill>
                <a:latin typeface="Luckiest Guy"/>
                <a:ea typeface="Luckiest Guy"/>
                <a:cs typeface="Luckiest Guy"/>
                <a:sym typeface="Luckiest Guy"/>
              </a:rPr>
              <a:t>Holding onto your feelings</a:t>
            </a:r>
            <a:endParaRPr sz="1700">
              <a:solidFill>
                <a:srgbClr val="212121"/>
              </a:solidFill>
              <a:latin typeface="Luckiest Guy"/>
              <a:ea typeface="Luckiest Guy"/>
              <a:cs typeface="Luckiest Guy"/>
              <a:sym typeface="Luckiest Guy"/>
            </a:endParaRPr>
          </a:p>
        </p:txBody>
      </p:sp>
      <p:sp>
        <p:nvSpPr>
          <p:cNvPr id="2263" name="Google Shape;2263;p70"/>
          <p:cNvSpPr txBox="1"/>
          <p:nvPr>
            <p:ph idx="4294967295" type="subTitle"/>
          </p:nvPr>
        </p:nvSpPr>
        <p:spPr>
          <a:xfrm>
            <a:off x="948775" y="3339150"/>
            <a:ext cx="1986000" cy="741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300">
                <a:latin typeface="Jost"/>
                <a:ea typeface="Jost"/>
                <a:cs typeface="Jost"/>
                <a:sym typeface="Jost"/>
              </a:rPr>
              <a:t>Negative feelings can fester and grow, making it harder to see any positives</a:t>
            </a:r>
            <a:endParaRPr sz="1300">
              <a:latin typeface="Jost"/>
              <a:ea typeface="Jost"/>
              <a:cs typeface="Jost"/>
              <a:sym typeface="Jost"/>
            </a:endParaRPr>
          </a:p>
        </p:txBody>
      </p:sp>
      <p:sp>
        <p:nvSpPr>
          <p:cNvPr id="2264" name="Google Shape;2264;p70"/>
          <p:cNvSpPr txBox="1"/>
          <p:nvPr>
            <p:ph idx="4294967295" type="title"/>
          </p:nvPr>
        </p:nvSpPr>
        <p:spPr>
          <a:xfrm>
            <a:off x="3502748" y="2963850"/>
            <a:ext cx="1986000" cy="52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12121"/>
                </a:solidFill>
                <a:latin typeface="Luckiest Guy"/>
                <a:ea typeface="Luckiest Guy"/>
                <a:cs typeface="Luckiest Guy"/>
                <a:sym typeface="Luckiest Guy"/>
              </a:rPr>
              <a:t>Losing hope</a:t>
            </a:r>
            <a:endParaRPr sz="1700">
              <a:solidFill>
                <a:srgbClr val="212121"/>
              </a:solidFill>
              <a:latin typeface="Luckiest Guy"/>
              <a:ea typeface="Luckiest Guy"/>
              <a:cs typeface="Luckiest Guy"/>
              <a:sym typeface="Luckiest Guy"/>
            </a:endParaRPr>
          </a:p>
        </p:txBody>
      </p:sp>
      <p:sp>
        <p:nvSpPr>
          <p:cNvPr id="2265" name="Google Shape;2265;p70"/>
          <p:cNvSpPr txBox="1"/>
          <p:nvPr>
            <p:ph idx="4294967295" type="subTitle"/>
          </p:nvPr>
        </p:nvSpPr>
        <p:spPr>
          <a:xfrm>
            <a:off x="3426548" y="3262950"/>
            <a:ext cx="1986000" cy="484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latin typeface="Jost"/>
                <a:ea typeface="Jost"/>
                <a:cs typeface="Jost"/>
                <a:sym typeface="Jost"/>
              </a:rPr>
              <a:t>Makes it hard for us to see how things can ever get better</a:t>
            </a:r>
            <a:endParaRPr>
              <a:latin typeface="Jost"/>
              <a:ea typeface="Jost"/>
              <a:cs typeface="Jost"/>
              <a:sym typeface="Jos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9" name="Shape 2269"/>
        <p:cNvGrpSpPr/>
        <p:nvPr/>
      </p:nvGrpSpPr>
      <p:grpSpPr>
        <a:xfrm>
          <a:off x="0" y="0"/>
          <a:ext cx="0" cy="0"/>
          <a:chOff x="0" y="0"/>
          <a:chExt cx="0" cy="0"/>
        </a:xfrm>
      </p:grpSpPr>
      <p:sp>
        <p:nvSpPr>
          <p:cNvPr id="2270" name="Google Shape;2270;p71"/>
          <p:cNvSpPr txBox="1"/>
          <p:nvPr>
            <p:ph type="ctrTitle"/>
          </p:nvPr>
        </p:nvSpPr>
        <p:spPr>
          <a:xfrm flipH="1">
            <a:off x="770725" y="468450"/>
            <a:ext cx="60507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Actions that build resilience</a:t>
            </a:r>
            <a:endParaRPr sz="3200">
              <a:solidFill>
                <a:srgbClr val="212121"/>
              </a:solidFill>
              <a:latin typeface="Luckiest Guy"/>
              <a:ea typeface="Luckiest Guy"/>
              <a:cs typeface="Luckiest Guy"/>
              <a:sym typeface="Luckiest Guy"/>
            </a:endParaRPr>
          </a:p>
        </p:txBody>
      </p:sp>
      <p:sp>
        <p:nvSpPr>
          <p:cNvPr id="2271" name="Google Shape;2271;p71"/>
          <p:cNvSpPr txBox="1"/>
          <p:nvPr/>
        </p:nvSpPr>
        <p:spPr>
          <a:xfrm>
            <a:off x="5659900" y="3860200"/>
            <a:ext cx="31755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Reminds us there are things we can’t change, and to focus on the things we can change</a:t>
            </a:r>
            <a:endParaRPr sz="1200">
              <a:solidFill>
                <a:srgbClr val="212121"/>
              </a:solidFill>
              <a:latin typeface="Jost"/>
              <a:ea typeface="Jost"/>
              <a:cs typeface="Jost"/>
              <a:sym typeface="Jost"/>
            </a:endParaRPr>
          </a:p>
        </p:txBody>
      </p:sp>
      <p:sp>
        <p:nvSpPr>
          <p:cNvPr id="2272" name="Google Shape;2272;p71"/>
          <p:cNvSpPr txBox="1"/>
          <p:nvPr/>
        </p:nvSpPr>
        <p:spPr>
          <a:xfrm>
            <a:off x="5149450" y="3253475"/>
            <a:ext cx="40368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Helps us to know we can make changes, and focus on what we really want instead of what we might be lacking</a:t>
            </a:r>
            <a:endParaRPr sz="1200">
              <a:solidFill>
                <a:srgbClr val="212121"/>
              </a:solidFill>
              <a:latin typeface="Jost"/>
              <a:ea typeface="Jost"/>
              <a:cs typeface="Jost"/>
              <a:sym typeface="Jost"/>
            </a:endParaRPr>
          </a:p>
        </p:txBody>
      </p:sp>
      <p:sp>
        <p:nvSpPr>
          <p:cNvPr id="2273" name="Google Shape;2273;p71"/>
          <p:cNvSpPr txBox="1"/>
          <p:nvPr/>
        </p:nvSpPr>
        <p:spPr>
          <a:xfrm>
            <a:off x="4638975" y="2646725"/>
            <a:ext cx="43368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It feels good to help others which helps give us a sense of purpose, it shows us we are not the only ones who need help and that there are people who want to help us </a:t>
            </a:r>
            <a:endParaRPr sz="1200">
              <a:solidFill>
                <a:srgbClr val="212121"/>
              </a:solidFill>
              <a:latin typeface="Jost"/>
              <a:ea typeface="Jost"/>
              <a:cs typeface="Jost"/>
              <a:sym typeface="Jost"/>
            </a:endParaRPr>
          </a:p>
        </p:txBody>
      </p:sp>
      <p:sp>
        <p:nvSpPr>
          <p:cNvPr id="2274" name="Google Shape;2274;p71"/>
          <p:cNvSpPr txBox="1"/>
          <p:nvPr/>
        </p:nvSpPr>
        <p:spPr>
          <a:xfrm>
            <a:off x="4128550" y="2039975"/>
            <a:ext cx="43368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Helps us to cope with the physical </a:t>
            </a:r>
            <a:r>
              <a:rPr lang="en" sz="1200">
                <a:solidFill>
                  <a:srgbClr val="212121"/>
                </a:solidFill>
                <a:latin typeface="Jost"/>
                <a:ea typeface="Jost"/>
                <a:cs typeface="Jost"/>
                <a:sym typeface="Jost"/>
              </a:rPr>
              <a:t>effects</a:t>
            </a:r>
            <a:r>
              <a:rPr lang="en" sz="1200">
                <a:solidFill>
                  <a:srgbClr val="212121"/>
                </a:solidFill>
                <a:latin typeface="Jost"/>
                <a:ea typeface="Jost"/>
                <a:cs typeface="Jost"/>
                <a:sym typeface="Jost"/>
              </a:rPr>
              <a:t> of stress, shows us small parts of our life that we can control</a:t>
            </a:r>
            <a:endParaRPr sz="1200">
              <a:solidFill>
                <a:srgbClr val="212121"/>
              </a:solidFill>
              <a:latin typeface="Jost"/>
              <a:ea typeface="Jost"/>
              <a:cs typeface="Jost"/>
              <a:sym typeface="Jost"/>
            </a:endParaRPr>
          </a:p>
        </p:txBody>
      </p:sp>
      <p:sp>
        <p:nvSpPr>
          <p:cNvPr id="2275" name="Google Shape;2275;p71"/>
          <p:cNvSpPr txBox="1"/>
          <p:nvPr/>
        </p:nvSpPr>
        <p:spPr>
          <a:xfrm>
            <a:off x="3618225" y="1433250"/>
            <a:ext cx="37269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Reminds us we are not alone, getting support from others helps us feel validated</a:t>
            </a:r>
            <a:endParaRPr sz="1200">
              <a:solidFill>
                <a:srgbClr val="212121"/>
              </a:solidFill>
              <a:latin typeface="Jost"/>
              <a:ea typeface="Jost"/>
              <a:cs typeface="Jost"/>
              <a:sym typeface="Jost"/>
            </a:endParaRPr>
          </a:p>
        </p:txBody>
      </p:sp>
      <p:sp>
        <p:nvSpPr>
          <p:cNvPr id="2276" name="Google Shape;2276;p71"/>
          <p:cNvSpPr/>
          <p:nvPr/>
        </p:nvSpPr>
        <p:spPr>
          <a:xfrm>
            <a:off x="855788" y="1433250"/>
            <a:ext cx="2088300" cy="448200"/>
          </a:xfrm>
          <a:prstGeom prst="roundRect">
            <a:avLst>
              <a:gd fmla="val 16667" name="adj"/>
            </a:avLst>
          </a:prstGeom>
          <a:solidFill>
            <a:srgbClr val="00A6A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212121"/>
                </a:solidFill>
                <a:latin typeface="Luckiest Guy"/>
                <a:ea typeface="Luckiest Guy"/>
                <a:cs typeface="Luckiest Guy"/>
                <a:sym typeface="Luckiest Guy"/>
              </a:rPr>
              <a:t>Strong, positive relationships</a:t>
            </a:r>
            <a:endParaRPr sz="1300">
              <a:solidFill>
                <a:srgbClr val="212121"/>
              </a:solidFill>
              <a:latin typeface="Luckiest Guy"/>
              <a:ea typeface="Luckiest Guy"/>
              <a:cs typeface="Luckiest Guy"/>
              <a:sym typeface="Luckiest Guy"/>
            </a:endParaRPr>
          </a:p>
        </p:txBody>
      </p:sp>
      <p:sp>
        <p:nvSpPr>
          <p:cNvPr id="2277" name="Google Shape;2277;p71"/>
          <p:cNvSpPr/>
          <p:nvPr/>
        </p:nvSpPr>
        <p:spPr>
          <a:xfrm>
            <a:off x="1366243" y="2039987"/>
            <a:ext cx="2088300" cy="448200"/>
          </a:xfrm>
          <a:prstGeom prst="roundRect">
            <a:avLst>
              <a:gd fmla="val 16667" name="adj"/>
            </a:avLst>
          </a:prstGeom>
          <a:solidFill>
            <a:srgbClr val="F5413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212121"/>
                </a:solidFill>
                <a:latin typeface="Luckiest Guy"/>
                <a:ea typeface="Luckiest Guy"/>
                <a:cs typeface="Luckiest Guy"/>
                <a:sym typeface="Luckiest Guy"/>
              </a:rPr>
              <a:t>Taking care of your body</a:t>
            </a:r>
            <a:endParaRPr sz="1300">
              <a:solidFill>
                <a:srgbClr val="212121"/>
              </a:solidFill>
              <a:latin typeface="Luckiest Guy"/>
              <a:ea typeface="Luckiest Guy"/>
              <a:cs typeface="Luckiest Guy"/>
              <a:sym typeface="Luckiest Guy"/>
            </a:endParaRPr>
          </a:p>
        </p:txBody>
      </p:sp>
      <p:sp>
        <p:nvSpPr>
          <p:cNvPr id="2278" name="Google Shape;2278;p71"/>
          <p:cNvSpPr/>
          <p:nvPr/>
        </p:nvSpPr>
        <p:spPr>
          <a:xfrm>
            <a:off x="1876699" y="2646723"/>
            <a:ext cx="2088300" cy="4482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212121"/>
                </a:solidFill>
                <a:latin typeface="Luckiest Guy"/>
                <a:ea typeface="Luckiest Guy"/>
                <a:cs typeface="Luckiest Guy"/>
                <a:sym typeface="Luckiest Guy"/>
              </a:rPr>
              <a:t>Helping others</a:t>
            </a:r>
            <a:endParaRPr sz="1300">
              <a:solidFill>
                <a:srgbClr val="212121"/>
              </a:solidFill>
              <a:latin typeface="Luckiest Guy"/>
              <a:ea typeface="Luckiest Guy"/>
              <a:cs typeface="Luckiest Guy"/>
              <a:sym typeface="Luckiest Guy"/>
            </a:endParaRPr>
          </a:p>
        </p:txBody>
      </p:sp>
      <p:sp>
        <p:nvSpPr>
          <p:cNvPr id="2279" name="Google Shape;2279;p71"/>
          <p:cNvSpPr/>
          <p:nvPr/>
        </p:nvSpPr>
        <p:spPr>
          <a:xfrm>
            <a:off x="2387154" y="3253460"/>
            <a:ext cx="2088300" cy="4482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212121"/>
                </a:solidFill>
                <a:latin typeface="Luckiest Guy"/>
                <a:ea typeface="Luckiest Guy"/>
                <a:cs typeface="Luckiest Guy"/>
                <a:sym typeface="Luckiest Guy"/>
              </a:rPr>
              <a:t>Focus on your goals</a:t>
            </a:r>
            <a:endParaRPr sz="1300">
              <a:solidFill>
                <a:srgbClr val="212121"/>
              </a:solidFill>
              <a:latin typeface="Luckiest Guy"/>
              <a:ea typeface="Luckiest Guy"/>
              <a:cs typeface="Luckiest Guy"/>
              <a:sym typeface="Luckiest Guy"/>
            </a:endParaRPr>
          </a:p>
        </p:txBody>
      </p:sp>
      <p:sp>
        <p:nvSpPr>
          <p:cNvPr id="2280" name="Google Shape;2280;p71"/>
          <p:cNvSpPr/>
          <p:nvPr/>
        </p:nvSpPr>
        <p:spPr>
          <a:xfrm>
            <a:off x="2897610" y="3860197"/>
            <a:ext cx="2088300" cy="4482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212121"/>
                </a:solidFill>
                <a:latin typeface="Luckiest Guy"/>
                <a:ea typeface="Luckiest Guy"/>
                <a:cs typeface="Luckiest Guy"/>
                <a:sym typeface="Luckiest Guy"/>
              </a:rPr>
              <a:t>Accept &amp; manage change</a:t>
            </a:r>
            <a:endParaRPr sz="1300">
              <a:solidFill>
                <a:srgbClr val="212121"/>
              </a:solidFill>
              <a:latin typeface="Luckiest Guy"/>
              <a:ea typeface="Luckiest Guy"/>
              <a:cs typeface="Luckiest Guy"/>
              <a:sym typeface="Luckiest Guy"/>
            </a:endParaRPr>
          </a:p>
        </p:txBody>
      </p:sp>
      <p:cxnSp>
        <p:nvCxnSpPr>
          <p:cNvPr id="2281" name="Google Shape;2281;p71"/>
          <p:cNvCxnSpPr>
            <a:stCxn id="2276" idx="3"/>
            <a:endCxn id="2275" idx="1"/>
          </p:cNvCxnSpPr>
          <p:nvPr/>
        </p:nvCxnSpPr>
        <p:spPr>
          <a:xfrm>
            <a:off x="2944088" y="1657350"/>
            <a:ext cx="674100" cy="0"/>
          </a:xfrm>
          <a:prstGeom prst="straightConnector1">
            <a:avLst/>
          </a:prstGeom>
          <a:noFill/>
          <a:ln cap="flat" cmpd="sng" w="9525">
            <a:solidFill>
              <a:schemeClr val="lt2"/>
            </a:solidFill>
            <a:prstDash val="solid"/>
            <a:round/>
            <a:headEnd len="med" w="med" type="none"/>
            <a:tailEnd len="med" w="med" type="oval"/>
          </a:ln>
        </p:spPr>
      </p:cxnSp>
      <p:cxnSp>
        <p:nvCxnSpPr>
          <p:cNvPr id="2282" name="Google Shape;2282;p71"/>
          <p:cNvCxnSpPr>
            <a:stCxn id="2277" idx="3"/>
            <a:endCxn id="2274" idx="1"/>
          </p:cNvCxnSpPr>
          <p:nvPr/>
        </p:nvCxnSpPr>
        <p:spPr>
          <a:xfrm>
            <a:off x="3454543" y="2264087"/>
            <a:ext cx="674100" cy="0"/>
          </a:xfrm>
          <a:prstGeom prst="straightConnector1">
            <a:avLst/>
          </a:prstGeom>
          <a:noFill/>
          <a:ln cap="flat" cmpd="sng" w="9525">
            <a:solidFill>
              <a:schemeClr val="lt2"/>
            </a:solidFill>
            <a:prstDash val="solid"/>
            <a:round/>
            <a:headEnd len="med" w="med" type="none"/>
            <a:tailEnd len="med" w="med" type="oval"/>
          </a:ln>
        </p:spPr>
      </p:cxnSp>
      <p:cxnSp>
        <p:nvCxnSpPr>
          <p:cNvPr id="2283" name="Google Shape;2283;p71"/>
          <p:cNvCxnSpPr>
            <a:stCxn id="2278" idx="3"/>
            <a:endCxn id="2273" idx="1"/>
          </p:cNvCxnSpPr>
          <p:nvPr/>
        </p:nvCxnSpPr>
        <p:spPr>
          <a:xfrm>
            <a:off x="3964999" y="2870823"/>
            <a:ext cx="674100" cy="0"/>
          </a:xfrm>
          <a:prstGeom prst="straightConnector1">
            <a:avLst/>
          </a:prstGeom>
          <a:noFill/>
          <a:ln cap="flat" cmpd="sng" w="9525">
            <a:solidFill>
              <a:schemeClr val="lt2"/>
            </a:solidFill>
            <a:prstDash val="solid"/>
            <a:round/>
            <a:headEnd len="med" w="med" type="none"/>
            <a:tailEnd len="med" w="med" type="oval"/>
          </a:ln>
        </p:spPr>
      </p:cxnSp>
      <p:cxnSp>
        <p:nvCxnSpPr>
          <p:cNvPr id="2284" name="Google Shape;2284;p71"/>
          <p:cNvCxnSpPr>
            <a:stCxn id="2279" idx="3"/>
            <a:endCxn id="2272" idx="1"/>
          </p:cNvCxnSpPr>
          <p:nvPr/>
        </p:nvCxnSpPr>
        <p:spPr>
          <a:xfrm>
            <a:off x="4475454" y="3477560"/>
            <a:ext cx="674100" cy="0"/>
          </a:xfrm>
          <a:prstGeom prst="straightConnector1">
            <a:avLst/>
          </a:prstGeom>
          <a:noFill/>
          <a:ln cap="flat" cmpd="sng" w="9525">
            <a:solidFill>
              <a:schemeClr val="lt2"/>
            </a:solidFill>
            <a:prstDash val="solid"/>
            <a:round/>
            <a:headEnd len="med" w="med" type="none"/>
            <a:tailEnd len="med" w="med" type="oval"/>
          </a:ln>
        </p:spPr>
      </p:cxnSp>
      <p:cxnSp>
        <p:nvCxnSpPr>
          <p:cNvPr id="2285" name="Google Shape;2285;p71"/>
          <p:cNvCxnSpPr>
            <a:stCxn id="2280" idx="3"/>
            <a:endCxn id="2271" idx="1"/>
          </p:cNvCxnSpPr>
          <p:nvPr/>
        </p:nvCxnSpPr>
        <p:spPr>
          <a:xfrm>
            <a:off x="4985910" y="4084297"/>
            <a:ext cx="674100" cy="0"/>
          </a:xfrm>
          <a:prstGeom prst="straightConnector1">
            <a:avLst/>
          </a:prstGeom>
          <a:noFill/>
          <a:ln cap="flat" cmpd="sng" w="9525">
            <a:solidFill>
              <a:schemeClr val="lt2"/>
            </a:solidFill>
            <a:prstDash val="solid"/>
            <a:round/>
            <a:headEnd len="med" w="med" type="none"/>
            <a:tailEnd len="med" w="med" type="oval"/>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9" name="Shape 2289"/>
        <p:cNvGrpSpPr/>
        <p:nvPr/>
      </p:nvGrpSpPr>
      <p:grpSpPr>
        <a:xfrm>
          <a:off x="0" y="0"/>
          <a:ext cx="0" cy="0"/>
          <a:chOff x="0" y="0"/>
          <a:chExt cx="0" cy="0"/>
        </a:xfrm>
      </p:grpSpPr>
      <p:sp>
        <p:nvSpPr>
          <p:cNvPr id="2290" name="Google Shape;2290;p72"/>
          <p:cNvSpPr txBox="1"/>
          <p:nvPr>
            <p:ph type="ctrTitle"/>
          </p:nvPr>
        </p:nvSpPr>
        <p:spPr>
          <a:xfrm flipH="1">
            <a:off x="770725" y="468450"/>
            <a:ext cx="60507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Actions that build resilience</a:t>
            </a:r>
            <a:endParaRPr sz="3200">
              <a:solidFill>
                <a:srgbClr val="212121"/>
              </a:solidFill>
              <a:latin typeface="Luckiest Guy"/>
              <a:ea typeface="Luckiest Guy"/>
              <a:cs typeface="Luckiest Guy"/>
              <a:sym typeface="Luckiest Guy"/>
            </a:endParaRPr>
          </a:p>
        </p:txBody>
      </p:sp>
      <p:sp>
        <p:nvSpPr>
          <p:cNvPr id="2291" name="Google Shape;2291;p72"/>
          <p:cNvSpPr txBox="1"/>
          <p:nvPr/>
        </p:nvSpPr>
        <p:spPr>
          <a:xfrm>
            <a:off x="5149450" y="3253475"/>
            <a:ext cx="40368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Other people may be able to provide solutions that we may not have thought of, or that we can’t access on our own.</a:t>
            </a:r>
            <a:endParaRPr sz="1200">
              <a:solidFill>
                <a:srgbClr val="212121"/>
              </a:solidFill>
              <a:latin typeface="Jost"/>
              <a:ea typeface="Jost"/>
              <a:cs typeface="Jost"/>
              <a:sym typeface="Jost"/>
            </a:endParaRPr>
          </a:p>
        </p:txBody>
      </p:sp>
      <p:sp>
        <p:nvSpPr>
          <p:cNvPr id="2292" name="Google Shape;2292;p72"/>
          <p:cNvSpPr txBox="1"/>
          <p:nvPr/>
        </p:nvSpPr>
        <p:spPr>
          <a:xfrm>
            <a:off x="4638975" y="2646725"/>
            <a:ext cx="43368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Reminds us where we’ve been, what we’ve overcome already - which helps us to remain hopeful that we will come through the current difficulties as well</a:t>
            </a:r>
            <a:endParaRPr sz="1200">
              <a:solidFill>
                <a:srgbClr val="212121"/>
              </a:solidFill>
              <a:latin typeface="Jost"/>
              <a:ea typeface="Jost"/>
              <a:cs typeface="Jost"/>
              <a:sym typeface="Jost"/>
            </a:endParaRPr>
          </a:p>
        </p:txBody>
      </p:sp>
      <p:sp>
        <p:nvSpPr>
          <p:cNvPr id="2293" name="Google Shape;2293;p72"/>
          <p:cNvSpPr txBox="1"/>
          <p:nvPr/>
        </p:nvSpPr>
        <p:spPr>
          <a:xfrm>
            <a:off x="4128550" y="2039975"/>
            <a:ext cx="43368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Helps us to understand that, just as bad things happen, good things can also, and that better days are coming</a:t>
            </a:r>
            <a:endParaRPr sz="1200">
              <a:solidFill>
                <a:srgbClr val="212121"/>
              </a:solidFill>
              <a:latin typeface="Jost"/>
              <a:ea typeface="Jost"/>
              <a:cs typeface="Jost"/>
              <a:sym typeface="Jost"/>
            </a:endParaRPr>
          </a:p>
        </p:txBody>
      </p:sp>
      <p:sp>
        <p:nvSpPr>
          <p:cNvPr id="2294" name="Google Shape;2294;p72"/>
          <p:cNvSpPr txBox="1"/>
          <p:nvPr/>
        </p:nvSpPr>
        <p:spPr>
          <a:xfrm>
            <a:off x="3618225" y="1433250"/>
            <a:ext cx="37269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Staying positive and open to all options helps us to find solutions quicker</a:t>
            </a:r>
            <a:endParaRPr sz="1200">
              <a:solidFill>
                <a:srgbClr val="212121"/>
              </a:solidFill>
              <a:latin typeface="Jost"/>
              <a:ea typeface="Jost"/>
              <a:cs typeface="Jost"/>
              <a:sym typeface="Jost"/>
            </a:endParaRPr>
          </a:p>
          <a:p>
            <a:pPr indent="0" lvl="0" marL="0" rtl="0" algn="l">
              <a:spcBef>
                <a:spcPts val="0"/>
              </a:spcBef>
              <a:spcAft>
                <a:spcPts val="0"/>
              </a:spcAft>
              <a:buNone/>
            </a:pPr>
            <a:r>
              <a:t/>
            </a:r>
            <a:endParaRPr sz="1200">
              <a:solidFill>
                <a:srgbClr val="212121"/>
              </a:solidFill>
              <a:latin typeface="Jost"/>
              <a:ea typeface="Jost"/>
              <a:cs typeface="Jost"/>
              <a:sym typeface="Jost"/>
            </a:endParaRPr>
          </a:p>
        </p:txBody>
      </p:sp>
      <p:sp>
        <p:nvSpPr>
          <p:cNvPr id="2295" name="Google Shape;2295;p72"/>
          <p:cNvSpPr/>
          <p:nvPr/>
        </p:nvSpPr>
        <p:spPr>
          <a:xfrm>
            <a:off x="855788" y="1433250"/>
            <a:ext cx="2088300" cy="448200"/>
          </a:xfrm>
          <a:prstGeom prst="roundRect">
            <a:avLst>
              <a:gd fmla="val 16667" name="adj"/>
            </a:avLst>
          </a:prstGeom>
          <a:solidFill>
            <a:srgbClr val="00A6A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212121"/>
                </a:solidFill>
                <a:latin typeface="Luckiest Guy"/>
                <a:ea typeface="Luckiest Guy"/>
                <a:cs typeface="Luckiest Guy"/>
                <a:sym typeface="Luckiest Guy"/>
              </a:rPr>
              <a:t>Stay open minded</a:t>
            </a:r>
            <a:endParaRPr sz="1300">
              <a:solidFill>
                <a:srgbClr val="212121"/>
              </a:solidFill>
              <a:latin typeface="Luckiest Guy"/>
              <a:ea typeface="Luckiest Guy"/>
              <a:cs typeface="Luckiest Guy"/>
              <a:sym typeface="Luckiest Guy"/>
            </a:endParaRPr>
          </a:p>
        </p:txBody>
      </p:sp>
      <p:sp>
        <p:nvSpPr>
          <p:cNvPr id="2296" name="Google Shape;2296;p72"/>
          <p:cNvSpPr/>
          <p:nvPr/>
        </p:nvSpPr>
        <p:spPr>
          <a:xfrm>
            <a:off x="1366243" y="2039987"/>
            <a:ext cx="2088300" cy="448200"/>
          </a:xfrm>
          <a:prstGeom prst="roundRect">
            <a:avLst>
              <a:gd fmla="val 16667" name="adj"/>
            </a:avLst>
          </a:prstGeom>
          <a:solidFill>
            <a:srgbClr val="F5413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212121"/>
                </a:solidFill>
                <a:latin typeface="Luckiest Guy"/>
                <a:ea typeface="Luckiest Guy"/>
                <a:cs typeface="Luckiest Guy"/>
                <a:sym typeface="Luckiest Guy"/>
              </a:rPr>
              <a:t>Positive outlook</a:t>
            </a:r>
            <a:endParaRPr sz="1300">
              <a:solidFill>
                <a:srgbClr val="212121"/>
              </a:solidFill>
              <a:latin typeface="Luckiest Guy"/>
              <a:ea typeface="Luckiest Guy"/>
              <a:cs typeface="Luckiest Guy"/>
              <a:sym typeface="Luckiest Guy"/>
            </a:endParaRPr>
          </a:p>
        </p:txBody>
      </p:sp>
      <p:sp>
        <p:nvSpPr>
          <p:cNvPr id="2297" name="Google Shape;2297;p72"/>
          <p:cNvSpPr/>
          <p:nvPr/>
        </p:nvSpPr>
        <p:spPr>
          <a:xfrm>
            <a:off x="1876699" y="2646723"/>
            <a:ext cx="2088300" cy="4482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212121"/>
                </a:solidFill>
                <a:latin typeface="Luckiest Guy"/>
                <a:ea typeface="Luckiest Guy"/>
                <a:cs typeface="Luckiest Guy"/>
                <a:sym typeface="Luckiest Guy"/>
              </a:rPr>
              <a:t>Reflect &amp; Learn</a:t>
            </a:r>
            <a:endParaRPr sz="1300">
              <a:solidFill>
                <a:srgbClr val="212121"/>
              </a:solidFill>
              <a:latin typeface="Luckiest Guy"/>
              <a:ea typeface="Luckiest Guy"/>
              <a:cs typeface="Luckiest Guy"/>
              <a:sym typeface="Luckiest Guy"/>
            </a:endParaRPr>
          </a:p>
        </p:txBody>
      </p:sp>
      <p:sp>
        <p:nvSpPr>
          <p:cNvPr id="2298" name="Google Shape;2298;p72"/>
          <p:cNvSpPr/>
          <p:nvPr/>
        </p:nvSpPr>
        <p:spPr>
          <a:xfrm>
            <a:off x="2387154" y="3253460"/>
            <a:ext cx="2088300" cy="4482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212121"/>
                </a:solidFill>
                <a:latin typeface="Luckiest Guy"/>
                <a:ea typeface="Luckiest Guy"/>
                <a:cs typeface="Luckiest Guy"/>
                <a:sym typeface="Luckiest Guy"/>
              </a:rPr>
              <a:t>Seek help</a:t>
            </a:r>
            <a:endParaRPr sz="1300">
              <a:solidFill>
                <a:srgbClr val="212121"/>
              </a:solidFill>
              <a:latin typeface="Luckiest Guy"/>
              <a:ea typeface="Luckiest Guy"/>
              <a:cs typeface="Luckiest Guy"/>
              <a:sym typeface="Luckiest Guy"/>
            </a:endParaRPr>
          </a:p>
        </p:txBody>
      </p:sp>
      <p:cxnSp>
        <p:nvCxnSpPr>
          <p:cNvPr id="2299" name="Google Shape;2299;p72"/>
          <p:cNvCxnSpPr>
            <a:stCxn id="2295" idx="3"/>
            <a:endCxn id="2294" idx="1"/>
          </p:cNvCxnSpPr>
          <p:nvPr/>
        </p:nvCxnSpPr>
        <p:spPr>
          <a:xfrm>
            <a:off x="2944088" y="1657350"/>
            <a:ext cx="674100" cy="0"/>
          </a:xfrm>
          <a:prstGeom prst="straightConnector1">
            <a:avLst/>
          </a:prstGeom>
          <a:noFill/>
          <a:ln cap="flat" cmpd="sng" w="9525">
            <a:solidFill>
              <a:schemeClr val="lt2"/>
            </a:solidFill>
            <a:prstDash val="solid"/>
            <a:round/>
            <a:headEnd len="med" w="med" type="none"/>
            <a:tailEnd len="med" w="med" type="oval"/>
          </a:ln>
        </p:spPr>
      </p:cxnSp>
      <p:cxnSp>
        <p:nvCxnSpPr>
          <p:cNvPr id="2300" name="Google Shape;2300;p72"/>
          <p:cNvCxnSpPr>
            <a:stCxn id="2296" idx="3"/>
            <a:endCxn id="2293" idx="1"/>
          </p:cNvCxnSpPr>
          <p:nvPr/>
        </p:nvCxnSpPr>
        <p:spPr>
          <a:xfrm>
            <a:off x="3454543" y="2264087"/>
            <a:ext cx="674100" cy="0"/>
          </a:xfrm>
          <a:prstGeom prst="straightConnector1">
            <a:avLst/>
          </a:prstGeom>
          <a:noFill/>
          <a:ln cap="flat" cmpd="sng" w="9525">
            <a:solidFill>
              <a:schemeClr val="lt2"/>
            </a:solidFill>
            <a:prstDash val="solid"/>
            <a:round/>
            <a:headEnd len="med" w="med" type="none"/>
            <a:tailEnd len="med" w="med" type="oval"/>
          </a:ln>
        </p:spPr>
      </p:cxnSp>
      <p:cxnSp>
        <p:nvCxnSpPr>
          <p:cNvPr id="2301" name="Google Shape;2301;p72"/>
          <p:cNvCxnSpPr>
            <a:stCxn id="2297" idx="3"/>
            <a:endCxn id="2292" idx="1"/>
          </p:cNvCxnSpPr>
          <p:nvPr/>
        </p:nvCxnSpPr>
        <p:spPr>
          <a:xfrm>
            <a:off x="3964999" y="2870823"/>
            <a:ext cx="674100" cy="0"/>
          </a:xfrm>
          <a:prstGeom prst="straightConnector1">
            <a:avLst/>
          </a:prstGeom>
          <a:noFill/>
          <a:ln cap="flat" cmpd="sng" w="9525">
            <a:solidFill>
              <a:schemeClr val="lt2"/>
            </a:solidFill>
            <a:prstDash val="solid"/>
            <a:round/>
            <a:headEnd len="med" w="med" type="none"/>
            <a:tailEnd len="med" w="med" type="oval"/>
          </a:ln>
        </p:spPr>
      </p:cxnSp>
      <p:cxnSp>
        <p:nvCxnSpPr>
          <p:cNvPr id="2302" name="Google Shape;2302;p72"/>
          <p:cNvCxnSpPr>
            <a:stCxn id="2298" idx="3"/>
            <a:endCxn id="2291" idx="1"/>
          </p:cNvCxnSpPr>
          <p:nvPr/>
        </p:nvCxnSpPr>
        <p:spPr>
          <a:xfrm>
            <a:off x="4475454" y="3477560"/>
            <a:ext cx="674100" cy="0"/>
          </a:xfrm>
          <a:prstGeom prst="straightConnector1">
            <a:avLst/>
          </a:prstGeom>
          <a:noFill/>
          <a:ln cap="flat" cmpd="sng" w="9525">
            <a:solidFill>
              <a:schemeClr val="lt2"/>
            </a:solidFill>
            <a:prstDash val="solid"/>
            <a:round/>
            <a:headEnd len="med" w="med" type="none"/>
            <a:tailEnd len="med" w="med" type="oval"/>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6" name="Shape 2306"/>
        <p:cNvGrpSpPr/>
        <p:nvPr/>
      </p:nvGrpSpPr>
      <p:grpSpPr>
        <a:xfrm>
          <a:off x="0" y="0"/>
          <a:ext cx="0" cy="0"/>
          <a:chOff x="0" y="0"/>
          <a:chExt cx="0" cy="0"/>
        </a:xfrm>
      </p:grpSpPr>
      <p:sp>
        <p:nvSpPr>
          <p:cNvPr id="2307" name="Google Shape;2307;p73"/>
          <p:cNvSpPr txBox="1"/>
          <p:nvPr>
            <p:ph type="ctrTitle"/>
          </p:nvPr>
        </p:nvSpPr>
        <p:spPr>
          <a:xfrm flipH="1">
            <a:off x="770825" y="468450"/>
            <a:ext cx="72576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Group task - risk vs protective</a:t>
            </a:r>
            <a:endParaRPr sz="3200">
              <a:solidFill>
                <a:srgbClr val="212121"/>
              </a:solidFill>
              <a:latin typeface="Luckiest Guy"/>
              <a:ea typeface="Luckiest Guy"/>
              <a:cs typeface="Luckiest Guy"/>
              <a:sym typeface="Luckiest Guy"/>
            </a:endParaRPr>
          </a:p>
        </p:txBody>
      </p:sp>
      <p:sp>
        <p:nvSpPr>
          <p:cNvPr id="2308" name="Google Shape;2308;p73"/>
          <p:cNvSpPr txBox="1"/>
          <p:nvPr>
            <p:ph idx="1" type="subTitle"/>
          </p:nvPr>
        </p:nvSpPr>
        <p:spPr>
          <a:xfrm>
            <a:off x="770700" y="1368575"/>
            <a:ext cx="3458400" cy="291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212121"/>
                </a:solidFill>
                <a:latin typeface="Jost"/>
                <a:ea typeface="Jost"/>
                <a:cs typeface="Jost"/>
                <a:sym typeface="Jost"/>
              </a:rPr>
              <a:t>Risk Factors</a:t>
            </a:r>
            <a:endParaRPr b="1"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Increase</a:t>
            </a:r>
            <a:r>
              <a:rPr lang="en" sz="1800">
                <a:solidFill>
                  <a:srgbClr val="212121"/>
                </a:solidFill>
                <a:latin typeface="Jost"/>
                <a:ea typeface="Jost"/>
                <a:cs typeface="Jost"/>
                <a:sym typeface="Jost"/>
              </a:rPr>
              <a:t> the likelihood of harm</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rPr b="1" lang="en" sz="1800">
                <a:solidFill>
                  <a:srgbClr val="212121"/>
                </a:solidFill>
                <a:latin typeface="Jost"/>
                <a:ea typeface="Jost"/>
                <a:cs typeface="Jost"/>
                <a:sym typeface="Jost"/>
              </a:rPr>
              <a:t>Protective Factors</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Decrease the likelihood of harm</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p:txBody>
      </p:sp>
      <p:sp>
        <p:nvSpPr>
          <p:cNvPr id="2309" name="Google Shape;2309;p73"/>
          <p:cNvSpPr txBox="1"/>
          <p:nvPr/>
        </p:nvSpPr>
        <p:spPr>
          <a:xfrm>
            <a:off x="4882900" y="1261875"/>
            <a:ext cx="3000000" cy="2678100"/>
          </a:xfrm>
          <a:prstGeom prst="rect">
            <a:avLst/>
          </a:prstGeom>
          <a:solidFill>
            <a:schemeClr val="accent2"/>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212121"/>
                </a:solidFill>
                <a:latin typeface="Jost"/>
                <a:ea typeface="Jost"/>
                <a:cs typeface="Jost"/>
                <a:sym typeface="Jost"/>
              </a:rPr>
              <a:t>In groups take a </a:t>
            </a:r>
            <a:r>
              <a:rPr lang="en" sz="1800" u="sng">
                <a:solidFill>
                  <a:srgbClr val="212121"/>
                </a:solidFill>
                <a:latin typeface="Jost"/>
                <a:ea typeface="Jost"/>
                <a:cs typeface="Jost"/>
                <a:sym typeface="Jost"/>
                <a:hlinkClick r:id="rId3">
                  <a:extLst>
                    <a:ext uri="{A12FA001-AC4F-418D-AE19-62706E023703}">
                      <ahyp:hlinkClr val="tx"/>
                    </a:ext>
                  </a:extLst>
                </a:hlinkClick>
              </a:rPr>
              <a:t>Risk Factors &amp; Protective Factors worksheet</a:t>
            </a:r>
            <a:r>
              <a:rPr lang="en" sz="1800">
                <a:solidFill>
                  <a:srgbClr val="212121"/>
                </a:solidFill>
                <a:latin typeface="Jost"/>
                <a:ea typeface="Jost"/>
                <a:cs typeface="Jost"/>
                <a:sym typeface="Jost"/>
              </a:rPr>
              <a:t> and highlight the risk factors to someone's well-being in one colour and the protective factors in another colour</a:t>
            </a:r>
            <a:endParaRPr sz="1800">
              <a:solidFill>
                <a:srgbClr val="212121"/>
              </a:solidFill>
              <a:latin typeface="Jost"/>
              <a:ea typeface="Jost"/>
              <a:cs typeface="Jost"/>
              <a:sym typeface="Jost"/>
            </a:endParaRPr>
          </a:p>
          <a:p>
            <a:pPr indent="0" lvl="0" marL="0" rtl="0" algn="ctr">
              <a:spcBef>
                <a:spcPts val="0"/>
              </a:spcBef>
              <a:spcAft>
                <a:spcPts val="0"/>
              </a:spcAft>
              <a:buNone/>
            </a:pPr>
            <a:r>
              <a:rPr lang="en" sz="1800">
                <a:solidFill>
                  <a:srgbClr val="212121"/>
                </a:solidFill>
                <a:latin typeface="Jost"/>
                <a:ea typeface="Jost"/>
                <a:cs typeface="Jost"/>
                <a:sym typeface="Jost"/>
              </a:rPr>
              <a:t>Once completed we will go through them as a class</a:t>
            </a:r>
            <a:endParaRPr sz="1800">
              <a:solidFill>
                <a:srgbClr val="212121"/>
              </a:solidFill>
              <a:latin typeface="Jost"/>
              <a:ea typeface="Jost"/>
              <a:cs typeface="Jost"/>
              <a:sym typeface="Jos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3" name="Shape 2313"/>
        <p:cNvGrpSpPr/>
        <p:nvPr/>
      </p:nvGrpSpPr>
      <p:grpSpPr>
        <a:xfrm>
          <a:off x="0" y="0"/>
          <a:ext cx="0" cy="0"/>
          <a:chOff x="0" y="0"/>
          <a:chExt cx="0" cy="0"/>
        </a:xfrm>
      </p:grpSpPr>
      <p:sp>
        <p:nvSpPr>
          <p:cNvPr id="2314" name="Google Shape;2314;p74"/>
          <p:cNvSpPr txBox="1"/>
          <p:nvPr>
            <p:ph type="ctrTitle"/>
          </p:nvPr>
        </p:nvSpPr>
        <p:spPr>
          <a:xfrm flipH="1">
            <a:off x="770875" y="468450"/>
            <a:ext cx="75456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STRATEGIES TO MANAGING CHANGE</a:t>
            </a:r>
            <a:endParaRPr sz="3200">
              <a:solidFill>
                <a:srgbClr val="212121"/>
              </a:solidFill>
              <a:latin typeface="Luckiest Guy"/>
              <a:ea typeface="Luckiest Guy"/>
              <a:cs typeface="Luckiest Guy"/>
              <a:sym typeface="Luckiest Guy"/>
            </a:endParaRPr>
          </a:p>
        </p:txBody>
      </p:sp>
      <p:sp>
        <p:nvSpPr>
          <p:cNvPr id="2315" name="Google Shape;2315;p74"/>
          <p:cNvSpPr txBox="1"/>
          <p:nvPr/>
        </p:nvSpPr>
        <p:spPr>
          <a:xfrm>
            <a:off x="4638975" y="2951525"/>
            <a:ext cx="31701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COMES FROM ANYTHING BIGGER OUTSIDE OF YOU OR THE SMALL GROUPS AROUND YOU</a:t>
            </a:r>
            <a:endParaRPr sz="1200">
              <a:solidFill>
                <a:srgbClr val="212121"/>
              </a:solidFill>
              <a:latin typeface="Jost"/>
              <a:ea typeface="Jost"/>
              <a:cs typeface="Jost"/>
              <a:sym typeface="Jost"/>
            </a:endParaRPr>
          </a:p>
        </p:txBody>
      </p:sp>
      <p:sp>
        <p:nvSpPr>
          <p:cNvPr id="2316" name="Google Shape;2316;p74"/>
          <p:cNvSpPr txBox="1"/>
          <p:nvPr/>
        </p:nvSpPr>
        <p:spPr>
          <a:xfrm>
            <a:off x="4128550" y="2116175"/>
            <a:ext cx="28164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COMES FROM THE INTERACTIONS WE HAVE WITH OTHERS/SMALL GROUPS</a:t>
            </a:r>
            <a:endParaRPr sz="1200">
              <a:solidFill>
                <a:srgbClr val="212121"/>
              </a:solidFill>
              <a:latin typeface="Jost"/>
              <a:ea typeface="Jost"/>
              <a:cs typeface="Jost"/>
              <a:sym typeface="Jost"/>
            </a:endParaRPr>
          </a:p>
        </p:txBody>
      </p:sp>
      <p:sp>
        <p:nvSpPr>
          <p:cNvPr id="2317" name="Google Shape;2317;p74"/>
          <p:cNvSpPr txBox="1"/>
          <p:nvPr/>
        </p:nvSpPr>
        <p:spPr>
          <a:xfrm>
            <a:off x="3618225" y="1433250"/>
            <a:ext cx="26682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COMES FROM WITHIN THE PERSON ALONE</a:t>
            </a:r>
            <a:endParaRPr sz="1200">
              <a:solidFill>
                <a:srgbClr val="212121"/>
              </a:solidFill>
              <a:latin typeface="Jost"/>
              <a:ea typeface="Jost"/>
              <a:cs typeface="Jost"/>
              <a:sym typeface="Jost"/>
            </a:endParaRPr>
          </a:p>
          <a:p>
            <a:pPr indent="0" lvl="0" marL="0" rtl="0" algn="l">
              <a:spcBef>
                <a:spcPts val="0"/>
              </a:spcBef>
              <a:spcAft>
                <a:spcPts val="0"/>
              </a:spcAft>
              <a:buNone/>
            </a:pPr>
            <a:r>
              <a:t/>
            </a:r>
            <a:endParaRPr sz="1200">
              <a:solidFill>
                <a:srgbClr val="212121"/>
              </a:solidFill>
              <a:latin typeface="Jost"/>
              <a:ea typeface="Jost"/>
              <a:cs typeface="Jost"/>
              <a:sym typeface="Jost"/>
            </a:endParaRPr>
          </a:p>
        </p:txBody>
      </p:sp>
      <p:sp>
        <p:nvSpPr>
          <p:cNvPr id="2318" name="Google Shape;2318;p74"/>
          <p:cNvSpPr/>
          <p:nvPr/>
        </p:nvSpPr>
        <p:spPr>
          <a:xfrm>
            <a:off x="855788" y="1433250"/>
            <a:ext cx="2088300" cy="448200"/>
          </a:xfrm>
          <a:prstGeom prst="roundRect">
            <a:avLst>
              <a:gd fmla="val 16667" name="adj"/>
            </a:avLst>
          </a:prstGeom>
          <a:solidFill>
            <a:srgbClr val="00A6A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900">
                <a:solidFill>
                  <a:srgbClr val="212121"/>
                </a:solidFill>
                <a:latin typeface="Luckiest Guy"/>
                <a:ea typeface="Luckiest Guy"/>
                <a:cs typeface="Luckiest Guy"/>
                <a:sym typeface="Luckiest Guy"/>
              </a:rPr>
              <a:t>PERSONAL</a:t>
            </a:r>
            <a:endParaRPr sz="1900">
              <a:solidFill>
                <a:srgbClr val="212121"/>
              </a:solidFill>
              <a:latin typeface="Luckiest Guy"/>
              <a:ea typeface="Luckiest Guy"/>
              <a:cs typeface="Luckiest Guy"/>
              <a:sym typeface="Luckiest Guy"/>
            </a:endParaRPr>
          </a:p>
        </p:txBody>
      </p:sp>
      <p:sp>
        <p:nvSpPr>
          <p:cNvPr id="2319" name="Google Shape;2319;p74"/>
          <p:cNvSpPr/>
          <p:nvPr/>
        </p:nvSpPr>
        <p:spPr>
          <a:xfrm>
            <a:off x="1366243" y="2116187"/>
            <a:ext cx="2088300" cy="448200"/>
          </a:xfrm>
          <a:prstGeom prst="roundRect">
            <a:avLst>
              <a:gd fmla="val 16667" name="adj"/>
            </a:avLst>
          </a:prstGeom>
          <a:solidFill>
            <a:srgbClr val="F5413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900">
                <a:solidFill>
                  <a:srgbClr val="212121"/>
                </a:solidFill>
                <a:latin typeface="Luckiest Guy"/>
                <a:ea typeface="Luckiest Guy"/>
                <a:cs typeface="Luckiest Guy"/>
                <a:sym typeface="Luckiest Guy"/>
              </a:rPr>
              <a:t>INTERPERSONAL</a:t>
            </a:r>
            <a:endParaRPr sz="1900">
              <a:solidFill>
                <a:srgbClr val="212121"/>
              </a:solidFill>
              <a:latin typeface="Luckiest Guy"/>
              <a:ea typeface="Luckiest Guy"/>
              <a:cs typeface="Luckiest Guy"/>
              <a:sym typeface="Luckiest Guy"/>
            </a:endParaRPr>
          </a:p>
        </p:txBody>
      </p:sp>
      <p:sp>
        <p:nvSpPr>
          <p:cNvPr id="2320" name="Google Shape;2320;p74"/>
          <p:cNvSpPr/>
          <p:nvPr/>
        </p:nvSpPr>
        <p:spPr>
          <a:xfrm>
            <a:off x="1876699" y="2951523"/>
            <a:ext cx="2088300" cy="4482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900">
                <a:solidFill>
                  <a:srgbClr val="212121"/>
                </a:solidFill>
                <a:latin typeface="Luckiest Guy"/>
                <a:ea typeface="Luckiest Guy"/>
                <a:cs typeface="Luckiest Guy"/>
                <a:sym typeface="Luckiest Guy"/>
              </a:rPr>
              <a:t>SOCIETAL</a:t>
            </a:r>
            <a:endParaRPr sz="1900">
              <a:solidFill>
                <a:srgbClr val="212121"/>
              </a:solidFill>
              <a:latin typeface="Luckiest Guy"/>
              <a:ea typeface="Luckiest Guy"/>
              <a:cs typeface="Luckiest Guy"/>
              <a:sym typeface="Luckiest Guy"/>
            </a:endParaRPr>
          </a:p>
        </p:txBody>
      </p:sp>
      <p:cxnSp>
        <p:nvCxnSpPr>
          <p:cNvPr id="2321" name="Google Shape;2321;p74"/>
          <p:cNvCxnSpPr>
            <a:stCxn id="2318" idx="3"/>
            <a:endCxn id="2317" idx="1"/>
          </p:cNvCxnSpPr>
          <p:nvPr/>
        </p:nvCxnSpPr>
        <p:spPr>
          <a:xfrm>
            <a:off x="2944088" y="1657350"/>
            <a:ext cx="674100" cy="0"/>
          </a:xfrm>
          <a:prstGeom prst="straightConnector1">
            <a:avLst/>
          </a:prstGeom>
          <a:noFill/>
          <a:ln cap="flat" cmpd="sng" w="9525">
            <a:solidFill>
              <a:schemeClr val="lt2"/>
            </a:solidFill>
            <a:prstDash val="solid"/>
            <a:round/>
            <a:headEnd len="med" w="med" type="none"/>
            <a:tailEnd len="med" w="med" type="oval"/>
          </a:ln>
        </p:spPr>
      </p:cxnSp>
      <p:cxnSp>
        <p:nvCxnSpPr>
          <p:cNvPr id="2322" name="Google Shape;2322;p74"/>
          <p:cNvCxnSpPr>
            <a:stCxn id="2319" idx="3"/>
            <a:endCxn id="2316" idx="1"/>
          </p:cNvCxnSpPr>
          <p:nvPr/>
        </p:nvCxnSpPr>
        <p:spPr>
          <a:xfrm>
            <a:off x="3454543" y="2340287"/>
            <a:ext cx="674100" cy="0"/>
          </a:xfrm>
          <a:prstGeom prst="straightConnector1">
            <a:avLst/>
          </a:prstGeom>
          <a:noFill/>
          <a:ln cap="flat" cmpd="sng" w="9525">
            <a:solidFill>
              <a:schemeClr val="lt2"/>
            </a:solidFill>
            <a:prstDash val="solid"/>
            <a:round/>
            <a:headEnd len="med" w="med" type="none"/>
            <a:tailEnd len="med" w="med" type="oval"/>
          </a:ln>
        </p:spPr>
      </p:cxnSp>
      <p:cxnSp>
        <p:nvCxnSpPr>
          <p:cNvPr id="2323" name="Google Shape;2323;p74"/>
          <p:cNvCxnSpPr>
            <a:stCxn id="2320" idx="3"/>
            <a:endCxn id="2315" idx="1"/>
          </p:cNvCxnSpPr>
          <p:nvPr/>
        </p:nvCxnSpPr>
        <p:spPr>
          <a:xfrm>
            <a:off x="3964999" y="3175623"/>
            <a:ext cx="674100" cy="0"/>
          </a:xfrm>
          <a:prstGeom prst="straightConnector1">
            <a:avLst/>
          </a:prstGeom>
          <a:noFill/>
          <a:ln cap="flat" cmpd="sng" w="9525">
            <a:solidFill>
              <a:schemeClr val="lt2"/>
            </a:solidFill>
            <a:prstDash val="solid"/>
            <a:round/>
            <a:headEnd len="med" w="med" type="none"/>
            <a:tailEnd len="med" w="med" type="oval"/>
          </a:ln>
        </p:spPr>
      </p:cxnSp>
      <p:pic>
        <p:nvPicPr>
          <p:cNvPr id="2324" name="Google Shape;2324;p74"/>
          <p:cNvPicPr preferRelativeResize="0"/>
          <p:nvPr/>
        </p:nvPicPr>
        <p:blipFill rotWithShape="1">
          <a:blip r:embed="rId3">
            <a:alphaModFix/>
          </a:blip>
          <a:srcRect b="22356" l="18806" r="19412" t="17008"/>
          <a:stretch/>
        </p:blipFill>
        <p:spPr>
          <a:xfrm>
            <a:off x="6286424" y="1046250"/>
            <a:ext cx="880676" cy="915875"/>
          </a:xfrm>
          <a:prstGeom prst="rect">
            <a:avLst/>
          </a:prstGeom>
          <a:noFill/>
          <a:ln>
            <a:noFill/>
          </a:ln>
        </p:spPr>
      </p:pic>
      <p:pic>
        <p:nvPicPr>
          <p:cNvPr id="2325" name="Google Shape;2325;p74"/>
          <p:cNvPicPr preferRelativeResize="0"/>
          <p:nvPr/>
        </p:nvPicPr>
        <p:blipFill rotWithShape="1">
          <a:blip r:embed="rId4">
            <a:alphaModFix/>
          </a:blip>
          <a:srcRect b="26513" l="18800" r="18719" t="24371"/>
          <a:stretch/>
        </p:blipFill>
        <p:spPr>
          <a:xfrm>
            <a:off x="7296625" y="1881461"/>
            <a:ext cx="943650" cy="800225"/>
          </a:xfrm>
          <a:prstGeom prst="rect">
            <a:avLst/>
          </a:prstGeom>
          <a:noFill/>
          <a:ln>
            <a:noFill/>
          </a:ln>
        </p:spPr>
      </p:pic>
      <p:pic>
        <p:nvPicPr>
          <p:cNvPr id="2326" name="Google Shape;2326;p74"/>
          <p:cNvPicPr preferRelativeResize="0"/>
          <p:nvPr/>
        </p:nvPicPr>
        <p:blipFill rotWithShape="1">
          <a:blip r:embed="rId5">
            <a:alphaModFix/>
          </a:blip>
          <a:srcRect b="13633" l="9499" r="9035" t="6781"/>
          <a:stretch/>
        </p:blipFill>
        <p:spPr>
          <a:xfrm>
            <a:off x="7809075" y="2769062"/>
            <a:ext cx="880675" cy="92803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0" name="Shape 2330"/>
        <p:cNvGrpSpPr/>
        <p:nvPr/>
      </p:nvGrpSpPr>
      <p:grpSpPr>
        <a:xfrm>
          <a:off x="0" y="0"/>
          <a:ext cx="0" cy="0"/>
          <a:chOff x="0" y="0"/>
          <a:chExt cx="0" cy="0"/>
        </a:xfrm>
      </p:grpSpPr>
      <p:sp>
        <p:nvSpPr>
          <p:cNvPr id="2331" name="Google Shape;2331;p75"/>
          <p:cNvSpPr txBox="1"/>
          <p:nvPr>
            <p:ph type="ctrTitle"/>
          </p:nvPr>
        </p:nvSpPr>
        <p:spPr>
          <a:xfrm flipH="1">
            <a:off x="770700" y="468450"/>
            <a:ext cx="49260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PAIR WORK TASK</a:t>
            </a:r>
            <a:endParaRPr sz="3200">
              <a:solidFill>
                <a:srgbClr val="212121"/>
              </a:solidFill>
              <a:latin typeface="Luckiest Guy"/>
              <a:ea typeface="Luckiest Guy"/>
              <a:cs typeface="Luckiest Guy"/>
              <a:sym typeface="Luckiest Guy"/>
            </a:endParaRPr>
          </a:p>
        </p:txBody>
      </p:sp>
      <p:sp>
        <p:nvSpPr>
          <p:cNvPr id="2332" name="Google Shape;2332;p75"/>
          <p:cNvSpPr txBox="1"/>
          <p:nvPr>
            <p:ph idx="1" type="subTitle"/>
          </p:nvPr>
        </p:nvSpPr>
        <p:spPr>
          <a:xfrm>
            <a:off x="770700" y="893850"/>
            <a:ext cx="7820100" cy="324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latin typeface="Jost"/>
                <a:ea typeface="Jost"/>
                <a:cs typeface="Jost"/>
                <a:sym typeface="Jost"/>
              </a:rPr>
              <a:t>Using the worksheet explain:</a:t>
            </a:r>
            <a:br>
              <a:rPr lang="en" sz="1500">
                <a:solidFill>
                  <a:srgbClr val="000000"/>
                </a:solidFill>
                <a:latin typeface="Jost"/>
                <a:ea typeface="Jost"/>
                <a:cs typeface="Jost"/>
                <a:sym typeface="Jost"/>
              </a:rPr>
            </a:br>
            <a:r>
              <a:rPr lang="en" sz="1500">
                <a:solidFill>
                  <a:srgbClr val="000000"/>
                </a:solidFill>
                <a:latin typeface="Jost"/>
                <a:ea typeface="Jost"/>
                <a:cs typeface="Jost"/>
                <a:sym typeface="Jost"/>
              </a:rPr>
              <a:t>1.	identify three risk factors &amp; three protective factors</a:t>
            </a:r>
            <a:endParaRPr sz="1500">
              <a:solidFill>
                <a:srgbClr val="000000"/>
              </a:solidFill>
              <a:latin typeface="Jost"/>
              <a:ea typeface="Jost"/>
              <a:cs typeface="Jost"/>
              <a:sym typeface="Jost"/>
            </a:endParaRPr>
          </a:p>
          <a:p>
            <a:pPr indent="0" lvl="0" marL="0" rtl="0" algn="l">
              <a:spcBef>
                <a:spcPts val="0"/>
              </a:spcBef>
              <a:spcAft>
                <a:spcPts val="0"/>
              </a:spcAft>
              <a:buNone/>
            </a:pPr>
            <a:r>
              <a:rPr lang="en" sz="1500">
                <a:solidFill>
                  <a:srgbClr val="000000"/>
                </a:solidFill>
                <a:latin typeface="Jost"/>
                <a:ea typeface="Jost"/>
                <a:cs typeface="Jost"/>
                <a:sym typeface="Jost"/>
              </a:rPr>
              <a:t>2.	How can resilience be built</a:t>
            </a:r>
            <a:endParaRPr sz="1500">
              <a:solidFill>
                <a:srgbClr val="000000"/>
              </a:solidFill>
              <a:latin typeface="Jost"/>
              <a:ea typeface="Jost"/>
              <a:cs typeface="Jost"/>
              <a:sym typeface="Jost"/>
            </a:endParaRPr>
          </a:p>
          <a:p>
            <a:pPr indent="0" lvl="0" marL="0" rtl="0" algn="l">
              <a:spcBef>
                <a:spcPts val="0"/>
              </a:spcBef>
              <a:spcAft>
                <a:spcPts val="0"/>
              </a:spcAft>
              <a:buNone/>
            </a:pPr>
            <a:r>
              <a:rPr lang="en" sz="1500">
                <a:solidFill>
                  <a:srgbClr val="000000"/>
                </a:solidFill>
                <a:latin typeface="Jost"/>
                <a:ea typeface="Jost"/>
                <a:cs typeface="Jost"/>
                <a:sym typeface="Jost"/>
              </a:rPr>
              <a:t>3.	come up personal, interpersonal and societal strategies for the following scenario:</a:t>
            </a:r>
            <a:endParaRPr sz="1500">
              <a:solidFill>
                <a:srgbClr val="000000"/>
              </a:solidFill>
              <a:latin typeface="Jost"/>
              <a:ea typeface="Jost"/>
              <a:cs typeface="Jost"/>
              <a:sym typeface="Jost"/>
            </a:endParaRPr>
          </a:p>
          <a:p>
            <a:pPr indent="0" lvl="0" marL="0" rtl="0" algn="ctr">
              <a:spcBef>
                <a:spcPts val="0"/>
              </a:spcBef>
              <a:spcAft>
                <a:spcPts val="0"/>
              </a:spcAft>
              <a:buNone/>
            </a:pPr>
            <a:r>
              <a:t/>
            </a:r>
            <a:endParaRPr sz="1500">
              <a:solidFill>
                <a:srgbClr val="000000"/>
              </a:solidFill>
              <a:latin typeface="Jost"/>
              <a:ea typeface="Jost"/>
              <a:cs typeface="Jost"/>
              <a:sym typeface="Jost"/>
            </a:endParaRPr>
          </a:p>
          <a:p>
            <a:pPr indent="0" lvl="0" marL="0" rtl="0" algn="l">
              <a:spcBef>
                <a:spcPts val="0"/>
              </a:spcBef>
              <a:spcAft>
                <a:spcPts val="0"/>
              </a:spcAft>
              <a:buNone/>
            </a:pPr>
            <a:r>
              <a:rPr lang="en" sz="1300">
                <a:solidFill>
                  <a:srgbClr val="000000"/>
                </a:solidFill>
                <a:latin typeface="Jost"/>
                <a:ea typeface="Jost"/>
                <a:cs typeface="Jost"/>
                <a:sym typeface="Jost"/>
              </a:rPr>
              <a:t>Matiu is 45 year old male of Maori descent, from age 18-33 he smoked cigarettes daily and stopped when he had his first child at 33. Recently, his 70 year old father passed away from lung cancer - his father was a heavy smoker.  Matiu is still dealing with the loss of his father which has triggered him to have a ciggarette every other day to deal with the stress of his fathers, funeral costs and supporting other members of his whanau with the loss of their father. Matiu has a caring wife and has raised her concern over him smoking again.  Matiu has agreed to do something about it but is finding it difficult to stop. He has good job that pays good money, where requires him to be physically fit and smoking will have an impact on his work productivity, it is also an expensive habit. He knows that his kids were a good reason for him to give up smoking all those years ago and he doesnt want the same thing that happened to his dad to happen to him.s three children are the most important thing to him.  Matiu’s wife is concerned that he might take up smoking again and he has agreed that he will try to stop for the sake of his family and the reason for his fathers death, however this is proving easy said then done.</a:t>
            </a:r>
            <a:endParaRPr sz="1300">
              <a:solidFill>
                <a:srgbClr val="000000"/>
              </a:solidFill>
              <a:latin typeface="Jost"/>
              <a:ea typeface="Jost"/>
              <a:cs typeface="Jost"/>
              <a:sym typeface="Jost"/>
            </a:endParaRPr>
          </a:p>
          <a:p>
            <a:pPr indent="0" lvl="0" marL="0" rtl="0" algn="l">
              <a:spcBef>
                <a:spcPts val="0"/>
              </a:spcBef>
              <a:spcAft>
                <a:spcPts val="0"/>
              </a:spcAft>
              <a:buNone/>
            </a:pPr>
            <a:r>
              <a:t/>
            </a:r>
            <a:endParaRPr sz="1800">
              <a:solidFill>
                <a:srgbClr val="000000"/>
              </a:solidFill>
              <a:latin typeface="Jost"/>
              <a:ea typeface="Jost"/>
              <a:cs typeface="Jost"/>
              <a:sym typeface="Jost"/>
            </a:endParaRPr>
          </a:p>
        </p:txBody>
      </p:sp>
      <p:pic>
        <p:nvPicPr>
          <p:cNvPr descr="This timer silently counts down to 0:00, then alerts you that time is up with a gentle beep sound." id="2333" name="Google Shape;2333;p75" title="10 Minute Timer">
            <a:hlinkClick r:id="rId3"/>
          </p:cNvPr>
          <p:cNvPicPr preferRelativeResize="0"/>
          <p:nvPr/>
        </p:nvPicPr>
        <p:blipFill>
          <a:blip r:embed="rId4">
            <a:alphaModFix/>
          </a:blip>
          <a:stretch>
            <a:fillRect/>
          </a:stretch>
        </p:blipFill>
        <p:spPr>
          <a:xfrm>
            <a:off x="6512100" y="238875"/>
            <a:ext cx="2078700" cy="1169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3"/>
                                        </p:tgtEl>
                                        <p:attrNameLst>
                                          <p:attrName>style.visibility</p:attrName>
                                        </p:attrNameLst>
                                      </p:cBhvr>
                                      <p:to>
                                        <p:strVal val="visible"/>
                                      </p:to>
                                    </p:set>
                                    <p:animEffect filter="fade" transition="in">
                                      <p:cBhvr>
                                        <p:cTn dur="1000"/>
                                        <p:tgtEl>
                                          <p:spTgt spid="2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7" name="Shape 2337"/>
        <p:cNvGrpSpPr/>
        <p:nvPr/>
      </p:nvGrpSpPr>
      <p:grpSpPr>
        <a:xfrm>
          <a:off x="0" y="0"/>
          <a:ext cx="0" cy="0"/>
          <a:chOff x="0" y="0"/>
          <a:chExt cx="0" cy="0"/>
        </a:xfrm>
      </p:grpSpPr>
      <p:sp>
        <p:nvSpPr>
          <p:cNvPr id="2338" name="Google Shape;2338;p76"/>
          <p:cNvSpPr txBox="1"/>
          <p:nvPr>
            <p:ph type="ctrTitle"/>
          </p:nvPr>
        </p:nvSpPr>
        <p:spPr>
          <a:xfrm flipH="1">
            <a:off x="770700" y="468450"/>
            <a:ext cx="78201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Independent</a:t>
            </a:r>
            <a:r>
              <a:rPr lang="en" sz="3200">
                <a:solidFill>
                  <a:srgbClr val="212121"/>
                </a:solidFill>
                <a:latin typeface="Luckiest Guy"/>
                <a:ea typeface="Luckiest Guy"/>
                <a:cs typeface="Luckiest Guy"/>
                <a:sym typeface="Luckiest Guy"/>
              </a:rPr>
              <a:t> task - scenario 2</a:t>
            </a:r>
            <a:endParaRPr sz="3200">
              <a:solidFill>
                <a:srgbClr val="212121"/>
              </a:solidFill>
              <a:latin typeface="Luckiest Guy"/>
              <a:ea typeface="Luckiest Guy"/>
              <a:cs typeface="Luckiest Guy"/>
              <a:sym typeface="Luckiest Guy"/>
            </a:endParaRPr>
          </a:p>
        </p:txBody>
      </p:sp>
      <p:sp>
        <p:nvSpPr>
          <p:cNvPr id="2339" name="Google Shape;2339;p76"/>
          <p:cNvSpPr txBox="1"/>
          <p:nvPr>
            <p:ph idx="1" type="subTitle"/>
          </p:nvPr>
        </p:nvSpPr>
        <p:spPr>
          <a:xfrm>
            <a:off x="770700" y="893850"/>
            <a:ext cx="7820100" cy="324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latin typeface="Jost"/>
                <a:ea typeface="Jost"/>
                <a:cs typeface="Jost"/>
                <a:sym typeface="Jost"/>
              </a:rPr>
              <a:t>Using the worksheet explain:</a:t>
            </a:r>
            <a:br>
              <a:rPr lang="en" sz="1500">
                <a:solidFill>
                  <a:srgbClr val="000000"/>
                </a:solidFill>
                <a:latin typeface="Jost"/>
                <a:ea typeface="Jost"/>
                <a:cs typeface="Jost"/>
                <a:sym typeface="Jost"/>
              </a:rPr>
            </a:br>
            <a:r>
              <a:rPr lang="en" sz="1500">
                <a:solidFill>
                  <a:srgbClr val="000000"/>
                </a:solidFill>
                <a:latin typeface="Jost"/>
                <a:ea typeface="Jost"/>
                <a:cs typeface="Jost"/>
                <a:sym typeface="Jost"/>
              </a:rPr>
              <a:t>1.	identify three risk factors &amp; three protective factors</a:t>
            </a:r>
            <a:endParaRPr sz="1500">
              <a:solidFill>
                <a:srgbClr val="000000"/>
              </a:solidFill>
              <a:latin typeface="Jost"/>
              <a:ea typeface="Jost"/>
              <a:cs typeface="Jost"/>
              <a:sym typeface="Jost"/>
            </a:endParaRPr>
          </a:p>
          <a:p>
            <a:pPr indent="0" lvl="0" marL="0" rtl="0" algn="l">
              <a:spcBef>
                <a:spcPts val="0"/>
              </a:spcBef>
              <a:spcAft>
                <a:spcPts val="0"/>
              </a:spcAft>
              <a:buNone/>
            </a:pPr>
            <a:r>
              <a:rPr lang="en" sz="1500">
                <a:solidFill>
                  <a:srgbClr val="000000"/>
                </a:solidFill>
                <a:latin typeface="Jost"/>
                <a:ea typeface="Jost"/>
                <a:cs typeface="Jost"/>
                <a:sym typeface="Jost"/>
              </a:rPr>
              <a:t>2.	How can resilience be built</a:t>
            </a:r>
            <a:endParaRPr sz="1500">
              <a:solidFill>
                <a:srgbClr val="000000"/>
              </a:solidFill>
              <a:latin typeface="Jost"/>
              <a:ea typeface="Jost"/>
              <a:cs typeface="Jost"/>
              <a:sym typeface="Jost"/>
            </a:endParaRPr>
          </a:p>
          <a:p>
            <a:pPr indent="0" lvl="0" marL="0" rtl="0" algn="l">
              <a:spcBef>
                <a:spcPts val="0"/>
              </a:spcBef>
              <a:spcAft>
                <a:spcPts val="0"/>
              </a:spcAft>
              <a:buNone/>
            </a:pPr>
            <a:r>
              <a:rPr lang="en" sz="1500">
                <a:solidFill>
                  <a:srgbClr val="000000"/>
                </a:solidFill>
                <a:latin typeface="Jost"/>
                <a:ea typeface="Jost"/>
                <a:cs typeface="Jost"/>
                <a:sym typeface="Jost"/>
              </a:rPr>
              <a:t>3.	come up personal, interpersonal and societal strategies for the following scenario:</a:t>
            </a:r>
            <a:endParaRPr sz="1500">
              <a:solidFill>
                <a:srgbClr val="000000"/>
              </a:solidFill>
              <a:latin typeface="Jost"/>
              <a:ea typeface="Jost"/>
              <a:cs typeface="Jost"/>
              <a:sym typeface="Jost"/>
            </a:endParaRPr>
          </a:p>
          <a:p>
            <a:pPr indent="0" lvl="0" marL="0" rtl="0" algn="ctr">
              <a:spcBef>
                <a:spcPts val="0"/>
              </a:spcBef>
              <a:spcAft>
                <a:spcPts val="0"/>
              </a:spcAft>
              <a:buNone/>
            </a:pPr>
            <a:r>
              <a:t/>
            </a:r>
            <a:endParaRPr sz="1600">
              <a:solidFill>
                <a:srgbClr val="FFFAE3"/>
              </a:solidFill>
              <a:latin typeface="Cambay"/>
              <a:ea typeface="Cambay"/>
              <a:cs typeface="Cambay"/>
              <a:sym typeface="Cambay"/>
            </a:endParaRPr>
          </a:p>
          <a:p>
            <a:pPr indent="0" lvl="0" marL="0" rtl="0" algn="l">
              <a:spcBef>
                <a:spcPts val="0"/>
              </a:spcBef>
              <a:spcAft>
                <a:spcPts val="0"/>
              </a:spcAft>
              <a:buNone/>
            </a:pPr>
            <a:r>
              <a:rPr lang="en" sz="1600">
                <a:solidFill>
                  <a:srgbClr val="212121"/>
                </a:solidFill>
                <a:latin typeface="Jost"/>
                <a:ea typeface="Jost"/>
                <a:cs typeface="Jost"/>
                <a:sym typeface="Jost"/>
              </a:rPr>
              <a:t>Mary is an 16 year old female at AC.  She gets along well with her learning leaders, gets good grades, plays sport and has a part-time job at the local plant store.  Although, she is shy and knows people at school she doesn't have any close friends and a lot of the time she feels lonely and like she is missing out socially.  Mary’s parents have high paying jobs and have high expectations for her to achieve in all the things she is involved in and whilst she likes achieving Mary has come to the realisation that she feels sad more than happy with her life and wants to have more fun in her life.  When she tried to talk to her parents about being invited to the movies with people from school on the weekends her parents just said “you can't, cause you have sport and work” and felt she couldn't get through to them</a:t>
            </a:r>
            <a:endParaRPr sz="1600">
              <a:solidFill>
                <a:srgbClr val="212121"/>
              </a:solidFill>
              <a:latin typeface="Jost"/>
              <a:ea typeface="Jost"/>
              <a:cs typeface="Jost"/>
              <a:sym typeface="Jost"/>
            </a:endParaRPr>
          </a:p>
          <a:p>
            <a:pPr indent="0" lvl="0" marL="0" rtl="0" algn="l">
              <a:spcBef>
                <a:spcPts val="0"/>
              </a:spcBef>
              <a:spcAft>
                <a:spcPts val="0"/>
              </a:spcAft>
              <a:buNone/>
            </a:pPr>
            <a:r>
              <a:t/>
            </a:r>
            <a:endParaRPr sz="13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000000"/>
              </a:solidFill>
              <a:latin typeface="Jost"/>
              <a:ea typeface="Jost"/>
              <a:cs typeface="Jost"/>
              <a:sym typeface="Jost"/>
            </a:endParaRPr>
          </a:p>
        </p:txBody>
      </p:sp>
      <p:pic>
        <p:nvPicPr>
          <p:cNvPr descr="This timer silently counts down to 0:00, then alerts you that time is up with a gentle beep sound." id="2340" name="Google Shape;2340;p76" title="10 Minute Timer">
            <a:hlinkClick r:id="rId3"/>
          </p:cNvPr>
          <p:cNvPicPr preferRelativeResize="0"/>
          <p:nvPr/>
        </p:nvPicPr>
        <p:blipFill>
          <a:blip r:embed="rId4">
            <a:alphaModFix/>
          </a:blip>
          <a:stretch>
            <a:fillRect/>
          </a:stretch>
        </p:blipFill>
        <p:spPr>
          <a:xfrm>
            <a:off x="7021675" y="410850"/>
            <a:ext cx="1798425" cy="1011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4" name="Shape 2344"/>
        <p:cNvGrpSpPr/>
        <p:nvPr/>
      </p:nvGrpSpPr>
      <p:grpSpPr>
        <a:xfrm>
          <a:off x="0" y="0"/>
          <a:ext cx="0" cy="0"/>
          <a:chOff x="0" y="0"/>
          <a:chExt cx="0" cy="0"/>
        </a:xfrm>
      </p:grpSpPr>
      <p:sp>
        <p:nvSpPr>
          <p:cNvPr id="2345" name="Google Shape;2345;p77"/>
          <p:cNvSpPr txBox="1"/>
          <p:nvPr>
            <p:ph type="ctrTitle"/>
          </p:nvPr>
        </p:nvSpPr>
        <p:spPr>
          <a:xfrm>
            <a:off x="2194950" y="252975"/>
            <a:ext cx="4192800" cy="16878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L2 health</a:t>
            </a:r>
            <a:endParaRPr sz="4600">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Do now - WK 4</a:t>
            </a:r>
            <a:endParaRPr sz="4600">
              <a:solidFill>
                <a:srgbClr val="212121"/>
              </a:solidFill>
              <a:latin typeface="Luckiest Guy"/>
              <a:ea typeface="Luckiest Guy"/>
              <a:cs typeface="Luckiest Guy"/>
              <a:sym typeface="Luckiest Guy"/>
            </a:endParaRPr>
          </a:p>
        </p:txBody>
      </p:sp>
      <p:sp>
        <p:nvSpPr>
          <p:cNvPr id="2346" name="Google Shape;2346;p77"/>
          <p:cNvSpPr txBox="1"/>
          <p:nvPr>
            <p:ph idx="1" type="subTitle"/>
          </p:nvPr>
        </p:nvSpPr>
        <p:spPr>
          <a:xfrm>
            <a:off x="1540775" y="2381775"/>
            <a:ext cx="5050500" cy="1875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Jost"/>
              <a:buAutoNum type="arabicPeriod"/>
            </a:pPr>
            <a:r>
              <a:rPr lang="en">
                <a:latin typeface="Jost"/>
                <a:ea typeface="Jost"/>
                <a:cs typeface="Jost"/>
                <a:sym typeface="Jost"/>
              </a:rPr>
              <a:t>Talk to the person next you about what you think this quote means</a:t>
            </a:r>
            <a:endParaRPr>
              <a:latin typeface="Jost"/>
              <a:ea typeface="Jost"/>
              <a:cs typeface="Jost"/>
              <a:sym typeface="Jost"/>
            </a:endParaRPr>
          </a:p>
          <a:p>
            <a:pPr indent="-342900" lvl="0" marL="457200" rtl="0" algn="l">
              <a:spcBef>
                <a:spcPts val="0"/>
              </a:spcBef>
              <a:spcAft>
                <a:spcPts val="0"/>
              </a:spcAft>
              <a:buSzPts val="1800"/>
              <a:buFont typeface="Jost"/>
              <a:buAutoNum type="arabicPeriod"/>
            </a:pPr>
            <a:r>
              <a:rPr lang="en">
                <a:latin typeface="Jost"/>
                <a:ea typeface="Jost"/>
                <a:cs typeface="Jost"/>
                <a:sym typeface="Jost"/>
              </a:rPr>
              <a:t>Discuss what you think about change - is it hard/easy? Is it the same for everyone?</a:t>
            </a:r>
            <a:endParaRPr>
              <a:latin typeface="Jost"/>
              <a:ea typeface="Jost"/>
              <a:cs typeface="Jost"/>
              <a:sym typeface="Jost"/>
            </a:endParaRPr>
          </a:p>
        </p:txBody>
      </p:sp>
      <p:sp>
        <p:nvSpPr>
          <p:cNvPr id="2347" name="Google Shape;2347;p77"/>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77"/>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77"/>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77"/>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77"/>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77"/>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77"/>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77"/>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77"/>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77"/>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77"/>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77"/>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77"/>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77"/>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77"/>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77"/>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77"/>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77"/>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77"/>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77"/>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77"/>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77"/>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77"/>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77"/>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77"/>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77"/>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77"/>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77"/>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77"/>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77"/>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77"/>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2378" name="Google Shape;2378;p77" title="10 Minute Timer">
            <a:hlinkClick r:id="rId3"/>
          </p:cNvPr>
          <p:cNvPicPr preferRelativeResize="0"/>
          <p:nvPr/>
        </p:nvPicPr>
        <p:blipFill>
          <a:blip r:embed="rId4">
            <a:alphaModFix/>
          </a:blip>
          <a:stretch>
            <a:fillRect/>
          </a:stretch>
        </p:blipFill>
        <p:spPr>
          <a:xfrm>
            <a:off x="6591388" y="233100"/>
            <a:ext cx="1716525" cy="965550"/>
          </a:xfrm>
          <a:prstGeom prst="rect">
            <a:avLst/>
          </a:prstGeom>
          <a:noFill/>
          <a:ln>
            <a:noFill/>
          </a:ln>
        </p:spPr>
      </p:pic>
      <p:pic>
        <p:nvPicPr>
          <p:cNvPr id="2379" name="Google Shape;2379;p77"/>
          <p:cNvPicPr preferRelativeResize="0"/>
          <p:nvPr/>
        </p:nvPicPr>
        <p:blipFill rotWithShape="1">
          <a:blip r:embed="rId5">
            <a:alphaModFix/>
          </a:blip>
          <a:srcRect b="49947" l="0" r="0" t="0"/>
          <a:stretch/>
        </p:blipFill>
        <p:spPr>
          <a:xfrm>
            <a:off x="6463723" y="2030175"/>
            <a:ext cx="2497403" cy="18749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61"/>
                                        </p:tgtEl>
                                        <p:attrNameLst>
                                          <p:attrName>style.visibility</p:attrName>
                                        </p:attrNameLst>
                                      </p:cBhvr>
                                      <p:to>
                                        <p:strVal val="visible"/>
                                      </p:to>
                                    </p:set>
                                    <p:anim calcmode="lin" valueType="num">
                                      <p:cBhvr additive="base">
                                        <p:cTn dur="200"/>
                                        <p:tgtEl>
                                          <p:spTgt spid="2361"/>
                                        </p:tgtEl>
                                        <p:attrNameLst>
                                          <p:attrName>ppt_w</p:attrName>
                                        </p:attrNameLst>
                                      </p:cBhvr>
                                      <p:tavLst>
                                        <p:tav fmla="" tm="0">
                                          <p:val>
                                            <p:strVal val="0"/>
                                          </p:val>
                                        </p:tav>
                                        <p:tav fmla="" tm="100000">
                                          <p:val>
                                            <p:strVal val="#ppt_w"/>
                                          </p:val>
                                        </p:tav>
                                      </p:tavLst>
                                    </p:anim>
                                    <p:anim calcmode="lin" valueType="num">
                                      <p:cBhvr additive="base">
                                        <p:cTn dur="200"/>
                                        <p:tgtEl>
                                          <p:spTgt spid="2361"/>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368"/>
                                        </p:tgtEl>
                                        <p:attrNameLst>
                                          <p:attrName>style.visibility</p:attrName>
                                        </p:attrNameLst>
                                      </p:cBhvr>
                                      <p:to>
                                        <p:strVal val="visible"/>
                                      </p:to>
                                    </p:set>
                                    <p:anim calcmode="lin" valueType="num">
                                      <p:cBhvr additive="base">
                                        <p:cTn dur="200"/>
                                        <p:tgtEl>
                                          <p:spTgt spid="2368"/>
                                        </p:tgtEl>
                                        <p:attrNameLst>
                                          <p:attrName>ppt_w</p:attrName>
                                        </p:attrNameLst>
                                      </p:cBhvr>
                                      <p:tavLst>
                                        <p:tav fmla="" tm="0">
                                          <p:val>
                                            <p:strVal val="0"/>
                                          </p:val>
                                        </p:tav>
                                        <p:tav fmla="" tm="100000">
                                          <p:val>
                                            <p:strVal val="#ppt_w"/>
                                          </p:val>
                                        </p:tav>
                                      </p:tavLst>
                                    </p:anim>
                                    <p:anim calcmode="lin" valueType="num">
                                      <p:cBhvr additive="base">
                                        <p:cTn dur="200"/>
                                        <p:tgtEl>
                                          <p:spTgt spid="2368"/>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357"/>
                                        </p:tgtEl>
                                        <p:attrNameLst>
                                          <p:attrName>style.visibility</p:attrName>
                                        </p:attrNameLst>
                                      </p:cBhvr>
                                      <p:to>
                                        <p:strVal val="visible"/>
                                      </p:to>
                                    </p:set>
                                    <p:anim calcmode="lin" valueType="num">
                                      <p:cBhvr additive="base">
                                        <p:cTn dur="200"/>
                                        <p:tgtEl>
                                          <p:spTgt spid="2357"/>
                                        </p:tgtEl>
                                        <p:attrNameLst>
                                          <p:attrName>ppt_w</p:attrName>
                                        </p:attrNameLst>
                                      </p:cBhvr>
                                      <p:tavLst>
                                        <p:tav fmla="" tm="0">
                                          <p:val>
                                            <p:strVal val="0"/>
                                          </p:val>
                                        </p:tav>
                                        <p:tav fmla="" tm="100000">
                                          <p:val>
                                            <p:strVal val="#ppt_w"/>
                                          </p:val>
                                        </p:tav>
                                      </p:tavLst>
                                    </p:anim>
                                    <p:anim calcmode="lin" valueType="num">
                                      <p:cBhvr additive="base">
                                        <p:cTn dur="200"/>
                                        <p:tgtEl>
                                          <p:spTgt spid="235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345"/>
                                        </p:tgtEl>
                                        <p:attrNameLst>
                                          <p:attrName>style.visibility</p:attrName>
                                        </p:attrNameLst>
                                      </p:cBhvr>
                                      <p:to>
                                        <p:strVal val="visible"/>
                                      </p:to>
                                    </p:set>
                                    <p:animEffect filter="fade" transition="in">
                                      <p:cBhvr>
                                        <p:cTn dur="300"/>
                                        <p:tgtEl>
                                          <p:spTgt spid="2345"/>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348"/>
                                        </p:tgtEl>
                                        <p:attrNameLst>
                                          <p:attrName>style.visibility</p:attrName>
                                        </p:attrNameLst>
                                      </p:cBhvr>
                                      <p:to>
                                        <p:strVal val="visible"/>
                                      </p:to>
                                    </p:set>
                                    <p:anim calcmode="lin" valueType="num">
                                      <p:cBhvr additive="base">
                                        <p:cTn dur="200"/>
                                        <p:tgtEl>
                                          <p:spTgt spid="2348"/>
                                        </p:tgtEl>
                                        <p:attrNameLst>
                                          <p:attrName>ppt_w</p:attrName>
                                        </p:attrNameLst>
                                      </p:cBhvr>
                                      <p:tavLst>
                                        <p:tav fmla="" tm="0">
                                          <p:val>
                                            <p:strVal val="0"/>
                                          </p:val>
                                        </p:tav>
                                        <p:tav fmla="" tm="100000">
                                          <p:val>
                                            <p:strVal val="#ppt_w"/>
                                          </p:val>
                                        </p:tav>
                                      </p:tavLst>
                                    </p:anim>
                                    <p:anim calcmode="lin" valueType="num">
                                      <p:cBhvr additive="base">
                                        <p:cTn dur="200"/>
                                        <p:tgtEl>
                                          <p:spTgt spid="2348"/>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362"/>
                                        </p:tgtEl>
                                        <p:attrNameLst>
                                          <p:attrName>style.visibility</p:attrName>
                                        </p:attrNameLst>
                                      </p:cBhvr>
                                      <p:to>
                                        <p:strVal val="visible"/>
                                      </p:to>
                                    </p:set>
                                    <p:anim calcmode="lin" valueType="num">
                                      <p:cBhvr additive="base">
                                        <p:cTn dur="200"/>
                                        <p:tgtEl>
                                          <p:spTgt spid="2362"/>
                                        </p:tgtEl>
                                        <p:attrNameLst>
                                          <p:attrName>ppt_w</p:attrName>
                                        </p:attrNameLst>
                                      </p:cBhvr>
                                      <p:tavLst>
                                        <p:tav fmla="" tm="0">
                                          <p:val>
                                            <p:strVal val="0"/>
                                          </p:val>
                                        </p:tav>
                                        <p:tav fmla="" tm="100000">
                                          <p:val>
                                            <p:strVal val="#ppt_w"/>
                                          </p:val>
                                        </p:tav>
                                      </p:tavLst>
                                    </p:anim>
                                    <p:anim calcmode="lin" valueType="num">
                                      <p:cBhvr additive="base">
                                        <p:cTn dur="200"/>
                                        <p:tgtEl>
                                          <p:spTgt spid="2362"/>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350"/>
                                        </p:tgtEl>
                                        <p:attrNameLst>
                                          <p:attrName>style.visibility</p:attrName>
                                        </p:attrNameLst>
                                      </p:cBhvr>
                                      <p:to>
                                        <p:strVal val="visible"/>
                                      </p:to>
                                    </p:set>
                                    <p:anim calcmode="lin" valueType="num">
                                      <p:cBhvr additive="base">
                                        <p:cTn dur="200"/>
                                        <p:tgtEl>
                                          <p:spTgt spid="2350"/>
                                        </p:tgtEl>
                                        <p:attrNameLst>
                                          <p:attrName>ppt_w</p:attrName>
                                        </p:attrNameLst>
                                      </p:cBhvr>
                                      <p:tavLst>
                                        <p:tav fmla="" tm="0">
                                          <p:val>
                                            <p:strVal val="0"/>
                                          </p:val>
                                        </p:tav>
                                        <p:tav fmla="" tm="100000">
                                          <p:val>
                                            <p:strVal val="#ppt_w"/>
                                          </p:val>
                                        </p:tav>
                                      </p:tavLst>
                                    </p:anim>
                                    <p:anim calcmode="lin" valueType="num">
                                      <p:cBhvr additive="base">
                                        <p:cTn dur="200"/>
                                        <p:tgtEl>
                                          <p:spTgt spid="2350"/>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360"/>
                                        </p:tgtEl>
                                        <p:attrNameLst>
                                          <p:attrName>style.visibility</p:attrName>
                                        </p:attrNameLst>
                                      </p:cBhvr>
                                      <p:to>
                                        <p:strVal val="visible"/>
                                      </p:to>
                                    </p:set>
                                    <p:anim calcmode="lin" valueType="num">
                                      <p:cBhvr additive="base">
                                        <p:cTn dur="200"/>
                                        <p:tgtEl>
                                          <p:spTgt spid="2360"/>
                                        </p:tgtEl>
                                        <p:attrNameLst>
                                          <p:attrName>ppt_w</p:attrName>
                                        </p:attrNameLst>
                                      </p:cBhvr>
                                      <p:tavLst>
                                        <p:tav fmla="" tm="0">
                                          <p:val>
                                            <p:strVal val="0"/>
                                          </p:val>
                                        </p:tav>
                                        <p:tav fmla="" tm="100000">
                                          <p:val>
                                            <p:strVal val="#ppt_w"/>
                                          </p:val>
                                        </p:tav>
                                      </p:tavLst>
                                    </p:anim>
                                    <p:anim calcmode="lin" valueType="num">
                                      <p:cBhvr additive="base">
                                        <p:cTn dur="200"/>
                                        <p:tgtEl>
                                          <p:spTgt spid="2360"/>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352"/>
                                        </p:tgtEl>
                                        <p:attrNameLst>
                                          <p:attrName>style.visibility</p:attrName>
                                        </p:attrNameLst>
                                      </p:cBhvr>
                                      <p:to>
                                        <p:strVal val="visible"/>
                                      </p:to>
                                    </p:set>
                                    <p:anim calcmode="lin" valueType="num">
                                      <p:cBhvr additive="base">
                                        <p:cTn dur="200"/>
                                        <p:tgtEl>
                                          <p:spTgt spid="2352"/>
                                        </p:tgtEl>
                                        <p:attrNameLst>
                                          <p:attrName>ppt_w</p:attrName>
                                        </p:attrNameLst>
                                      </p:cBhvr>
                                      <p:tavLst>
                                        <p:tav fmla="" tm="0">
                                          <p:val>
                                            <p:strVal val="0"/>
                                          </p:val>
                                        </p:tav>
                                        <p:tav fmla="" tm="100000">
                                          <p:val>
                                            <p:strVal val="#ppt_w"/>
                                          </p:val>
                                        </p:tav>
                                      </p:tavLst>
                                    </p:anim>
                                    <p:anim calcmode="lin" valueType="num">
                                      <p:cBhvr additive="base">
                                        <p:cTn dur="200"/>
                                        <p:tgtEl>
                                          <p:spTgt spid="2352"/>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370"/>
                                        </p:tgtEl>
                                        <p:attrNameLst>
                                          <p:attrName>style.visibility</p:attrName>
                                        </p:attrNameLst>
                                      </p:cBhvr>
                                      <p:to>
                                        <p:strVal val="visible"/>
                                      </p:to>
                                    </p:set>
                                    <p:anim calcmode="lin" valueType="num">
                                      <p:cBhvr additive="base">
                                        <p:cTn dur="200"/>
                                        <p:tgtEl>
                                          <p:spTgt spid="2370"/>
                                        </p:tgtEl>
                                        <p:attrNameLst>
                                          <p:attrName>ppt_w</p:attrName>
                                        </p:attrNameLst>
                                      </p:cBhvr>
                                      <p:tavLst>
                                        <p:tav fmla="" tm="0">
                                          <p:val>
                                            <p:strVal val="0"/>
                                          </p:val>
                                        </p:tav>
                                        <p:tav fmla="" tm="100000">
                                          <p:val>
                                            <p:strVal val="#ppt_w"/>
                                          </p:val>
                                        </p:tav>
                                      </p:tavLst>
                                    </p:anim>
                                    <p:anim calcmode="lin" valueType="num">
                                      <p:cBhvr additive="base">
                                        <p:cTn dur="200"/>
                                        <p:tgtEl>
                                          <p:spTgt spid="2370"/>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356"/>
                                        </p:tgtEl>
                                        <p:attrNameLst>
                                          <p:attrName>style.visibility</p:attrName>
                                        </p:attrNameLst>
                                      </p:cBhvr>
                                      <p:to>
                                        <p:strVal val="visible"/>
                                      </p:to>
                                    </p:set>
                                    <p:anim calcmode="lin" valueType="num">
                                      <p:cBhvr additive="base">
                                        <p:cTn dur="200"/>
                                        <p:tgtEl>
                                          <p:spTgt spid="2356"/>
                                        </p:tgtEl>
                                        <p:attrNameLst>
                                          <p:attrName>ppt_w</p:attrName>
                                        </p:attrNameLst>
                                      </p:cBhvr>
                                      <p:tavLst>
                                        <p:tav fmla="" tm="0">
                                          <p:val>
                                            <p:strVal val="0"/>
                                          </p:val>
                                        </p:tav>
                                        <p:tav fmla="" tm="100000">
                                          <p:val>
                                            <p:strVal val="#ppt_w"/>
                                          </p:val>
                                        </p:tav>
                                      </p:tavLst>
                                    </p:anim>
                                    <p:anim calcmode="lin" valueType="num">
                                      <p:cBhvr additive="base">
                                        <p:cTn dur="200"/>
                                        <p:tgtEl>
                                          <p:spTgt spid="2356"/>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349"/>
                                        </p:tgtEl>
                                        <p:attrNameLst>
                                          <p:attrName>style.visibility</p:attrName>
                                        </p:attrNameLst>
                                      </p:cBhvr>
                                      <p:to>
                                        <p:strVal val="visible"/>
                                      </p:to>
                                    </p:set>
                                    <p:anim calcmode="lin" valueType="num">
                                      <p:cBhvr additive="base">
                                        <p:cTn dur="200"/>
                                        <p:tgtEl>
                                          <p:spTgt spid="2349"/>
                                        </p:tgtEl>
                                        <p:attrNameLst>
                                          <p:attrName>ppt_w</p:attrName>
                                        </p:attrNameLst>
                                      </p:cBhvr>
                                      <p:tavLst>
                                        <p:tav fmla="" tm="0">
                                          <p:val>
                                            <p:strVal val="0"/>
                                          </p:val>
                                        </p:tav>
                                        <p:tav fmla="" tm="100000">
                                          <p:val>
                                            <p:strVal val="#ppt_w"/>
                                          </p:val>
                                        </p:tav>
                                      </p:tavLst>
                                    </p:anim>
                                    <p:anim calcmode="lin" valueType="num">
                                      <p:cBhvr additive="base">
                                        <p:cTn dur="200"/>
                                        <p:tgtEl>
                                          <p:spTgt spid="2349"/>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347"/>
                                        </p:tgtEl>
                                        <p:attrNameLst>
                                          <p:attrName>style.visibility</p:attrName>
                                        </p:attrNameLst>
                                      </p:cBhvr>
                                      <p:to>
                                        <p:strVal val="visible"/>
                                      </p:to>
                                    </p:set>
                                    <p:anim calcmode="lin" valueType="num">
                                      <p:cBhvr additive="base">
                                        <p:cTn dur="200"/>
                                        <p:tgtEl>
                                          <p:spTgt spid="2347"/>
                                        </p:tgtEl>
                                        <p:attrNameLst>
                                          <p:attrName>ppt_w</p:attrName>
                                        </p:attrNameLst>
                                      </p:cBhvr>
                                      <p:tavLst>
                                        <p:tav fmla="" tm="0">
                                          <p:val>
                                            <p:strVal val="0"/>
                                          </p:val>
                                        </p:tav>
                                        <p:tav fmla="" tm="100000">
                                          <p:val>
                                            <p:strVal val="#ppt_w"/>
                                          </p:val>
                                        </p:tav>
                                      </p:tavLst>
                                    </p:anim>
                                    <p:anim calcmode="lin" valueType="num">
                                      <p:cBhvr additive="base">
                                        <p:cTn dur="200"/>
                                        <p:tgtEl>
                                          <p:spTgt spid="2347"/>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351"/>
                                        </p:tgtEl>
                                        <p:attrNameLst>
                                          <p:attrName>style.visibility</p:attrName>
                                        </p:attrNameLst>
                                      </p:cBhvr>
                                      <p:to>
                                        <p:strVal val="visible"/>
                                      </p:to>
                                    </p:set>
                                    <p:anim calcmode="lin" valueType="num">
                                      <p:cBhvr additive="base">
                                        <p:cTn dur="200"/>
                                        <p:tgtEl>
                                          <p:spTgt spid="2351"/>
                                        </p:tgtEl>
                                        <p:attrNameLst>
                                          <p:attrName>ppt_w</p:attrName>
                                        </p:attrNameLst>
                                      </p:cBhvr>
                                      <p:tavLst>
                                        <p:tav fmla="" tm="0">
                                          <p:val>
                                            <p:strVal val="0"/>
                                          </p:val>
                                        </p:tav>
                                        <p:tav fmla="" tm="100000">
                                          <p:val>
                                            <p:strVal val="#ppt_w"/>
                                          </p:val>
                                        </p:tav>
                                      </p:tavLst>
                                    </p:anim>
                                    <p:anim calcmode="lin" valueType="num">
                                      <p:cBhvr additive="base">
                                        <p:cTn dur="200"/>
                                        <p:tgtEl>
                                          <p:spTgt spid="2351"/>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363"/>
                                        </p:tgtEl>
                                        <p:attrNameLst>
                                          <p:attrName>style.visibility</p:attrName>
                                        </p:attrNameLst>
                                      </p:cBhvr>
                                      <p:to>
                                        <p:strVal val="visible"/>
                                      </p:to>
                                    </p:set>
                                    <p:anim calcmode="lin" valueType="num">
                                      <p:cBhvr additive="base">
                                        <p:cTn dur="200"/>
                                        <p:tgtEl>
                                          <p:spTgt spid="2363"/>
                                        </p:tgtEl>
                                        <p:attrNameLst>
                                          <p:attrName>ppt_w</p:attrName>
                                        </p:attrNameLst>
                                      </p:cBhvr>
                                      <p:tavLst>
                                        <p:tav fmla="" tm="0">
                                          <p:val>
                                            <p:strVal val="0"/>
                                          </p:val>
                                        </p:tav>
                                        <p:tav fmla="" tm="100000">
                                          <p:val>
                                            <p:strVal val="#ppt_w"/>
                                          </p:val>
                                        </p:tav>
                                      </p:tavLst>
                                    </p:anim>
                                    <p:anim calcmode="lin" valueType="num">
                                      <p:cBhvr additive="base">
                                        <p:cTn dur="200"/>
                                        <p:tgtEl>
                                          <p:spTgt spid="2363"/>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371"/>
                                        </p:tgtEl>
                                        <p:attrNameLst>
                                          <p:attrName>style.visibility</p:attrName>
                                        </p:attrNameLst>
                                      </p:cBhvr>
                                      <p:to>
                                        <p:strVal val="visible"/>
                                      </p:to>
                                    </p:set>
                                    <p:anim calcmode="lin" valueType="num">
                                      <p:cBhvr additive="base">
                                        <p:cTn dur="200"/>
                                        <p:tgtEl>
                                          <p:spTgt spid="2371"/>
                                        </p:tgtEl>
                                        <p:attrNameLst>
                                          <p:attrName>ppt_w</p:attrName>
                                        </p:attrNameLst>
                                      </p:cBhvr>
                                      <p:tavLst>
                                        <p:tav fmla="" tm="0">
                                          <p:val>
                                            <p:strVal val="0"/>
                                          </p:val>
                                        </p:tav>
                                        <p:tav fmla="" tm="100000">
                                          <p:val>
                                            <p:strVal val="#ppt_w"/>
                                          </p:val>
                                        </p:tav>
                                      </p:tavLst>
                                    </p:anim>
                                    <p:anim calcmode="lin" valueType="num">
                                      <p:cBhvr additive="base">
                                        <p:cTn dur="200"/>
                                        <p:tgtEl>
                                          <p:spTgt spid="2371"/>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354"/>
                                        </p:tgtEl>
                                        <p:attrNameLst>
                                          <p:attrName>style.visibility</p:attrName>
                                        </p:attrNameLst>
                                      </p:cBhvr>
                                      <p:to>
                                        <p:strVal val="visible"/>
                                      </p:to>
                                    </p:set>
                                    <p:anim calcmode="lin" valueType="num">
                                      <p:cBhvr additive="base">
                                        <p:cTn dur="200"/>
                                        <p:tgtEl>
                                          <p:spTgt spid="2354"/>
                                        </p:tgtEl>
                                        <p:attrNameLst>
                                          <p:attrName>ppt_w</p:attrName>
                                        </p:attrNameLst>
                                      </p:cBhvr>
                                      <p:tavLst>
                                        <p:tav fmla="" tm="0">
                                          <p:val>
                                            <p:strVal val="0"/>
                                          </p:val>
                                        </p:tav>
                                        <p:tav fmla="" tm="100000">
                                          <p:val>
                                            <p:strVal val="#ppt_w"/>
                                          </p:val>
                                        </p:tav>
                                      </p:tavLst>
                                    </p:anim>
                                    <p:anim calcmode="lin" valueType="num">
                                      <p:cBhvr additive="base">
                                        <p:cTn dur="200"/>
                                        <p:tgtEl>
                                          <p:spTgt spid="2354"/>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355"/>
                                        </p:tgtEl>
                                        <p:attrNameLst>
                                          <p:attrName>style.visibility</p:attrName>
                                        </p:attrNameLst>
                                      </p:cBhvr>
                                      <p:to>
                                        <p:strVal val="visible"/>
                                      </p:to>
                                    </p:set>
                                    <p:anim calcmode="lin" valueType="num">
                                      <p:cBhvr additive="base">
                                        <p:cTn dur="200"/>
                                        <p:tgtEl>
                                          <p:spTgt spid="2355"/>
                                        </p:tgtEl>
                                        <p:attrNameLst>
                                          <p:attrName>ppt_w</p:attrName>
                                        </p:attrNameLst>
                                      </p:cBhvr>
                                      <p:tavLst>
                                        <p:tav fmla="" tm="0">
                                          <p:val>
                                            <p:strVal val="0"/>
                                          </p:val>
                                        </p:tav>
                                        <p:tav fmla="" tm="100000">
                                          <p:val>
                                            <p:strVal val="#ppt_w"/>
                                          </p:val>
                                        </p:tav>
                                      </p:tavLst>
                                    </p:anim>
                                    <p:anim calcmode="lin" valueType="num">
                                      <p:cBhvr additive="base">
                                        <p:cTn dur="200"/>
                                        <p:tgtEl>
                                          <p:spTgt spid="2355"/>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364"/>
                                        </p:tgtEl>
                                        <p:attrNameLst>
                                          <p:attrName>style.visibility</p:attrName>
                                        </p:attrNameLst>
                                      </p:cBhvr>
                                      <p:to>
                                        <p:strVal val="visible"/>
                                      </p:to>
                                    </p:set>
                                    <p:anim calcmode="lin" valueType="num">
                                      <p:cBhvr additive="base">
                                        <p:cTn dur="200"/>
                                        <p:tgtEl>
                                          <p:spTgt spid="2364"/>
                                        </p:tgtEl>
                                        <p:attrNameLst>
                                          <p:attrName>ppt_w</p:attrName>
                                        </p:attrNameLst>
                                      </p:cBhvr>
                                      <p:tavLst>
                                        <p:tav fmla="" tm="0">
                                          <p:val>
                                            <p:strVal val="0"/>
                                          </p:val>
                                        </p:tav>
                                        <p:tav fmla="" tm="100000">
                                          <p:val>
                                            <p:strVal val="#ppt_w"/>
                                          </p:val>
                                        </p:tav>
                                      </p:tavLst>
                                    </p:anim>
                                    <p:anim calcmode="lin" valueType="num">
                                      <p:cBhvr additive="base">
                                        <p:cTn dur="200"/>
                                        <p:tgtEl>
                                          <p:spTgt spid="2364"/>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353"/>
                                        </p:tgtEl>
                                        <p:attrNameLst>
                                          <p:attrName>style.visibility</p:attrName>
                                        </p:attrNameLst>
                                      </p:cBhvr>
                                      <p:to>
                                        <p:strVal val="visible"/>
                                      </p:to>
                                    </p:set>
                                    <p:anim calcmode="lin" valueType="num">
                                      <p:cBhvr additive="base">
                                        <p:cTn dur="200"/>
                                        <p:tgtEl>
                                          <p:spTgt spid="2353"/>
                                        </p:tgtEl>
                                        <p:attrNameLst>
                                          <p:attrName>ppt_w</p:attrName>
                                        </p:attrNameLst>
                                      </p:cBhvr>
                                      <p:tavLst>
                                        <p:tav fmla="" tm="0">
                                          <p:val>
                                            <p:strVal val="0"/>
                                          </p:val>
                                        </p:tav>
                                        <p:tav fmla="" tm="100000">
                                          <p:val>
                                            <p:strVal val="#ppt_w"/>
                                          </p:val>
                                        </p:tav>
                                      </p:tavLst>
                                    </p:anim>
                                    <p:anim calcmode="lin" valueType="num">
                                      <p:cBhvr additive="base">
                                        <p:cTn dur="200"/>
                                        <p:tgtEl>
                                          <p:spTgt spid="235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346"/>
                                        </p:tgtEl>
                                        <p:attrNameLst>
                                          <p:attrName>style.visibility</p:attrName>
                                        </p:attrNameLst>
                                      </p:cBhvr>
                                      <p:to>
                                        <p:strVal val="visible"/>
                                      </p:to>
                                    </p:set>
                                    <p:animEffect filter="fade" transition="in">
                                      <p:cBhvr>
                                        <p:cTn dur="300"/>
                                        <p:tgtEl>
                                          <p:spTgt spid="2346"/>
                                        </p:tgtEl>
                                      </p:cBhvr>
                                    </p:animEffect>
                                  </p:childTnLst>
                                </p:cTn>
                              </p:par>
                            </p:childTnLst>
                          </p:cTn>
                        </p:par>
                        <p:par>
                          <p:cTn fill="hold">
                            <p:stCondLst>
                              <p:cond delay="4000"/>
                            </p:stCondLst>
                            <p:childTnLst>
                              <p:par>
                                <p:cTn fill="hold" nodeType="afterEffect" presetClass="entr" presetID="23" presetSubtype="16">
                                  <p:stCondLst>
                                    <p:cond delay="0"/>
                                  </p:stCondLst>
                                  <p:childTnLst>
                                    <p:set>
                                      <p:cBhvr>
                                        <p:cTn dur="1" fill="hold">
                                          <p:stCondLst>
                                            <p:cond delay="0"/>
                                          </p:stCondLst>
                                        </p:cTn>
                                        <p:tgtEl>
                                          <p:spTgt spid="2365"/>
                                        </p:tgtEl>
                                        <p:attrNameLst>
                                          <p:attrName>style.visibility</p:attrName>
                                        </p:attrNameLst>
                                      </p:cBhvr>
                                      <p:to>
                                        <p:strVal val="visible"/>
                                      </p:to>
                                    </p:set>
                                    <p:anim calcmode="lin" valueType="num">
                                      <p:cBhvr additive="base">
                                        <p:cTn dur="200"/>
                                        <p:tgtEl>
                                          <p:spTgt spid="2365"/>
                                        </p:tgtEl>
                                        <p:attrNameLst>
                                          <p:attrName>ppt_w</p:attrName>
                                        </p:attrNameLst>
                                      </p:cBhvr>
                                      <p:tavLst>
                                        <p:tav fmla="" tm="0">
                                          <p:val>
                                            <p:strVal val="0"/>
                                          </p:val>
                                        </p:tav>
                                        <p:tav fmla="" tm="100000">
                                          <p:val>
                                            <p:strVal val="#ppt_w"/>
                                          </p:val>
                                        </p:tav>
                                      </p:tavLst>
                                    </p:anim>
                                    <p:anim calcmode="lin" valueType="num">
                                      <p:cBhvr additive="base">
                                        <p:cTn dur="200"/>
                                        <p:tgtEl>
                                          <p:spTgt spid="2365"/>
                                        </p:tgtEl>
                                        <p:attrNameLst>
                                          <p:attrName>ppt_h</p:attrName>
                                        </p:attrNameLst>
                                      </p:cBhvr>
                                      <p:tavLst>
                                        <p:tav fmla="" tm="0">
                                          <p:val>
                                            <p:strVal val="0"/>
                                          </p:val>
                                        </p:tav>
                                        <p:tav fmla="" tm="100000">
                                          <p:val>
                                            <p:strVal val="#ppt_h"/>
                                          </p:val>
                                        </p:tav>
                                      </p:tavLst>
                                    </p:anim>
                                  </p:childTnLst>
                                </p:cTn>
                              </p:par>
                            </p:childTnLst>
                          </p:cTn>
                        </p:par>
                        <p:par>
                          <p:cTn fill="hold">
                            <p:stCondLst>
                              <p:cond delay="4200"/>
                            </p:stCondLst>
                            <p:childTnLst>
                              <p:par>
                                <p:cTn fill="hold" nodeType="afterEffect" presetClass="entr" presetID="23" presetSubtype="16">
                                  <p:stCondLst>
                                    <p:cond delay="0"/>
                                  </p:stCondLst>
                                  <p:childTnLst>
                                    <p:set>
                                      <p:cBhvr>
                                        <p:cTn dur="1" fill="hold">
                                          <p:stCondLst>
                                            <p:cond delay="0"/>
                                          </p:stCondLst>
                                        </p:cTn>
                                        <p:tgtEl>
                                          <p:spTgt spid="2369"/>
                                        </p:tgtEl>
                                        <p:attrNameLst>
                                          <p:attrName>style.visibility</p:attrName>
                                        </p:attrNameLst>
                                      </p:cBhvr>
                                      <p:to>
                                        <p:strVal val="visible"/>
                                      </p:to>
                                    </p:set>
                                    <p:anim calcmode="lin" valueType="num">
                                      <p:cBhvr additive="base">
                                        <p:cTn dur="200"/>
                                        <p:tgtEl>
                                          <p:spTgt spid="2369"/>
                                        </p:tgtEl>
                                        <p:attrNameLst>
                                          <p:attrName>ppt_w</p:attrName>
                                        </p:attrNameLst>
                                      </p:cBhvr>
                                      <p:tavLst>
                                        <p:tav fmla="" tm="0">
                                          <p:val>
                                            <p:strVal val="0"/>
                                          </p:val>
                                        </p:tav>
                                        <p:tav fmla="" tm="100000">
                                          <p:val>
                                            <p:strVal val="#ppt_w"/>
                                          </p:val>
                                        </p:tav>
                                      </p:tavLst>
                                    </p:anim>
                                    <p:anim calcmode="lin" valueType="num">
                                      <p:cBhvr additive="base">
                                        <p:cTn dur="200"/>
                                        <p:tgtEl>
                                          <p:spTgt spid="2369"/>
                                        </p:tgtEl>
                                        <p:attrNameLst>
                                          <p:attrName>ppt_h</p:attrName>
                                        </p:attrNameLst>
                                      </p:cBhvr>
                                      <p:tavLst>
                                        <p:tav fmla="" tm="0">
                                          <p:val>
                                            <p:strVal val="0"/>
                                          </p:val>
                                        </p:tav>
                                        <p:tav fmla="" tm="100000">
                                          <p:val>
                                            <p:strVal val="#ppt_h"/>
                                          </p:val>
                                        </p:tav>
                                      </p:tavLst>
                                    </p:anim>
                                  </p:childTnLst>
                                </p:cTn>
                              </p:par>
                            </p:childTnLst>
                          </p:cTn>
                        </p:par>
                        <p:par>
                          <p:cTn fill="hold">
                            <p:stCondLst>
                              <p:cond delay="4400"/>
                            </p:stCondLst>
                            <p:childTnLst>
                              <p:par>
                                <p:cTn fill="hold" nodeType="afterEffect" presetClass="entr" presetID="23" presetSubtype="16">
                                  <p:stCondLst>
                                    <p:cond delay="0"/>
                                  </p:stCondLst>
                                  <p:childTnLst>
                                    <p:set>
                                      <p:cBhvr>
                                        <p:cTn dur="1" fill="hold">
                                          <p:stCondLst>
                                            <p:cond delay="0"/>
                                          </p:stCondLst>
                                        </p:cTn>
                                        <p:tgtEl>
                                          <p:spTgt spid="2367"/>
                                        </p:tgtEl>
                                        <p:attrNameLst>
                                          <p:attrName>style.visibility</p:attrName>
                                        </p:attrNameLst>
                                      </p:cBhvr>
                                      <p:to>
                                        <p:strVal val="visible"/>
                                      </p:to>
                                    </p:set>
                                    <p:anim calcmode="lin" valueType="num">
                                      <p:cBhvr additive="base">
                                        <p:cTn dur="200"/>
                                        <p:tgtEl>
                                          <p:spTgt spid="2367"/>
                                        </p:tgtEl>
                                        <p:attrNameLst>
                                          <p:attrName>ppt_w</p:attrName>
                                        </p:attrNameLst>
                                      </p:cBhvr>
                                      <p:tavLst>
                                        <p:tav fmla="" tm="0">
                                          <p:val>
                                            <p:strVal val="0"/>
                                          </p:val>
                                        </p:tav>
                                        <p:tav fmla="" tm="100000">
                                          <p:val>
                                            <p:strVal val="#ppt_w"/>
                                          </p:val>
                                        </p:tav>
                                      </p:tavLst>
                                    </p:anim>
                                    <p:anim calcmode="lin" valueType="num">
                                      <p:cBhvr additive="base">
                                        <p:cTn dur="200"/>
                                        <p:tgtEl>
                                          <p:spTgt spid="2367"/>
                                        </p:tgtEl>
                                        <p:attrNameLst>
                                          <p:attrName>ppt_h</p:attrName>
                                        </p:attrNameLst>
                                      </p:cBhvr>
                                      <p:tavLst>
                                        <p:tav fmla="" tm="0">
                                          <p:val>
                                            <p:strVal val="0"/>
                                          </p:val>
                                        </p:tav>
                                        <p:tav fmla="" tm="100000">
                                          <p:val>
                                            <p:strVal val="#ppt_h"/>
                                          </p:val>
                                        </p:tav>
                                      </p:tavLst>
                                    </p:anim>
                                  </p:childTnLst>
                                </p:cTn>
                              </p:par>
                            </p:childTnLst>
                          </p:cTn>
                        </p:par>
                        <p:par>
                          <p:cTn fill="hold">
                            <p:stCondLst>
                              <p:cond delay="4600"/>
                            </p:stCondLst>
                            <p:childTnLst>
                              <p:par>
                                <p:cTn fill="hold" nodeType="afterEffect" presetClass="entr" presetID="23" presetSubtype="16">
                                  <p:stCondLst>
                                    <p:cond delay="0"/>
                                  </p:stCondLst>
                                  <p:childTnLst>
                                    <p:set>
                                      <p:cBhvr>
                                        <p:cTn dur="1" fill="hold">
                                          <p:stCondLst>
                                            <p:cond delay="0"/>
                                          </p:stCondLst>
                                        </p:cTn>
                                        <p:tgtEl>
                                          <p:spTgt spid="2366"/>
                                        </p:tgtEl>
                                        <p:attrNameLst>
                                          <p:attrName>style.visibility</p:attrName>
                                        </p:attrNameLst>
                                      </p:cBhvr>
                                      <p:to>
                                        <p:strVal val="visible"/>
                                      </p:to>
                                    </p:set>
                                    <p:anim calcmode="lin" valueType="num">
                                      <p:cBhvr additive="base">
                                        <p:cTn dur="200"/>
                                        <p:tgtEl>
                                          <p:spTgt spid="2366"/>
                                        </p:tgtEl>
                                        <p:attrNameLst>
                                          <p:attrName>ppt_w</p:attrName>
                                        </p:attrNameLst>
                                      </p:cBhvr>
                                      <p:tavLst>
                                        <p:tav fmla="" tm="0">
                                          <p:val>
                                            <p:strVal val="0"/>
                                          </p:val>
                                        </p:tav>
                                        <p:tav fmla="" tm="100000">
                                          <p:val>
                                            <p:strVal val="#ppt_w"/>
                                          </p:val>
                                        </p:tav>
                                      </p:tavLst>
                                    </p:anim>
                                    <p:anim calcmode="lin" valueType="num">
                                      <p:cBhvr additive="base">
                                        <p:cTn dur="200"/>
                                        <p:tgtEl>
                                          <p:spTgt spid="2366"/>
                                        </p:tgtEl>
                                        <p:attrNameLst>
                                          <p:attrName>ppt_h</p:attrName>
                                        </p:attrNameLst>
                                      </p:cBhvr>
                                      <p:tavLst>
                                        <p:tav fmla="" tm="0">
                                          <p:val>
                                            <p:strVal val="0"/>
                                          </p:val>
                                        </p:tav>
                                        <p:tav fmla="" tm="100000">
                                          <p:val>
                                            <p:strVal val="#ppt_h"/>
                                          </p:val>
                                        </p:tav>
                                      </p:tavLst>
                                    </p:anim>
                                  </p:childTnLst>
                                </p:cTn>
                              </p:par>
                            </p:childTnLst>
                          </p:cTn>
                        </p:par>
                        <p:par>
                          <p:cTn fill="hold">
                            <p:stCondLst>
                              <p:cond delay="4800"/>
                            </p:stCondLst>
                            <p:childTnLst>
                              <p:par>
                                <p:cTn fill="hold" nodeType="afterEffect" presetClass="entr" presetID="23" presetSubtype="16">
                                  <p:stCondLst>
                                    <p:cond delay="0"/>
                                  </p:stCondLst>
                                  <p:childTnLst>
                                    <p:set>
                                      <p:cBhvr>
                                        <p:cTn dur="1" fill="hold">
                                          <p:stCondLst>
                                            <p:cond delay="0"/>
                                          </p:stCondLst>
                                        </p:cTn>
                                        <p:tgtEl>
                                          <p:spTgt spid="2358"/>
                                        </p:tgtEl>
                                        <p:attrNameLst>
                                          <p:attrName>style.visibility</p:attrName>
                                        </p:attrNameLst>
                                      </p:cBhvr>
                                      <p:to>
                                        <p:strVal val="visible"/>
                                      </p:to>
                                    </p:set>
                                    <p:anim calcmode="lin" valueType="num">
                                      <p:cBhvr additive="base">
                                        <p:cTn dur="200"/>
                                        <p:tgtEl>
                                          <p:spTgt spid="2358"/>
                                        </p:tgtEl>
                                        <p:attrNameLst>
                                          <p:attrName>ppt_w</p:attrName>
                                        </p:attrNameLst>
                                      </p:cBhvr>
                                      <p:tavLst>
                                        <p:tav fmla="" tm="0">
                                          <p:val>
                                            <p:strVal val="0"/>
                                          </p:val>
                                        </p:tav>
                                        <p:tav fmla="" tm="100000">
                                          <p:val>
                                            <p:strVal val="#ppt_w"/>
                                          </p:val>
                                        </p:tav>
                                      </p:tavLst>
                                    </p:anim>
                                    <p:anim calcmode="lin" valueType="num">
                                      <p:cBhvr additive="base">
                                        <p:cTn dur="200"/>
                                        <p:tgtEl>
                                          <p:spTgt spid="2358"/>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2359"/>
                                        </p:tgtEl>
                                        <p:attrNameLst>
                                          <p:attrName>style.visibility</p:attrName>
                                        </p:attrNameLst>
                                      </p:cBhvr>
                                      <p:to>
                                        <p:strVal val="visible"/>
                                      </p:to>
                                    </p:set>
                                    <p:anim calcmode="lin" valueType="num">
                                      <p:cBhvr additive="base">
                                        <p:cTn dur="200"/>
                                        <p:tgtEl>
                                          <p:spTgt spid="2359"/>
                                        </p:tgtEl>
                                        <p:attrNameLst>
                                          <p:attrName>ppt_w</p:attrName>
                                        </p:attrNameLst>
                                      </p:cBhvr>
                                      <p:tavLst>
                                        <p:tav fmla="" tm="0">
                                          <p:val>
                                            <p:strVal val="0"/>
                                          </p:val>
                                        </p:tav>
                                        <p:tav fmla="" tm="100000">
                                          <p:val>
                                            <p:strVal val="#ppt_w"/>
                                          </p:val>
                                        </p:tav>
                                      </p:tavLst>
                                    </p:anim>
                                    <p:anim calcmode="lin" valueType="num">
                                      <p:cBhvr additive="base">
                                        <p:cTn dur="200"/>
                                        <p:tgtEl>
                                          <p:spTgt spid="2359"/>
                                        </p:tgtEl>
                                        <p:attrNameLst>
                                          <p:attrName>ppt_h</p:attrName>
                                        </p:attrNameLst>
                                      </p:cBhvr>
                                      <p:tavLst>
                                        <p:tav fmla="" tm="0">
                                          <p:val>
                                            <p:strVal val="0"/>
                                          </p:val>
                                        </p:tav>
                                        <p:tav fmla="" tm="100000">
                                          <p:val>
                                            <p:strVal val="#ppt_h"/>
                                          </p:val>
                                        </p:tav>
                                      </p:tavLst>
                                    </p:anim>
                                  </p:childTnLst>
                                </p:cTn>
                              </p:par>
                            </p:childTnLst>
                          </p:cTn>
                        </p:par>
                        <p:par>
                          <p:cTn fill="hold">
                            <p:stCondLst>
                              <p:cond delay="5200"/>
                            </p:stCondLst>
                            <p:childTnLst>
                              <p:par>
                                <p:cTn fill="hold" nodeType="afterEffect" presetClass="entr" presetID="23" presetSubtype="16">
                                  <p:stCondLst>
                                    <p:cond delay="0"/>
                                  </p:stCondLst>
                                  <p:childTnLst>
                                    <p:set>
                                      <p:cBhvr>
                                        <p:cTn dur="1" fill="hold">
                                          <p:stCondLst>
                                            <p:cond delay="0"/>
                                          </p:stCondLst>
                                        </p:cTn>
                                        <p:tgtEl>
                                          <p:spTgt spid="2351"/>
                                        </p:tgtEl>
                                        <p:attrNameLst>
                                          <p:attrName>style.visibility</p:attrName>
                                        </p:attrNameLst>
                                      </p:cBhvr>
                                      <p:to>
                                        <p:strVal val="visible"/>
                                      </p:to>
                                    </p:set>
                                    <p:anim calcmode="lin" valueType="num">
                                      <p:cBhvr additive="base">
                                        <p:cTn dur="200"/>
                                        <p:tgtEl>
                                          <p:spTgt spid="2351"/>
                                        </p:tgtEl>
                                        <p:attrNameLst>
                                          <p:attrName>ppt_w</p:attrName>
                                        </p:attrNameLst>
                                      </p:cBhvr>
                                      <p:tavLst>
                                        <p:tav fmla="" tm="0">
                                          <p:val>
                                            <p:strVal val="0"/>
                                          </p:val>
                                        </p:tav>
                                        <p:tav fmla="" tm="100000">
                                          <p:val>
                                            <p:strVal val="#ppt_w"/>
                                          </p:val>
                                        </p:tav>
                                      </p:tavLst>
                                    </p:anim>
                                    <p:anim calcmode="lin" valueType="num">
                                      <p:cBhvr additive="base">
                                        <p:cTn dur="200"/>
                                        <p:tgtEl>
                                          <p:spTgt spid="2351"/>
                                        </p:tgtEl>
                                        <p:attrNameLst>
                                          <p:attrName>ppt_h</p:attrName>
                                        </p:attrNameLst>
                                      </p:cBhvr>
                                      <p:tavLst>
                                        <p:tav fmla="" tm="0">
                                          <p:val>
                                            <p:strVal val="0"/>
                                          </p:val>
                                        </p:tav>
                                        <p:tav fmla="" tm="100000">
                                          <p:val>
                                            <p:strVal val="#ppt_h"/>
                                          </p:val>
                                        </p:tav>
                                      </p:tavLst>
                                    </p:anim>
                                  </p:childTnLst>
                                </p:cTn>
                              </p:par>
                            </p:childTnLst>
                          </p:cTn>
                        </p:par>
                        <p:par>
                          <p:cTn fill="hold">
                            <p:stCondLst>
                              <p:cond delay="5400"/>
                            </p:stCondLst>
                            <p:childTnLst>
                              <p:par>
                                <p:cTn fill="hold" nodeType="afterEffect" presetClass="entr" presetID="23" presetSubtype="16">
                                  <p:stCondLst>
                                    <p:cond delay="0"/>
                                  </p:stCondLst>
                                  <p:childTnLst>
                                    <p:set>
                                      <p:cBhvr>
                                        <p:cTn dur="1" fill="hold">
                                          <p:stCondLst>
                                            <p:cond delay="0"/>
                                          </p:stCondLst>
                                        </p:cTn>
                                        <p:tgtEl>
                                          <p:spTgt spid="2374"/>
                                        </p:tgtEl>
                                        <p:attrNameLst>
                                          <p:attrName>style.visibility</p:attrName>
                                        </p:attrNameLst>
                                      </p:cBhvr>
                                      <p:to>
                                        <p:strVal val="visible"/>
                                      </p:to>
                                    </p:set>
                                    <p:anim calcmode="lin" valueType="num">
                                      <p:cBhvr additive="base">
                                        <p:cTn dur="200"/>
                                        <p:tgtEl>
                                          <p:spTgt spid="2374"/>
                                        </p:tgtEl>
                                        <p:attrNameLst>
                                          <p:attrName>ppt_w</p:attrName>
                                        </p:attrNameLst>
                                      </p:cBhvr>
                                      <p:tavLst>
                                        <p:tav fmla="" tm="0">
                                          <p:val>
                                            <p:strVal val="0"/>
                                          </p:val>
                                        </p:tav>
                                        <p:tav fmla="" tm="100000">
                                          <p:val>
                                            <p:strVal val="#ppt_w"/>
                                          </p:val>
                                        </p:tav>
                                      </p:tavLst>
                                    </p:anim>
                                    <p:anim calcmode="lin" valueType="num">
                                      <p:cBhvr additive="base">
                                        <p:cTn dur="200"/>
                                        <p:tgtEl>
                                          <p:spTgt spid="2374"/>
                                        </p:tgtEl>
                                        <p:attrNameLst>
                                          <p:attrName>ppt_h</p:attrName>
                                        </p:attrNameLst>
                                      </p:cBhvr>
                                      <p:tavLst>
                                        <p:tav fmla="" tm="0">
                                          <p:val>
                                            <p:strVal val="0"/>
                                          </p:val>
                                        </p:tav>
                                        <p:tav fmla="" tm="100000">
                                          <p:val>
                                            <p:strVal val="#ppt_h"/>
                                          </p:val>
                                        </p:tav>
                                      </p:tavLst>
                                    </p:anim>
                                  </p:childTnLst>
                                </p:cTn>
                              </p:par>
                            </p:childTnLst>
                          </p:cTn>
                        </p:par>
                        <p:par>
                          <p:cTn fill="hold">
                            <p:stCondLst>
                              <p:cond delay="5600"/>
                            </p:stCondLst>
                            <p:childTnLst>
                              <p:par>
                                <p:cTn fill="hold" nodeType="afterEffect" presetClass="entr" presetID="23" presetSubtype="16">
                                  <p:stCondLst>
                                    <p:cond delay="0"/>
                                  </p:stCondLst>
                                  <p:childTnLst>
                                    <p:set>
                                      <p:cBhvr>
                                        <p:cTn dur="1" fill="hold">
                                          <p:stCondLst>
                                            <p:cond delay="0"/>
                                          </p:stCondLst>
                                        </p:cTn>
                                        <p:tgtEl>
                                          <p:spTgt spid="2372"/>
                                        </p:tgtEl>
                                        <p:attrNameLst>
                                          <p:attrName>style.visibility</p:attrName>
                                        </p:attrNameLst>
                                      </p:cBhvr>
                                      <p:to>
                                        <p:strVal val="visible"/>
                                      </p:to>
                                    </p:set>
                                    <p:anim calcmode="lin" valueType="num">
                                      <p:cBhvr additive="base">
                                        <p:cTn dur="200"/>
                                        <p:tgtEl>
                                          <p:spTgt spid="2372"/>
                                        </p:tgtEl>
                                        <p:attrNameLst>
                                          <p:attrName>ppt_w</p:attrName>
                                        </p:attrNameLst>
                                      </p:cBhvr>
                                      <p:tavLst>
                                        <p:tav fmla="" tm="0">
                                          <p:val>
                                            <p:strVal val="0"/>
                                          </p:val>
                                        </p:tav>
                                        <p:tav fmla="" tm="100000">
                                          <p:val>
                                            <p:strVal val="#ppt_w"/>
                                          </p:val>
                                        </p:tav>
                                      </p:tavLst>
                                    </p:anim>
                                    <p:anim calcmode="lin" valueType="num">
                                      <p:cBhvr additive="base">
                                        <p:cTn dur="200"/>
                                        <p:tgtEl>
                                          <p:spTgt spid="2372"/>
                                        </p:tgtEl>
                                        <p:attrNameLst>
                                          <p:attrName>ppt_h</p:attrName>
                                        </p:attrNameLst>
                                      </p:cBhvr>
                                      <p:tavLst>
                                        <p:tav fmla="" tm="0">
                                          <p:val>
                                            <p:strVal val="0"/>
                                          </p:val>
                                        </p:tav>
                                        <p:tav fmla="" tm="100000">
                                          <p:val>
                                            <p:strVal val="#ppt_h"/>
                                          </p:val>
                                        </p:tav>
                                      </p:tavLst>
                                    </p:anim>
                                  </p:childTnLst>
                                </p:cTn>
                              </p:par>
                            </p:childTnLst>
                          </p:cTn>
                        </p:par>
                        <p:par>
                          <p:cTn fill="hold">
                            <p:stCondLst>
                              <p:cond delay="5800"/>
                            </p:stCondLst>
                            <p:childTnLst>
                              <p:par>
                                <p:cTn fill="hold" nodeType="afterEffect" presetClass="entr" presetID="23" presetSubtype="16">
                                  <p:stCondLst>
                                    <p:cond delay="0"/>
                                  </p:stCondLst>
                                  <p:childTnLst>
                                    <p:set>
                                      <p:cBhvr>
                                        <p:cTn dur="1" fill="hold">
                                          <p:stCondLst>
                                            <p:cond delay="0"/>
                                          </p:stCondLst>
                                        </p:cTn>
                                        <p:tgtEl>
                                          <p:spTgt spid="2376"/>
                                        </p:tgtEl>
                                        <p:attrNameLst>
                                          <p:attrName>style.visibility</p:attrName>
                                        </p:attrNameLst>
                                      </p:cBhvr>
                                      <p:to>
                                        <p:strVal val="visible"/>
                                      </p:to>
                                    </p:set>
                                    <p:anim calcmode="lin" valueType="num">
                                      <p:cBhvr additive="base">
                                        <p:cTn dur="200"/>
                                        <p:tgtEl>
                                          <p:spTgt spid="2376"/>
                                        </p:tgtEl>
                                        <p:attrNameLst>
                                          <p:attrName>ppt_w</p:attrName>
                                        </p:attrNameLst>
                                      </p:cBhvr>
                                      <p:tavLst>
                                        <p:tav fmla="" tm="0">
                                          <p:val>
                                            <p:strVal val="0"/>
                                          </p:val>
                                        </p:tav>
                                        <p:tav fmla="" tm="100000">
                                          <p:val>
                                            <p:strVal val="#ppt_w"/>
                                          </p:val>
                                        </p:tav>
                                      </p:tavLst>
                                    </p:anim>
                                    <p:anim calcmode="lin" valueType="num">
                                      <p:cBhvr additive="base">
                                        <p:cTn dur="200"/>
                                        <p:tgtEl>
                                          <p:spTgt spid="2376"/>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23" presetSubtype="16">
                                  <p:stCondLst>
                                    <p:cond delay="0"/>
                                  </p:stCondLst>
                                  <p:childTnLst>
                                    <p:set>
                                      <p:cBhvr>
                                        <p:cTn dur="1" fill="hold">
                                          <p:stCondLst>
                                            <p:cond delay="0"/>
                                          </p:stCondLst>
                                        </p:cTn>
                                        <p:tgtEl>
                                          <p:spTgt spid="2377"/>
                                        </p:tgtEl>
                                        <p:attrNameLst>
                                          <p:attrName>style.visibility</p:attrName>
                                        </p:attrNameLst>
                                      </p:cBhvr>
                                      <p:to>
                                        <p:strVal val="visible"/>
                                      </p:to>
                                    </p:set>
                                    <p:anim calcmode="lin" valueType="num">
                                      <p:cBhvr additive="base">
                                        <p:cTn dur="200"/>
                                        <p:tgtEl>
                                          <p:spTgt spid="2377"/>
                                        </p:tgtEl>
                                        <p:attrNameLst>
                                          <p:attrName>ppt_w</p:attrName>
                                        </p:attrNameLst>
                                      </p:cBhvr>
                                      <p:tavLst>
                                        <p:tav fmla="" tm="0">
                                          <p:val>
                                            <p:strVal val="0"/>
                                          </p:val>
                                        </p:tav>
                                        <p:tav fmla="" tm="100000">
                                          <p:val>
                                            <p:strVal val="#ppt_w"/>
                                          </p:val>
                                        </p:tav>
                                      </p:tavLst>
                                    </p:anim>
                                    <p:anim calcmode="lin" valueType="num">
                                      <p:cBhvr additive="base">
                                        <p:cTn dur="200"/>
                                        <p:tgtEl>
                                          <p:spTgt spid="2377"/>
                                        </p:tgtEl>
                                        <p:attrNameLst>
                                          <p:attrName>ppt_h</p:attrName>
                                        </p:attrNameLst>
                                      </p:cBhvr>
                                      <p:tavLst>
                                        <p:tav fmla="" tm="0">
                                          <p:val>
                                            <p:strVal val="0"/>
                                          </p:val>
                                        </p:tav>
                                        <p:tav fmla="" tm="100000">
                                          <p:val>
                                            <p:strVal val="#ppt_h"/>
                                          </p:val>
                                        </p:tav>
                                      </p:tavLst>
                                    </p:anim>
                                  </p:childTnLst>
                                </p:cTn>
                              </p:par>
                            </p:childTnLst>
                          </p:cTn>
                        </p:par>
                        <p:par>
                          <p:cTn fill="hold">
                            <p:stCondLst>
                              <p:cond delay="6200"/>
                            </p:stCondLst>
                            <p:childTnLst>
                              <p:par>
                                <p:cTn fill="hold" nodeType="afterEffect" presetClass="entr" presetID="23" presetSubtype="16">
                                  <p:stCondLst>
                                    <p:cond delay="0"/>
                                  </p:stCondLst>
                                  <p:childTnLst>
                                    <p:set>
                                      <p:cBhvr>
                                        <p:cTn dur="1" fill="hold">
                                          <p:stCondLst>
                                            <p:cond delay="0"/>
                                          </p:stCondLst>
                                        </p:cTn>
                                        <p:tgtEl>
                                          <p:spTgt spid="2375"/>
                                        </p:tgtEl>
                                        <p:attrNameLst>
                                          <p:attrName>style.visibility</p:attrName>
                                        </p:attrNameLst>
                                      </p:cBhvr>
                                      <p:to>
                                        <p:strVal val="visible"/>
                                      </p:to>
                                    </p:set>
                                    <p:anim calcmode="lin" valueType="num">
                                      <p:cBhvr additive="base">
                                        <p:cTn dur="200"/>
                                        <p:tgtEl>
                                          <p:spTgt spid="2375"/>
                                        </p:tgtEl>
                                        <p:attrNameLst>
                                          <p:attrName>ppt_w</p:attrName>
                                        </p:attrNameLst>
                                      </p:cBhvr>
                                      <p:tavLst>
                                        <p:tav fmla="" tm="0">
                                          <p:val>
                                            <p:strVal val="0"/>
                                          </p:val>
                                        </p:tav>
                                        <p:tav fmla="" tm="100000">
                                          <p:val>
                                            <p:strVal val="#ppt_w"/>
                                          </p:val>
                                        </p:tav>
                                      </p:tavLst>
                                    </p:anim>
                                    <p:anim calcmode="lin" valueType="num">
                                      <p:cBhvr additive="base">
                                        <p:cTn dur="200"/>
                                        <p:tgtEl>
                                          <p:spTgt spid="2375"/>
                                        </p:tgtEl>
                                        <p:attrNameLst>
                                          <p:attrName>ppt_h</p:attrName>
                                        </p:attrNameLst>
                                      </p:cBhvr>
                                      <p:tavLst>
                                        <p:tav fmla="" tm="0">
                                          <p:val>
                                            <p:strVal val="0"/>
                                          </p:val>
                                        </p:tav>
                                        <p:tav fmla="" tm="100000">
                                          <p:val>
                                            <p:strVal val="#ppt_h"/>
                                          </p:val>
                                        </p:tav>
                                      </p:tavLst>
                                    </p:anim>
                                  </p:childTnLst>
                                </p:cTn>
                              </p:par>
                            </p:childTnLst>
                          </p:cTn>
                        </p:par>
                        <p:par>
                          <p:cTn fill="hold">
                            <p:stCondLst>
                              <p:cond delay="6400"/>
                            </p:stCondLst>
                            <p:childTnLst>
                              <p:par>
                                <p:cTn fill="hold" nodeType="afterEffect" presetClass="entr" presetID="23" presetSubtype="16">
                                  <p:stCondLst>
                                    <p:cond delay="0"/>
                                  </p:stCondLst>
                                  <p:childTnLst>
                                    <p:set>
                                      <p:cBhvr>
                                        <p:cTn dur="1" fill="hold">
                                          <p:stCondLst>
                                            <p:cond delay="0"/>
                                          </p:stCondLst>
                                        </p:cTn>
                                        <p:tgtEl>
                                          <p:spTgt spid="2373"/>
                                        </p:tgtEl>
                                        <p:attrNameLst>
                                          <p:attrName>style.visibility</p:attrName>
                                        </p:attrNameLst>
                                      </p:cBhvr>
                                      <p:to>
                                        <p:strVal val="visible"/>
                                      </p:to>
                                    </p:set>
                                    <p:anim calcmode="lin" valueType="num">
                                      <p:cBhvr additive="base">
                                        <p:cTn dur="200"/>
                                        <p:tgtEl>
                                          <p:spTgt spid="2373"/>
                                        </p:tgtEl>
                                        <p:attrNameLst>
                                          <p:attrName>ppt_w</p:attrName>
                                        </p:attrNameLst>
                                      </p:cBhvr>
                                      <p:tavLst>
                                        <p:tav fmla="" tm="0">
                                          <p:val>
                                            <p:strVal val="0"/>
                                          </p:val>
                                        </p:tav>
                                        <p:tav fmla="" tm="100000">
                                          <p:val>
                                            <p:strVal val="#ppt_w"/>
                                          </p:val>
                                        </p:tav>
                                      </p:tavLst>
                                    </p:anim>
                                    <p:anim calcmode="lin" valueType="num">
                                      <p:cBhvr additive="base">
                                        <p:cTn dur="200"/>
                                        <p:tgtEl>
                                          <p:spTgt spid="237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8"/>
                                        </p:tgtEl>
                                        <p:attrNameLst>
                                          <p:attrName>style.visibility</p:attrName>
                                        </p:attrNameLst>
                                      </p:cBhvr>
                                      <p:to>
                                        <p:strVal val="visible"/>
                                      </p:to>
                                    </p:set>
                                    <p:animEffect filter="fade" transition="in">
                                      <p:cBhvr>
                                        <p:cTn dur="1000"/>
                                        <p:tgtEl>
                                          <p:spTgt spid="23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3" name="Shape 2383"/>
        <p:cNvGrpSpPr/>
        <p:nvPr/>
      </p:nvGrpSpPr>
      <p:grpSpPr>
        <a:xfrm>
          <a:off x="0" y="0"/>
          <a:ext cx="0" cy="0"/>
          <a:chOff x="0" y="0"/>
          <a:chExt cx="0" cy="0"/>
        </a:xfrm>
      </p:grpSpPr>
      <p:sp>
        <p:nvSpPr>
          <p:cNvPr id="2384" name="Google Shape;2384;p78"/>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Learning </a:t>
            </a:r>
            <a:r>
              <a:rPr lang="en" sz="6100">
                <a:solidFill>
                  <a:schemeClr val="accent2"/>
                </a:solidFill>
                <a:latin typeface="Luckiest Guy"/>
                <a:ea typeface="Luckiest Guy"/>
                <a:cs typeface="Luckiest Guy"/>
                <a:sym typeface="Luckiest Guy"/>
              </a:rPr>
              <a:t>objective</a:t>
            </a:r>
            <a:endParaRPr sz="6100">
              <a:solidFill>
                <a:schemeClr val="accent2"/>
              </a:solidFill>
              <a:latin typeface="Luckiest Guy"/>
              <a:ea typeface="Luckiest Guy"/>
              <a:cs typeface="Luckiest Guy"/>
              <a:sym typeface="Luckiest Guy"/>
            </a:endParaRPr>
          </a:p>
        </p:txBody>
      </p:sp>
      <p:sp>
        <p:nvSpPr>
          <p:cNvPr id="2385" name="Google Shape;2385;p78"/>
          <p:cNvSpPr txBox="1"/>
          <p:nvPr>
            <p:ph idx="1" type="subTitle"/>
          </p:nvPr>
        </p:nvSpPr>
        <p:spPr>
          <a:xfrm>
            <a:off x="4904575" y="1939924"/>
            <a:ext cx="3526200" cy="16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WE ARE LEARNING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BUILD KNOWLEDGE AND MAKE SENSE OF THE SOCIAL DETERMINANTS OF HEALTH</a:t>
            </a:r>
            <a:endParaRPr sz="1600">
              <a:latin typeface="Jost"/>
              <a:ea typeface="Jost"/>
              <a:cs typeface="Jost"/>
              <a:sym typeface="Jos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9" name="Shape 2389"/>
        <p:cNvGrpSpPr/>
        <p:nvPr/>
      </p:nvGrpSpPr>
      <p:grpSpPr>
        <a:xfrm>
          <a:off x="0" y="0"/>
          <a:ext cx="0" cy="0"/>
          <a:chOff x="0" y="0"/>
          <a:chExt cx="0" cy="0"/>
        </a:xfrm>
      </p:grpSpPr>
      <p:sp>
        <p:nvSpPr>
          <p:cNvPr id="2390" name="Google Shape;2390;p79"/>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SUCCESS </a:t>
            </a:r>
            <a:r>
              <a:rPr lang="en" sz="6100">
                <a:solidFill>
                  <a:schemeClr val="accent2"/>
                </a:solidFill>
                <a:latin typeface="Luckiest Guy"/>
                <a:ea typeface="Luckiest Guy"/>
                <a:cs typeface="Luckiest Guy"/>
                <a:sym typeface="Luckiest Guy"/>
              </a:rPr>
              <a:t>CRITERIA</a:t>
            </a:r>
            <a:endParaRPr sz="6100">
              <a:solidFill>
                <a:schemeClr val="accent2"/>
              </a:solidFill>
              <a:latin typeface="Luckiest Guy"/>
              <a:ea typeface="Luckiest Guy"/>
              <a:cs typeface="Luckiest Guy"/>
              <a:sym typeface="Luckiest Guy"/>
            </a:endParaRPr>
          </a:p>
        </p:txBody>
      </p:sp>
      <p:sp>
        <p:nvSpPr>
          <p:cNvPr id="2391" name="Google Shape;2391;p79"/>
          <p:cNvSpPr txBox="1"/>
          <p:nvPr>
            <p:ph idx="1" type="subTitle"/>
          </p:nvPr>
        </p:nvSpPr>
        <p:spPr>
          <a:xfrm>
            <a:off x="4904575" y="1939925"/>
            <a:ext cx="3526200" cy="24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BY THE END OF THE LESSON, I SHOULD BE ABLE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NAME THE SOCIAL DETERMINANTS OF HEALTH</a:t>
            </a:r>
            <a:endParaRPr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GIVE EXAMPLES OF EACH OF THE SOCIAL DETERMINANTS OF HEALTH</a:t>
            </a:r>
            <a:endParaRPr sz="1600">
              <a:latin typeface="Jost"/>
              <a:ea typeface="Jost"/>
              <a:cs typeface="Jost"/>
              <a:sym typeface="Jos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5" name="Shape 2395"/>
        <p:cNvGrpSpPr/>
        <p:nvPr/>
      </p:nvGrpSpPr>
      <p:grpSpPr>
        <a:xfrm>
          <a:off x="0" y="0"/>
          <a:ext cx="0" cy="0"/>
          <a:chOff x="0" y="0"/>
          <a:chExt cx="0" cy="0"/>
        </a:xfrm>
      </p:grpSpPr>
      <p:sp>
        <p:nvSpPr>
          <p:cNvPr id="2396" name="Google Shape;2396;p80"/>
          <p:cNvSpPr txBox="1"/>
          <p:nvPr>
            <p:ph type="ctrTitle"/>
          </p:nvPr>
        </p:nvSpPr>
        <p:spPr>
          <a:xfrm flipH="1">
            <a:off x="770725" y="468450"/>
            <a:ext cx="78612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What are social determinants of health?</a:t>
            </a:r>
            <a:endParaRPr sz="3200">
              <a:solidFill>
                <a:srgbClr val="212121"/>
              </a:solidFill>
              <a:latin typeface="Luckiest Guy"/>
              <a:ea typeface="Luckiest Guy"/>
              <a:cs typeface="Luckiest Guy"/>
              <a:sym typeface="Luckiest Guy"/>
            </a:endParaRPr>
          </a:p>
        </p:txBody>
      </p:sp>
      <p:sp>
        <p:nvSpPr>
          <p:cNvPr id="2397" name="Google Shape;2397;p80"/>
          <p:cNvSpPr txBox="1"/>
          <p:nvPr>
            <p:ph idx="1" type="subTitle"/>
          </p:nvPr>
        </p:nvSpPr>
        <p:spPr>
          <a:xfrm>
            <a:off x="770700" y="1063775"/>
            <a:ext cx="7628100" cy="291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12121"/>
                </a:solidFill>
                <a:latin typeface="Jost"/>
                <a:ea typeface="Jost"/>
                <a:cs typeface="Jost"/>
                <a:sym typeface="Jost"/>
              </a:rPr>
              <a:t>World Health Organisation (WHO) defines the social determinants of Health are non-medical factors that influence health outcomes. They are the conditions in which people are born, grow, work, live, and age, and the wider set of forces and systems shaping the conditions of daily life.</a:t>
            </a:r>
            <a:endParaRPr sz="1700">
              <a:solidFill>
                <a:srgbClr val="212121"/>
              </a:solidFill>
              <a:latin typeface="Jost"/>
              <a:ea typeface="Jost"/>
              <a:cs typeface="Jost"/>
              <a:sym typeface="Jost"/>
            </a:endParaRPr>
          </a:p>
          <a:p>
            <a:pPr indent="0" lvl="0" marL="0" rtl="0" algn="l">
              <a:spcBef>
                <a:spcPts val="0"/>
              </a:spcBef>
              <a:spcAft>
                <a:spcPts val="0"/>
              </a:spcAft>
              <a:buNone/>
            </a:pPr>
            <a:r>
              <a:t/>
            </a:r>
            <a:endParaRPr sz="1700">
              <a:solidFill>
                <a:srgbClr val="212121"/>
              </a:solidFill>
              <a:latin typeface="Jost"/>
              <a:ea typeface="Jost"/>
              <a:cs typeface="Jost"/>
              <a:sym typeface="Jost"/>
            </a:endParaRPr>
          </a:p>
        </p:txBody>
      </p:sp>
      <p:pic>
        <p:nvPicPr>
          <p:cNvPr id="2398" name="Google Shape;2398;p80"/>
          <p:cNvPicPr preferRelativeResize="0"/>
          <p:nvPr/>
        </p:nvPicPr>
        <p:blipFill rotWithShape="1">
          <a:blip r:embed="rId3">
            <a:alphaModFix/>
          </a:blip>
          <a:srcRect b="5269" l="19924" r="21442" t="9064"/>
          <a:stretch/>
        </p:blipFill>
        <p:spPr>
          <a:xfrm>
            <a:off x="770725" y="2420475"/>
            <a:ext cx="1185550" cy="1154825"/>
          </a:xfrm>
          <a:prstGeom prst="rect">
            <a:avLst/>
          </a:prstGeom>
          <a:noFill/>
          <a:ln>
            <a:noFill/>
          </a:ln>
        </p:spPr>
      </p:pic>
      <p:pic>
        <p:nvPicPr>
          <p:cNvPr id="2399" name="Google Shape;2399;p80"/>
          <p:cNvPicPr preferRelativeResize="0"/>
          <p:nvPr/>
        </p:nvPicPr>
        <p:blipFill rotWithShape="1">
          <a:blip r:embed="rId4">
            <a:alphaModFix/>
          </a:blip>
          <a:srcRect b="23551" l="6825" r="5679" t="13226"/>
          <a:stretch/>
        </p:blipFill>
        <p:spPr>
          <a:xfrm>
            <a:off x="2273400" y="2420475"/>
            <a:ext cx="1185550" cy="1154836"/>
          </a:xfrm>
          <a:prstGeom prst="rect">
            <a:avLst/>
          </a:prstGeom>
          <a:noFill/>
          <a:ln>
            <a:noFill/>
          </a:ln>
        </p:spPr>
      </p:pic>
      <p:pic>
        <p:nvPicPr>
          <p:cNvPr id="2400" name="Google Shape;2400;p80"/>
          <p:cNvPicPr preferRelativeResize="0"/>
          <p:nvPr/>
        </p:nvPicPr>
        <p:blipFill>
          <a:blip r:embed="rId5">
            <a:alphaModFix/>
          </a:blip>
          <a:stretch>
            <a:fillRect/>
          </a:stretch>
        </p:blipFill>
        <p:spPr>
          <a:xfrm>
            <a:off x="3776075" y="2405113"/>
            <a:ext cx="1185550" cy="1185550"/>
          </a:xfrm>
          <a:prstGeom prst="rect">
            <a:avLst/>
          </a:prstGeom>
          <a:noFill/>
          <a:ln>
            <a:noFill/>
          </a:ln>
        </p:spPr>
      </p:pic>
      <p:pic>
        <p:nvPicPr>
          <p:cNvPr id="2401" name="Google Shape;2401;p80"/>
          <p:cNvPicPr preferRelativeResize="0"/>
          <p:nvPr/>
        </p:nvPicPr>
        <p:blipFill>
          <a:blip r:embed="rId6">
            <a:alphaModFix/>
          </a:blip>
          <a:stretch>
            <a:fillRect/>
          </a:stretch>
        </p:blipFill>
        <p:spPr>
          <a:xfrm>
            <a:off x="5278750" y="2351887"/>
            <a:ext cx="1289275" cy="1292000"/>
          </a:xfrm>
          <a:prstGeom prst="rect">
            <a:avLst/>
          </a:prstGeom>
          <a:noFill/>
          <a:ln>
            <a:noFill/>
          </a:ln>
        </p:spPr>
      </p:pic>
      <p:pic>
        <p:nvPicPr>
          <p:cNvPr id="2402" name="Google Shape;2402;p80"/>
          <p:cNvPicPr preferRelativeResize="0"/>
          <p:nvPr/>
        </p:nvPicPr>
        <p:blipFill rotWithShape="1">
          <a:blip r:embed="rId7">
            <a:alphaModFix/>
          </a:blip>
          <a:srcRect b="24971" l="16450" r="15799" t="28346"/>
          <a:stretch/>
        </p:blipFill>
        <p:spPr>
          <a:xfrm>
            <a:off x="6885147" y="2256925"/>
            <a:ext cx="1491525" cy="1386950"/>
          </a:xfrm>
          <a:prstGeom prst="rect">
            <a:avLst/>
          </a:prstGeom>
          <a:noFill/>
          <a:ln>
            <a:noFill/>
          </a:ln>
        </p:spPr>
      </p:pic>
      <p:sp>
        <p:nvSpPr>
          <p:cNvPr id="2403" name="Google Shape;2403;p80"/>
          <p:cNvSpPr txBox="1"/>
          <p:nvPr/>
        </p:nvSpPr>
        <p:spPr>
          <a:xfrm>
            <a:off x="846900" y="3691125"/>
            <a:ext cx="1046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latin typeface="Jost"/>
                <a:ea typeface="Jost"/>
                <a:cs typeface="Jost"/>
                <a:sym typeface="Jost"/>
              </a:rPr>
              <a:t>Socio -</a:t>
            </a:r>
            <a:endParaRPr b="1">
              <a:solidFill>
                <a:schemeClr val="dk2"/>
              </a:solidFill>
              <a:latin typeface="Jost"/>
              <a:ea typeface="Jost"/>
              <a:cs typeface="Jost"/>
              <a:sym typeface="Jost"/>
            </a:endParaRPr>
          </a:p>
          <a:p>
            <a:pPr indent="0" lvl="0" marL="0" rtl="0" algn="ctr">
              <a:spcBef>
                <a:spcPts val="0"/>
              </a:spcBef>
              <a:spcAft>
                <a:spcPts val="0"/>
              </a:spcAft>
              <a:buNone/>
            </a:pPr>
            <a:r>
              <a:rPr b="1" lang="en">
                <a:solidFill>
                  <a:schemeClr val="dk2"/>
                </a:solidFill>
                <a:latin typeface="Jost"/>
                <a:ea typeface="Jost"/>
                <a:cs typeface="Jost"/>
                <a:sym typeface="Jost"/>
              </a:rPr>
              <a:t>Economic</a:t>
            </a:r>
            <a:endParaRPr b="1">
              <a:solidFill>
                <a:schemeClr val="dk2"/>
              </a:solidFill>
              <a:latin typeface="Jost"/>
              <a:ea typeface="Jost"/>
              <a:cs typeface="Jost"/>
              <a:sym typeface="Jost"/>
            </a:endParaRPr>
          </a:p>
        </p:txBody>
      </p:sp>
      <p:sp>
        <p:nvSpPr>
          <p:cNvPr id="2404" name="Google Shape;2404;p80"/>
          <p:cNvSpPr txBox="1"/>
          <p:nvPr/>
        </p:nvSpPr>
        <p:spPr>
          <a:xfrm>
            <a:off x="2294700" y="3691125"/>
            <a:ext cx="128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Government</a:t>
            </a:r>
            <a:endParaRPr b="1">
              <a:solidFill>
                <a:schemeClr val="dk2"/>
              </a:solidFill>
              <a:latin typeface="Jost"/>
              <a:ea typeface="Jost"/>
              <a:cs typeface="Jost"/>
              <a:sym typeface="Jost"/>
            </a:endParaRPr>
          </a:p>
        </p:txBody>
      </p:sp>
      <p:sp>
        <p:nvSpPr>
          <p:cNvPr id="2405" name="Google Shape;2405;p80"/>
          <p:cNvSpPr txBox="1"/>
          <p:nvPr/>
        </p:nvSpPr>
        <p:spPr>
          <a:xfrm>
            <a:off x="3791225" y="3691125"/>
            <a:ext cx="128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Environment</a:t>
            </a:r>
            <a:endParaRPr b="1">
              <a:solidFill>
                <a:schemeClr val="dk2"/>
              </a:solidFill>
              <a:latin typeface="Jost"/>
              <a:ea typeface="Jost"/>
              <a:cs typeface="Jost"/>
              <a:sym typeface="Jost"/>
            </a:endParaRPr>
          </a:p>
        </p:txBody>
      </p:sp>
      <p:sp>
        <p:nvSpPr>
          <p:cNvPr id="2406" name="Google Shape;2406;p80"/>
          <p:cNvSpPr txBox="1"/>
          <p:nvPr/>
        </p:nvSpPr>
        <p:spPr>
          <a:xfrm>
            <a:off x="5476388" y="3691125"/>
            <a:ext cx="104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Cultural</a:t>
            </a:r>
            <a:endParaRPr b="1">
              <a:solidFill>
                <a:schemeClr val="dk2"/>
              </a:solidFill>
              <a:latin typeface="Jost"/>
              <a:ea typeface="Jost"/>
              <a:cs typeface="Jost"/>
              <a:sym typeface="Jost"/>
            </a:endParaRPr>
          </a:p>
        </p:txBody>
      </p:sp>
      <p:sp>
        <p:nvSpPr>
          <p:cNvPr id="2407" name="Google Shape;2407;p80"/>
          <p:cNvSpPr txBox="1"/>
          <p:nvPr/>
        </p:nvSpPr>
        <p:spPr>
          <a:xfrm>
            <a:off x="6978550" y="3691125"/>
            <a:ext cx="1398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latin typeface="Jost"/>
                <a:ea typeface="Jost"/>
                <a:cs typeface="Jost"/>
                <a:sym typeface="Jost"/>
              </a:rPr>
              <a:t>Social Environment</a:t>
            </a:r>
            <a:endParaRPr b="1">
              <a:solidFill>
                <a:schemeClr val="dk2"/>
              </a:solidFill>
              <a:latin typeface="Jost"/>
              <a:ea typeface="Jost"/>
              <a:cs typeface="Jost"/>
              <a:sym typeface="Jos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1" name="Shape 2411"/>
        <p:cNvGrpSpPr/>
        <p:nvPr/>
      </p:nvGrpSpPr>
      <p:grpSpPr>
        <a:xfrm>
          <a:off x="0" y="0"/>
          <a:ext cx="0" cy="0"/>
          <a:chOff x="0" y="0"/>
          <a:chExt cx="0" cy="0"/>
        </a:xfrm>
      </p:grpSpPr>
      <p:sp>
        <p:nvSpPr>
          <p:cNvPr id="2412" name="Google Shape;2412;p81"/>
          <p:cNvSpPr txBox="1"/>
          <p:nvPr>
            <p:ph type="ctrTitle"/>
          </p:nvPr>
        </p:nvSpPr>
        <p:spPr>
          <a:xfrm flipH="1">
            <a:off x="770725" y="468450"/>
            <a:ext cx="78612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What do they mean?</a:t>
            </a:r>
            <a:endParaRPr sz="3200">
              <a:solidFill>
                <a:srgbClr val="212121"/>
              </a:solidFill>
              <a:latin typeface="Luckiest Guy"/>
              <a:ea typeface="Luckiest Guy"/>
              <a:cs typeface="Luckiest Guy"/>
              <a:sym typeface="Luckiest Guy"/>
            </a:endParaRPr>
          </a:p>
        </p:txBody>
      </p:sp>
      <p:pic>
        <p:nvPicPr>
          <p:cNvPr id="2413" name="Google Shape;2413;p81"/>
          <p:cNvPicPr preferRelativeResize="0"/>
          <p:nvPr/>
        </p:nvPicPr>
        <p:blipFill rotWithShape="1">
          <a:blip r:embed="rId3">
            <a:alphaModFix/>
          </a:blip>
          <a:srcRect b="5269" l="19924" r="21442" t="9064"/>
          <a:stretch/>
        </p:blipFill>
        <p:spPr>
          <a:xfrm>
            <a:off x="770725" y="1201275"/>
            <a:ext cx="1185550" cy="1154825"/>
          </a:xfrm>
          <a:prstGeom prst="rect">
            <a:avLst/>
          </a:prstGeom>
          <a:noFill/>
          <a:ln>
            <a:noFill/>
          </a:ln>
        </p:spPr>
      </p:pic>
      <p:pic>
        <p:nvPicPr>
          <p:cNvPr id="2414" name="Google Shape;2414;p81"/>
          <p:cNvPicPr preferRelativeResize="0"/>
          <p:nvPr/>
        </p:nvPicPr>
        <p:blipFill rotWithShape="1">
          <a:blip r:embed="rId4">
            <a:alphaModFix/>
          </a:blip>
          <a:srcRect b="23551" l="6825" r="5679" t="13226"/>
          <a:stretch/>
        </p:blipFill>
        <p:spPr>
          <a:xfrm>
            <a:off x="770725" y="2511125"/>
            <a:ext cx="1185550" cy="1154836"/>
          </a:xfrm>
          <a:prstGeom prst="rect">
            <a:avLst/>
          </a:prstGeom>
          <a:noFill/>
          <a:ln>
            <a:noFill/>
          </a:ln>
        </p:spPr>
      </p:pic>
      <p:pic>
        <p:nvPicPr>
          <p:cNvPr id="2415" name="Google Shape;2415;p81"/>
          <p:cNvPicPr preferRelativeResize="0"/>
          <p:nvPr/>
        </p:nvPicPr>
        <p:blipFill>
          <a:blip r:embed="rId5">
            <a:alphaModFix/>
          </a:blip>
          <a:stretch>
            <a:fillRect/>
          </a:stretch>
        </p:blipFill>
        <p:spPr>
          <a:xfrm>
            <a:off x="770725" y="3820963"/>
            <a:ext cx="1185550" cy="1185550"/>
          </a:xfrm>
          <a:prstGeom prst="rect">
            <a:avLst/>
          </a:prstGeom>
          <a:noFill/>
          <a:ln>
            <a:noFill/>
          </a:ln>
        </p:spPr>
      </p:pic>
      <p:pic>
        <p:nvPicPr>
          <p:cNvPr id="2416" name="Google Shape;2416;p81"/>
          <p:cNvPicPr preferRelativeResize="0"/>
          <p:nvPr/>
        </p:nvPicPr>
        <p:blipFill>
          <a:blip r:embed="rId6">
            <a:alphaModFix/>
          </a:blip>
          <a:stretch>
            <a:fillRect/>
          </a:stretch>
        </p:blipFill>
        <p:spPr>
          <a:xfrm>
            <a:off x="5018150" y="1132700"/>
            <a:ext cx="1289275" cy="1292000"/>
          </a:xfrm>
          <a:prstGeom prst="rect">
            <a:avLst/>
          </a:prstGeom>
          <a:noFill/>
          <a:ln>
            <a:noFill/>
          </a:ln>
        </p:spPr>
      </p:pic>
      <p:pic>
        <p:nvPicPr>
          <p:cNvPr id="2417" name="Google Shape;2417;p81"/>
          <p:cNvPicPr preferRelativeResize="0"/>
          <p:nvPr/>
        </p:nvPicPr>
        <p:blipFill rotWithShape="1">
          <a:blip r:embed="rId7">
            <a:alphaModFix/>
          </a:blip>
          <a:srcRect b="24971" l="16450" r="15799" t="28346"/>
          <a:stretch/>
        </p:blipFill>
        <p:spPr>
          <a:xfrm>
            <a:off x="4917022" y="2613550"/>
            <a:ext cx="1491525" cy="1386950"/>
          </a:xfrm>
          <a:prstGeom prst="rect">
            <a:avLst/>
          </a:prstGeom>
          <a:noFill/>
          <a:ln>
            <a:noFill/>
          </a:ln>
        </p:spPr>
      </p:pic>
      <p:sp>
        <p:nvSpPr>
          <p:cNvPr id="2418" name="Google Shape;2418;p81"/>
          <p:cNvSpPr txBox="1"/>
          <p:nvPr/>
        </p:nvSpPr>
        <p:spPr>
          <a:xfrm>
            <a:off x="2163650" y="1201275"/>
            <a:ext cx="24768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Socio-Economic</a:t>
            </a:r>
            <a:endParaRPr b="1">
              <a:solidFill>
                <a:schemeClr val="dk2"/>
              </a:solidFill>
              <a:latin typeface="Jost"/>
              <a:ea typeface="Jost"/>
              <a:cs typeface="Jost"/>
              <a:sym typeface="Jost"/>
            </a:endParaRPr>
          </a:p>
          <a:p>
            <a:pPr indent="0" lvl="0" marL="0" rtl="0" algn="l">
              <a:spcBef>
                <a:spcPts val="0"/>
              </a:spcBef>
              <a:spcAft>
                <a:spcPts val="0"/>
              </a:spcAft>
              <a:buNone/>
            </a:pPr>
            <a:r>
              <a:rPr lang="en">
                <a:solidFill>
                  <a:schemeClr val="dk2"/>
                </a:solidFill>
                <a:latin typeface="Jost"/>
                <a:ea typeface="Jost"/>
                <a:cs typeface="Jost"/>
                <a:sym typeface="Jost"/>
              </a:rPr>
              <a:t>Income, education, employment and community safety</a:t>
            </a:r>
            <a:endParaRPr>
              <a:solidFill>
                <a:schemeClr val="dk2"/>
              </a:solidFill>
              <a:latin typeface="Jost"/>
              <a:ea typeface="Jost"/>
              <a:cs typeface="Jost"/>
              <a:sym typeface="Jost"/>
            </a:endParaRPr>
          </a:p>
        </p:txBody>
      </p:sp>
      <p:sp>
        <p:nvSpPr>
          <p:cNvPr id="2419" name="Google Shape;2419;p81"/>
          <p:cNvSpPr txBox="1"/>
          <p:nvPr/>
        </p:nvSpPr>
        <p:spPr>
          <a:xfrm>
            <a:off x="2154450" y="2565188"/>
            <a:ext cx="2564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Government</a:t>
            </a:r>
            <a:endParaRPr b="1">
              <a:solidFill>
                <a:schemeClr val="dk2"/>
              </a:solidFill>
              <a:latin typeface="Jost"/>
              <a:ea typeface="Jost"/>
              <a:cs typeface="Jost"/>
              <a:sym typeface="Jost"/>
            </a:endParaRPr>
          </a:p>
          <a:p>
            <a:pPr indent="0" lvl="0" marL="0" rtl="0" algn="l">
              <a:spcBef>
                <a:spcPts val="0"/>
              </a:spcBef>
              <a:spcAft>
                <a:spcPts val="0"/>
              </a:spcAft>
              <a:buNone/>
            </a:pPr>
            <a:r>
              <a:rPr lang="en">
                <a:solidFill>
                  <a:schemeClr val="dk2"/>
                </a:solidFill>
                <a:latin typeface="Jost"/>
                <a:ea typeface="Jost"/>
                <a:cs typeface="Jost"/>
                <a:sym typeface="Jost"/>
              </a:rPr>
              <a:t>The policies, rules and systems that allow or prevent you from access to health support</a:t>
            </a:r>
            <a:endParaRPr>
              <a:solidFill>
                <a:schemeClr val="dk2"/>
              </a:solidFill>
              <a:latin typeface="Jost"/>
              <a:ea typeface="Jost"/>
              <a:cs typeface="Jost"/>
              <a:sym typeface="Jost"/>
            </a:endParaRPr>
          </a:p>
        </p:txBody>
      </p:sp>
      <p:sp>
        <p:nvSpPr>
          <p:cNvPr id="2420" name="Google Shape;2420;p81"/>
          <p:cNvSpPr txBox="1"/>
          <p:nvPr/>
        </p:nvSpPr>
        <p:spPr>
          <a:xfrm>
            <a:off x="2163650" y="3798825"/>
            <a:ext cx="241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Environment</a:t>
            </a:r>
            <a:endParaRPr b="1">
              <a:solidFill>
                <a:schemeClr val="dk2"/>
              </a:solidFill>
              <a:latin typeface="Jost"/>
              <a:ea typeface="Jost"/>
              <a:cs typeface="Jost"/>
              <a:sym typeface="Jost"/>
            </a:endParaRPr>
          </a:p>
          <a:p>
            <a:pPr indent="0" lvl="0" marL="0" rtl="0" algn="l">
              <a:spcBef>
                <a:spcPts val="0"/>
              </a:spcBef>
              <a:spcAft>
                <a:spcPts val="0"/>
              </a:spcAft>
              <a:buNone/>
            </a:pPr>
            <a:r>
              <a:rPr lang="en">
                <a:solidFill>
                  <a:schemeClr val="dk2"/>
                </a:solidFill>
                <a:latin typeface="Jost"/>
                <a:ea typeface="Jost"/>
                <a:cs typeface="Jost"/>
                <a:sym typeface="Jost"/>
              </a:rPr>
              <a:t>The physical environment - is it clean, unpolluted and has appropriate facilities to support health needs</a:t>
            </a:r>
            <a:endParaRPr>
              <a:solidFill>
                <a:schemeClr val="dk2"/>
              </a:solidFill>
              <a:latin typeface="Jost"/>
              <a:ea typeface="Jost"/>
              <a:cs typeface="Jost"/>
              <a:sym typeface="Jost"/>
            </a:endParaRPr>
          </a:p>
        </p:txBody>
      </p:sp>
      <p:sp>
        <p:nvSpPr>
          <p:cNvPr id="2421" name="Google Shape;2421;p81"/>
          <p:cNvSpPr txBox="1"/>
          <p:nvPr/>
        </p:nvSpPr>
        <p:spPr>
          <a:xfrm>
            <a:off x="6601137" y="1132700"/>
            <a:ext cx="2030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Cultural</a:t>
            </a:r>
            <a:endParaRPr b="1">
              <a:solidFill>
                <a:schemeClr val="dk2"/>
              </a:solidFill>
              <a:latin typeface="Jost"/>
              <a:ea typeface="Jost"/>
              <a:cs typeface="Jost"/>
              <a:sym typeface="Jost"/>
            </a:endParaRPr>
          </a:p>
          <a:p>
            <a:pPr indent="0" lvl="0" marL="0" rtl="0" algn="l">
              <a:spcBef>
                <a:spcPts val="0"/>
              </a:spcBef>
              <a:spcAft>
                <a:spcPts val="0"/>
              </a:spcAft>
              <a:buNone/>
            </a:pPr>
            <a:r>
              <a:rPr lang="en">
                <a:solidFill>
                  <a:schemeClr val="dk2"/>
                </a:solidFill>
                <a:latin typeface="Jost"/>
                <a:ea typeface="Jost"/>
                <a:cs typeface="Jost"/>
                <a:sym typeface="Jost"/>
              </a:rPr>
              <a:t>The groups of people you associate with their views, traditions and beliefs</a:t>
            </a:r>
            <a:endParaRPr>
              <a:solidFill>
                <a:schemeClr val="dk2"/>
              </a:solidFill>
              <a:latin typeface="Jost"/>
              <a:ea typeface="Jost"/>
              <a:cs typeface="Jost"/>
              <a:sym typeface="Jost"/>
            </a:endParaRPr>
          </a:p>
        </p:txBody>
      </p:sp>
      <p:sp>
        <p:nvSpPr>
          <p:cNvPr id="2422" name="Google Shape;2422;p81"/>
          <p:cNvSpPr txBox="1"/>
          <p:nvPr/>
        </p:nvSpPr>
        <p:spPr>
          <a:xfrm>
            <a:off x="6539625" y="2613550"/>
            <a:ext cx="1941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Social Environment</a:t>
            </a:r>
            <a:endParaRPr b="1">
              <a:solidFill>
                <a:schemeClr val="dk2"/>
              </a:solidFill>
              <a:latin typeface="Jost"/>
              <a:ea typeface="Jost"/>
              <a:cs typeface="Jost"/>
              <a:sym typeface="Jost"/>
            </a:endParaRPr>
          </a:p>
          <a:p>
            <a:pPr indent="0" lvl="0" marL="0" rtl="0" algn="l">
              <a:spcBef>
                <a:spcPts val="0"/>
              </a:spcBef>
              <a:spcAft>
                <a:spcPts val="0"/>
              </a:spcAft>
              <a:buNone/>
            </a:pPr>
            <a:r>
              <a:rPr lang="en">
                <a:solidFill>
                  <a:schemeClr val="dk2"/>
                </a:solidFill>
                <a:latin typeface="Jost"/>
                <a:ea typeface="Jost"/>
                <a:cs typeface="Jost"/>
                <a:sym typeface="Jost"/>
              </a:rPr>
              <a:t>Upbringing, final capability, family and peer influences</a:t>
            </a:r>
            <a:endParaRPr>
              <a:solidFill>
                <a:schemeClr val="dk2"/>
              </a:solidFill>
              <a:latin typeface="Jost"/>
              <a:ea typeface="Jost"/>
              <a:cs typeface="Jost"/>
              <a:sym typeface="Jos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6" name="Shape 2426"/>
        <p:cNvGrpSpPr/>
        <p:nvPr/>
      </p:nvGrpSpPr>
      <p:grpSpPr>
        <a:xfrm>
          <a:off x="0" y="0"/>
          <a:ext cx="0" cy="0"/>
          <a:chOff x="0" y="0"/>
          <a:chExt cx="0" cy="0"/>
        </a:xfrm>
      </p:grpSpPr>
      <p:sp>
        <p:nvSpPr>
          <p:cNvPr id="2427" name="Google Shape;2427;p82"/>
          <p:cNvSpPr txBox="1"/>
          <p:nvPr>
            <p:ph type="ctrTitle"/>
          </p:nvPr>
        </p:nvSpPr>
        <p:spPr>
          <a:xfrm flipH="1">
            <a:off x="770725" y="468450"/>
            <a:ext cx="78612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solidFill>
                  <a:srgbClr val="212121"/>
                </a:solidFill>
                <a:latin typeface="Luckiest Guy"/>
                <a:ea typeface="Luckiest Guy"/>
                <a:cs typeface="Luckiest Guy"/>
                <a:sym typeface="Luckiest Guy"/>
              </a:rPr>
              <a:t>In groups of 4-5, you will be given one social determinant and come up with both positive and negative impacts they have on vaping</a:t>
            </a:r>
            <a:endParaRPr sz="1800">
              <a:solidFill>
                <a:srgbClr val="212121"/>
              </a:solidFill>
              <a:latin typeface="Luckiest Guy"/>
              <a:ea typeface="Luckiest Guy"/>
              <a:cs typeface="Luckiest Guy"/>
              <a:sym typeface="Luckiest Guy"/>
            </a:endParaRPr>
          </a:p>
        </p:txBody>
      </p:sp>
      <p:pic>
        <p:nvPicPr>
          <p:cNvPr id="2428" name="Google Shape;2428;p82"/>
          <p:cNvPicPr preferRelativeResize="0"/>
          <p:nvPr/>
        </p:nvPicPr>
        <p:blipFill rotWithShape="1">
          <a:blip r:embed="rId3">
            <a:alphaModFix/>
          </a:blip>
          <a:srcRect b="5269" l="19924" r="21442" t="9064"/>
          <a:stretch/>
        </p:blipFill>
        <p:spPr>
          <a:xfrm>
            <a:off x="770725" y="1201275"/>
            <a:ext cx="1185550" cy="1154825"/>
          </a:xfrm>
          <a:prstGeom prst="rect">
            <a:avLst/>
          </a:prstGeom>
          <a:noFill/>
          <a:ln>
            <a:noFill/>
          </a:ln>
        </p:spPr>
      </p:pic>
      <p:pic>
        <p:nvPicPr>
          <p:cNvPr id="2429" name="Google Shape;2429;p82"/>
          <p:cNvPicPr preferRelativeResize="0"/>
          <p:nvPr/>
        </p:nvPicPr>
        <p:blipFill rotWithShape="1">
          <a:blip r:embed="rId4">
            <a:alphaModFix/>
          </a:blip>
          <a:srcRect b="23551" l="6825" r="5679" t="13226"/>
          <a:stretch/>
        </p:blipFill>
        <p:spPr>
          <a:xfrm>
            <a:off x="770725" y="2511125"/>
            <a:ext cx="1185550" cy="1154836"/>
          </a:xfrm>
          <a:prstGeom prst="rect">
            <a:avLst/>
          </a:prstGeom>
          <a:noFill/>
          <a:ln>
            <a:noFill/>
          </a:ln>
        </p:spPr>
      </p:pic>
      <p:pic>
        <p:nvPicPr>
          <p:cNvPr id="2430" name="Google Shape;2430;p82"/>
          <p:cNvPicPr preferRelativeResize="0"/>
          <p:nvPr/>
        </p:nvPicPr>
        <p:blipFill>
          <a:blip r:embed="rId5">
            <a:alphaModFix/>
          </a:blip>
          <a:stretch>
            <a:fillRect/>
          </a:stretch>
        </p:blipFill>
        <p:spPr>
          <a:xfrm>
            <a:off x="770725" y="3820963"/>
            <a:ext cx="1185550" cy="1185550"/>
          </a:xfrm>
          <a:prstGeom prst="rect">
            <a:avLst/>
          </a:prstGeom>
          <a:noFill/>
          <a:ln>
            <a:noFill/>
          </a:ln>
        </p:spPr>
      </p:pic>
      <p:pic>
        <p:nvPicPr>
          <p:cNvPr id="2431" name="Google Shape;2431;p82"/>
          <p:cNvPicPr preferRelativeResize="0"/>
          <p:nvPr/>
        </p:nvPicPr>
        <p:blipFill>
          <a:blip r:embed="rId6">
            <a:alphaModFix/>
          </a:blip>
          <a:stretch>
            <a:fillRect/>
          </a:stretch>
        </p:blipFill>
        <p:spPr>
          <a:xfrm>
            <a:off x="5018150" y="1132700"/>
            <a:ext cx="1289275" cy="1292000"/>
          </a:xfrm>
          <a:prstGeom prst="rect">
            <a:avLst/>
          </a:prstGeom>
          <a:noFill/>
          <a:ln>
            <a:noFill/>
          </a:ln>
        </p:spPr>
      </p:pic>
      <p:pic>
        <p:nvPicPr>
          <p:cNvPr id="2432" name="Google Shape;2432;p82"/>
          <p:cNvPicPr preferRelativeResize="0"/>
          <p:nvPr/>
        </p:nvPicPr>
        <p:blipFill rotWithShape="1">
          <a:blip r:embed="rId7">
            <a:alphaModFix/>
          </a:blip>
          <a:srcRect b="24971" l="16450" r="15799" t="28346"/>
          <a:stretch/>
        </p:blipFill>
        <p:spPr>
          <a:xfrm>
            <a:off x="4917022" y="2613550"/>
            <a:ext cx="1491525" cy="1386950"/>
          </a:xfrm>
          <a:prstGeom prst="rect">
            <a:avLst/>
          </a:prstGeom>
          <a:noFill/>
          <a:ln>
            <a:noFill/>
          </a:ln>
        </p:spPr>
      </p:pic>
      <p:sp>
        <p:nvSpPr>
          <p:cNvPr id="2433" name="Google Shape;2433;p82"/>
          <p:cNvSpPr txBox="1"/>
          <p:nvPr/>
        </p:nvSpPr>
        <p:spPr>
          <a:xfrm>
            <a:off x="2163650" y="1201275"/>
            <a:ext cx="24768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Socio-Economic</a:t>
            </a:r>
            <a:endParaRPr b="1">
              <a:solidFill>
                <a:schemeClr val="dk2"/>
              </a:solidFill>
              <a:latin typeface="Jost"/>
              <a:ea typeface="Jost"/>
              <a:cs typeface="Jost"/>
              <a:sym typeface="Jost"/>
            </a:endParaRPr>
          </a:p>
          <a:p>
            <a:pPr indent="0" lvl="0" marL="0" rtl="0" algn="l">
              <a:spcBef>
                <a:spcPts val="0"/>
              </a:spcBef>
              <a:spcAft>
                <a:spcPts val="0"/>
              </a:spcAft>
              <a:buNone/>
            </a:pPr>
            <a:r>
              <a:rPr lang="en">
                <a:solidFill>
                  <a:schemeClr val="dk2"/>
                </a:solidFill>
                <a:latin typeface="Jost"/>
                <a:ea typeface="Jost"/>
                <a:cs typeface="Jost"/>
                <a:sym typeface="Jost"/>
              </a:rPr>
              <a:t>Income, education, employment and community safety</a:t>
            </a:r>
            <a:endParaRPr>
              <a:solidFill>
                <a:schemeClr val="dk2"/>
              </a:solidFill>
              <a:latin typeface="Jost"/>
              <a:ea typeface="Jost"/>
              <a:cs typeface="Jost"/>
              <a:sym typeface="Jost"/>
            </a:endParaRPr>
          </a:p>
        </p:txBody>
      </p:sp>
      <p:sp>
        <p:nvSpPr>
          <p:cNvPr id="2434" name="Google Shape;2434;p82"/>
          <p:cNvSpPr txBox="1"/>
          <p:nvPr/>
        </p:nvSpPr>
        <p:spPr>
          <a:xfrm>
            <a:off x="2154450" y="2565188"/>
            <a:ext cx="2564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Government</a:t>
            </a:r>
            <a:endParaRPr b="1">
              <a:solidFill>
                <a:schemeClr val="dk2"/>
              </a:solidFill>
              <a:latin typeface="Jost"/>
              <a:ea typeface="Jost"/>
              <a:cs typeface="Jost"/>
              <a:sym typeface="Jost"/>
            </a:endParaRPr>
          </a:p>
          <a:p>
            <a:pPr indent="0" lvl="0" marL="0" rtl="0" algn="l">
              <a:spcBef>
                <a:spcPts val="0"/>
              </a:spcBef>
              <a:spcAft>
                <a:spcPts val="0"/>
              </a:spcAft>
              <a:buNone/>
            </a:pPr>
            <a:r>
              <a:rPr lang="en">
                <a:solidFill>
                  <a:schemeClr val="dk2"/>
                </a:solidFill>
                <a:latin typeface="Jost"/>
                <a:ea typeface="Jost"/>
                <a:cs typeface="Jost"/>
                <a:sym typeface="Jost"/>
              </a:rPr>
              <a:t>The policies, rules and systems that allow or prevent you from a</a:t>
            </a:r>
            <a:endParaRPr>
              <a:solidFill>
                <a:schemeClr val="dk2"/>
              </a:solidFill>
              <a:latin typeface="Jost"/>
              <a:ea typeface="Jost"/>
              <a:cs typeface="Jost"/>
              <a:sym typeface="Jost"/>
            </a:endParaRPr>
          </a:p>
        </p:txBody>
      </p:sp>
      <p:sp>
        <p:nvSpPr>
          <p:cNvPr id="2435" name="Google Shape;2435;p82"/>
          <p:cNvSpPr txBox="1"/>
          <p:nvPr/>
        </p:nvSpPr>
        <p:spPr>
          <a:xfrm>
            <a:off x="2163650" y="3798825"/>
            <a:ext cx="2418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Environment</a:t>
            </a:r>
            <a:endParaRPr b="1">
              <a:solidFill>
                <a:schemeClr val="dk2"/>
              </a:solidFill>
              <a:latin typeface="Jost"/>
              <a:ea typeface="Jost"/>
              <a:cs typeface="Jost"/>
              <a:sym typeface="Jost"/>
            </a:endParaRPr>
          </a:p>
          <a:p>
            <a:pPr indent="0" lvl="0" marL="0" rtl="0" algn="l">
              <a:spcBef>
                <a:spcPts val="0"/>
              </a:spcBef>
              <a:spcAft>
                <a:spcPts val="0"/>
              </a:spcAft>
              <a:buNone/>
            </a:pPr>
            <a:r>
              <a:rPr lang="en">
                <a:solidFill>
                  <a:schemeClr val="dk2"/>
                </a:solidFill>
                <a:latin typeface="Jost"/>
                <a:ea typeface="Jost"/>
                <a:cs typeface="Jost"/>
                <a:sym typeface="Jost"/>
              </a:rPr>
              <a:t>The physical environment is it clean, unpolluted and has appropriate facilities to support health needs</a:t>
            </a:r>
            <a:endParaRPr>
              <a:solidFill>
                <a:schemeClr val="dk2"/>
              </a:solidFill>
              <a:latin typeface="Jost"/>
              <a:ea typeface="Jost"/>
              <a:cs typeface="Jost"/>
              <a:sym typeface="Jost"/>
            </a:endParaRPr>
          </a:p>
        </p:txBody>
      </p:sp>
      <p:sp>
        <p:nvSpPr>
          <p:cNvPr id="2436" name="Google Shape;2436;p82"/>
          <p:cNvSpPr txBox="1"/>
          <p:nvPr/>
        </p:nvSpPr>
        <p:spPr>
          <a:xfrm>
            <a:off x="6601137" y="1132700"/>
            <a:ext cx="2030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Cultural</a:t>
            </a:r>
            <a:endParaRPr b="1">
              <a:solidFill>
                <a:schemeClr val="dk2"/>
              </a:solidFill>
              <a:latin typeface="Jost"/>
              <a:ea typeface="Jost"/>
              <a:cs typeface="Jost"/>
              <a:sym typeface="Jost"/>
            </a:endParaRPr>
          </a:p>
          <a:p>
            <a:pPr indent="0" lvl="0" marL="0" rtl="0" algn="l">
              <a:spcBef>
                <a:spcPts val="0"/>
              </a:spcBef>
              <a:spcAft>
                <a:spcPts val="0"/>
              </a:spcAft>
              <a:buNone/>
            </a:pPr>
            <a:r>
              <a:rPr lang="en">
                <a:solidFill>
                  <a:schemeClr val="dk2"/>
                </a:solidFill>
                <a:latin typeface="Jost"/>
                <a:ea typeface="Jost"/>
                <a:cs typeface="Jost"/>
                <a:sym typeface="Jost"/>
              </a:rPr>
              <a:t>The groups of people you associate with their views, traditions and beliefs</a:t>
            </a:r>
            <a:endParaRPr>
              <a:solidFill>
                <a:schemeClr val="dk2"/>
              </a:solidFill>
              <a:latin typeface="Jost"/>
              <a:ea typeface="Jost"/>
              <a:cs typeface="Jost"/>
              <a:sym typeface="Jost"/>
            </a:endParaRPr>
          </a:p>
        </p:txBody>
      </p:sp>
      <p:sp>
        <p:nvSpPr>
          <p:cNvPr id="2437" name="Google Shape;2437;p82"/>
          <p:cNvSpPr txBox="1"/>
          <p:nvPr/>
        </p:nvSpPr>
        <p:spPr>
          <a:xfrm>
            <a:off x="6539625" y="2613550"/>
            <a:ext cx="19413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Social Environment</a:t>
            </a:r>
            <a:endParaRPr b="1">
              <a:solidFill>
                <a:schemeClr val="dk2"/>
              </a:solidFill>
              <a:latin typeface="Jost"/>
              <a:ea typeface="Jost"/>
              <a:cs typeface="Jost"/>
              <a:sym typeface="Jost"/>
            </a:endParaRPr>
          </a:p>
          <a:p>
            <a:pPr indent="0" lvl="0" marL="0" rtl="0" algn="l">
              <a:spcBef>
                <a:spcPts val="0"/>
              </a:spcBef>
              <a:spcAft>
                <a:spcPts val="0"/>
              </a:spcAft>
              <a:buNone/>
            </a:pPr>
            <a:r>
              <a:rPr lang="en">
                <a:solidFill>
                  <a:schemeClr val="dk2"/>
                </a:solidFill>
                <a:latin typeface="Jost"/>
                <a:ea typeface="Jost"/>
                <a:cs typeface="Jost"/>
                <a:sym typeface="Jost"/>
              </a:rPr>
              <a:t>Upbringing, final capability, family and peer influences</a:t>
            </a:r>
            <a:endParaRPr>
              <a:solidFill>
                <a:schemeClr val="dk2"/>
              </a:solidFill>
              <a:latin typeface="Jost"/>
              <a:ea typeface="Jost"/>
              <a:cs typeface="Jost"/>
              <a:sym typeface="Jost"/>
            </a:endParaRPr>
          </a:p>
          <a:p>
            <a:pPr indent="0" lvl="0" marL="0" rtl="0" algn="l">
              <a:spcBef>
                <a:spcPts val="0"/>
              </a:spcBef>
              <a:spcAft>
                <a:spcPts val="0"/>
              </a:spcAft>
              <a:buNone/>
            </a:pPr>
            <a:r>
              <a:t/>
            </a:r>
            <a:endParaRPr>
              <a:solidFill>
                <a:schemeClr val="dk2"/>
              </a:solidFill>
              <a:latin typeface="Jost"/>
              <a:ea typeface="Jost"/>
              <a:cs typeface="Jost"/>
              <a:sym typeface="Jost"/>
            </a:endParaRPr>
          </a:p>
        </p:txBody>
      </p:sp>
      <p:pic>
        <p:nvPicPr>
          <p:cNvPr descr="This timer silently counts down to 0:00, then alerts you that time is up with a gentle beep sound." id="2438" name="Google Shape;2438;p82" title="15 Minute Timer">
            <a:hlinkClick r:id="rId8"/>
          </p:cNvPr>
          <p:cNvPicPr preferRelativeResize="0"/>
          <p:nvPr/>
        </p:nvPicPr>
        <p:blipFill>
          <a:blip r:embed="rId9">
            <a:alphaModFix/>
          </a:blip>
          <a:stretch>
            <a:fillRect/>
          </a:stretch>
        </p:blipFill>
        <p:spPr>
          <a:xfrm>
            <a:off x="5316038" y="4445005"/>
            <a:ext cx="894613" cy="5032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8"/>
                                        </p:tgtEl>
                                        <p:attrNameLst>
                                          <p:attrName>style.visibility</p:attrName>
                                        </p:attrNameLst>
                                      </p:cBhvr>
                                      <p:to>
                                        <p:strVal val="visible"/>
                                      </p:to>
                                    </p:set>
                                    <p:animEffect filter="fade" transition="in">
                                      <p:cBhvr>
                                        <p:cTn dur="1000"/>
                                        <p:tgtEl>
                                          <p:spTgt spid="2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2" name="Shape 2442"/>
        <p:cNvGrpSpPr/>
        <p:nvPr/>
      </p:nvGrpSpPr>
      <p:grpSpPr>
        <a:xfrm>
          <a:off x="0" y="0"/>
          <a:ext cx="0" cy="0"/>
          <a:chOff x="0" y="0"/>
          <a:chExt cx="0" cy="0"/>
        </a:xfrm>
      </p:grpSpPr>
      <p:sp>
        <p:nvSpPr>
          <p:cNvPr id="2443" name="Google Shape;2443;p83"/>
          <p:cNvSpPr txBox="1"/>
          <p:nvPr>
            <p:ph type="ctrTitle"/>
          </p:nvPr>
        </p:nvSpPr>
        <p:spPr>
          <a:xfrm flipH="1">
            <a:off x="770725" y="239850"/>
            <a:ext cx="78612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800">
                <a:solidFill>
                  <a:srgbClr val="212121"/>
                </a:solidFill>
                <a:latin typeface="Luckiest Guy"/>
                <a:ea typeface="Luckiest Guy"/>
                <a:cs typeface="Luckiest Guy"/>
                <a:sym typeface="Luckiest Guy"/>
              </a:rPr>
              <a:t>Positive and negative impacts that social determinants have on vaping</a:t>
            </a:r>
            <a:endParaRPr sz="1800">
              <a:solidFill>
                <a:srgbClr val="212121"/>
              </a:solidFill>
              <a:latin typeface="Luckiest Guy"/>
              <a:ea typeface="Luckiest Guy"/>
              <a:cs typeface="Luckiest Guy"/>
              <a:sym typeface="Luckiest Guy"/>
            </a:endParaRPr>
          </a:p>
        </p:txBody>
      </p:sp>
      <p:pic>
        <p:nvPicPr>
          <p:cNvPr id="2444" name="Google Shape;2444;p83"/>
          <p:cNvPicPr preferRelativeResize="0"/>
          <p:nvPr/>
        </p:nvPicPr>
        <p:blipFill rotWithShape="1">
          <a:blip r:embed="rId3">
            <a:alphaModFix/>
          </a:blip>
          <a:srcRect b="5269" l="19924" r="21442" t="9064"/>
          <a:stretch/>
        </p:blipFill>
        <p:spPr>
          <a:xfrm>
            <a:off x="770725" y="1201275"/>
            <a:ext cx="1185550" cy="1154825"/>
          </a:xfrm>
          <a:prstGeom prst="rect">
            <a:avLst/>
          </a:prstGeom>
          <a:noFill/>
          <a:ln>
            <a:noFill/>
          </a:ln>
        </p:spPr>
      </p:pic>
      <p:pic>
        <p:nvPicPr>
          <p:cNvPr id="2445" name="Google Shape;2445;p83"/>
          <p:cNvPicPr preferRelativeResize="0"/>
          <p:nvPr/>
        </p:nvPicPr>
        <p:blipFill rotWithShape="1">
          <a:blip r:embed="rId4">
            <a:alphaModFix/>
          </a:blip>
          <a:srcRect b="23551" l="6825" r="5679" t="13226"/>
          <a:stretch/>
        </p:blipFill>
        <p:spPr>
          <a:xfrm>
            <a:off x="770725" y="2511125"/>
            <a:ext cx="1185550" cy="1154836"/>
          </a:xfrm>
          <a:prstGeom prst="rect">
            <a:avLst/>
          </a:prstGeom>
          <a:noFill/>
          <a:ln>
            <a:noFill/>
          </a:ln>
        </p:spPr>
      </p:pic>
      <p:pic>
        <p:nvPicPr>
          <p:cNvPr id="2446" name="Google Shape;2446;p83"/>
          <p:cNvPicPr preferRelativeResize="0"/>
          <p:nvPr/>
        </p:nvPicPr>
        <p:blipFill>
          <a:blip r:embed="rId5">
            <a:alphaModFix/>
          </a:blip>
          <a:stretch>
            <a:fillRect/>
          </a:stretch>
        </p:blipFill>
        <p:spPr>
          <a:xfrm>
            <a:off x="770725" y="3820963"/>
            <a:ext cx="1185550" cy="1185550"/>
          </a:xfrm>
          <a:prstGeom prst="rect">
            <a:avLst/>
          </a:prstGeom>
          <a:noFill/>
          <a:ln>
            <a:noFill/>
          </a:ln>
        </p:spPr>
      </p:pic>
      <p:pic>
        <p:nvPicPr>
          <p:cNvPr id="2447" name="Google Shape;2447;p83"/>
          <p:cNvPicPr preferRelativeResize="0"/>
          <p:nvPr/>
        </p:nvPicPr>
        <p:blipFill>
          <a:blip r:embed="rId6">
            <a:alphaModFix/>
          </a:blip>
          <a:stretch>
            <a:fillRect/>
          </a:stretch>
        </p:blipFill>
        <p:spPr>
          <a:xfrm>
            <a:off x="5018150" y="1132700"/>
            <a:ext cx="1289275" cy="1292000"/>
          </a:xfrm>
          <a:prstGeom prst="rect">
            <a:avLst/>
          </a:prstGeom>
          <a:noFill/>
          <a:ln>
            <a:noFill/>
          </a:ln>
        </p:spPr>
      </p:pic>
      <p:pic>
        <p:nvPicPr>
          <p:cNvPr id="2448" name="Google Shape;2448;p83"/>
          <p:cNvPicPr preferRelativeResize="0"/>
          <p:nvPr/>
        </p:nvPicPr>
        <p:blipFill rotWithShape="1">
          <a:blip r:embed="rId7">
            <a:alphaModFix/>
          </a:blip>
          <a:srcRect b="24971" l="16450" r="15799" t="28346"/>
          <a:stretch/>
        </p:blipFill>
        <p:spPr>
          <a:xfrm>
            <a:off x="4917022" y="2613550"/>
            <a:ext cx="1491525" cy="1386950"/>
          </a:xfrm>
          <a:prstGeom prst="rect">
            <a:avLst/>
          </a:prstGeom>
          <a:noFill/>
          <a:ln>
            <a:noFill/>
          </a:ln>
        </p:spPr>
      </p:pic>
      <p:sp>
        <p:nvSpPr>
          <p:cNvPr id="2449" name="Google Shape;2449;p83"/>
          <p:cNvSpPr txBox="1"/>
          <p:nvPr/>
        </p:nvSpPr>
        <p:spPr>
          <a:xfrm>
            <a:off x="2163650" y="896475"/>
            <a:ext cx="2476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Socio-Economic</a:t>
            </a:r>
            <a:endParaRPr b="1">
              <a:solidFill>
                <a:schemeClr val="dk2"/>
              </a:solidFill>
              <a:latin typeface="Jost"/>
              <a:ea typeface="Jost"/>
              <a:cs typeface="Jost"/>
              <a:sym typeface="Jost"/>
            </a:endParaRPr>
          </a:p>
          <a:p>
            <a:pPr indent="0" lvl="0" marL="0" rtl="0" algn="l">
              <a:spcBef>
                <a:spcPts val="0"/>
              </a:spcBef>
              <a:spcAft>
                <a:spcPts val="0"/>
              </a:spcAft>
              <a:buNone/>
            </a:pPr>
            <a:r>
              <a:t/>
            </a:r>
            <a:endParaRPr>
              <a:solidFill>
                <a:schemeClr val="dk2"/>
              </a:solidFill>
              <a:latin typeface="Jost"/>
              <a:ea typeface="Jost"/>
              <a:cs typeface="Jost"/>
              <a:sym typeface="Jost"/>
            </a:endParaRPr>
          </a:p>
        </p:txBody>
      </p:sp>
      <p:sp>
        <p:nvSpPr>
          <p:cNvPr id="2450" name="Google Shape;2450;p83"/>
          <p:cNvSpPr txBox="1"/>
          <p:nvPr/>
        </p:nvSpPr>
        <p:spPr>
          <a:xfrm>
            <a:off x="2154450" y="2260388"/>
            <a:ext cx="2564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Government</a:t>
            </a:r>
            <a:endParaRPr b="1">
              <a:solidFill>
                <a:schemeClr val="dk2"/>
              </a:solidFill>
              <a:latin typeface="Jost"/>
              <a:ea typeface="Jost"/>
              <a:cs typeface="Jost"/>
              <a:sym typeface="Jost"/>
            </a:endParaRPr>
          </a:p>
          <a:p>
            <a:pPr indent="0" lvl="0" marL="0" rtl="0" algn="l">
              <a:spcBef>
                <a:spcPts val="0"/>
              </a:spcBef>
              <a:spcAft>
                <a:spcPts val="0"/>
              </a:spcAft>
              <a:buNone/>
            </a:pPr>
            <a:r>
              <a:t/>
            </a:r>
            <a:endParaRPr>
              <a:solidFill>
                <a:schemeClr val="dk2"/>
              </a:solidFill>
              <a:latin typeface="Jost"/>
              <a:ea typeface="Jost"/>
              <a:cs typeface="Jost"/>
              <a:sym typeface="Jost"/>
            </a:endParaRPr>
          </a:p>
        </p:txBody>
      </p:sp>
      <p:sp>
        <p:nvSpPr>
          <p:cNvPr id="2451" name="Google Shape;2451;p83"/>
          <p:cNvSpPr txBox="1"/>
          <p:nvPr/>
        </p:nvSpPr>
        <p:spPr>
          <a:xfrm>
            <a:off x="2163650" y="3570225"/>
            <a:ext cx="241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Environment</a:t>
            </a:r>
            <a:endParaRPr b="1">
              <a:solidFill>
                <a:schemeClr val="dk2"/>
              </a:solidFill>
              <a:latin typeface="Jost"/>
              <a:ea typeface="Jost"/>
              <a:cs typeface="Jost"/>
              <a:sym typeface="Jost"/>
            </a:endParaRPr>
          </a:p>
          <a:p>
            <a:pPr indent="0" lvl="0" marL="0" rtl="0" algn="l">
              <a:spcBef>
                <a:spcPts val="0"/>
              </a:spcBef>
              <a:spcAft>
                <a:spcPts val="0"/>
              </a:spcAft>
              <a:buNone/>
            </a:pPr>
            <a:r>
              <a:t/>
            </a:r>
            <a:endParaRPr>
              <a:solidFill>
                <a:schemeClr val="dk2"/>
              </a:solidFill>
              <a:latin typeface="Jost"/>
              <a:ea typeface="Jost"/>
              <a:cs typeface="Jost"/>
              <a:sym typeface="Jost"/>
            </a:endParaRPr>
          </a:p>
        </p:txBody>
      </p:sp>
      <p:sp>
        <p:nvSpPr>
          <p:cNvPr id="2452" name="Google Shape;2452;p83"/>
          <p:cNvSpPr txBox="1"/>
          <p:nvPr/>
        </p:nvSpPr>
        <p:spPr>
          <a:xfrm>
            <a:off x="6601137" y="904100"/>
            <a:ext cx="2030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Cultural</a:t>
            </a:r>
            <a:endParaRPr b="1">
              <a:solidFill>
                <a:schemeClr val="dk2"/>
              </a:solidFill>
              <a:latin typeface="Jost"/>
              <a:ea typeface="Jost"/>
              <a:cs typeface="Jost"/>
              <a:sym typeface="Jost"/>
            </a:endParaRPr>
          </a:p>
          <a:p>
            <a:pPr indent="0" lvl="0" marL="0" rtl="0" algn="l">
              <a:spcBef>
                <a:spcPts val="0"/>
              </a:spcBef>
              <a:spcAft>
                <a:spcPts val="0"/>
              </a:spcAft>
              <a:buNone/>
            </a:pPr>
            <a:r>
              <a:t/>
            </a:r>
            <a:endParaRPr>
              <a:solidFill>
                <a:schemeClr val="dk2"/>
              </a:solidFill>
              <a:latin typeface="Jost"/>
              <a:ea typeface="Jost"/>
              <a:cs typeface="Jost"/>
              <a:sym typeface="Jost"/>
            </a:endParaRPr>
          </a:p>
        </p:txBody>
      </p:sp>
      <p:sp>
        <p:nvSpPr>
          <p:cNvPr id="2453" name="Google Shape;2453;p83"/>
          <p:cNvSpPr txBox="1"/>
          <p:nvPr/>
        </p:nvSpPr>
        <p:spPr>
          <a:xfrm>
            <a:off x="6539625" y="2461150"/>
            <a:ext cx="19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Jost"/>
                <a:ea typeface="Jost"/>
                <a:cs typeface="Jost"/>
                <a:sym typeface="Jost"/>
              </a:rPr>
              <a:t>Social Environment</a:t>
            </a:r>
            <a:endParaRPr b="1">
              <a:solidFill>
                <a:schemeClr val="dk2"/>
              </a:solidFill>
              <a:latin typeface="Jost"/>
              <a:ea typeface="Jost"/>
              <a:cs typeface="Jost"/>
              <a:sym typeface="Jost"/>
            </a:endParaRPr>
          </a:p>
          <a:p>
            <a:pPr indent="0" lvl="0" marL="0" rtl="0" algn="l">
              <a:spcBef>
                <a:spcPts val="0"/>
              </a:spcBef>
              <a:spcAft>
                <a:spcPts val="0"/>
              </a:spcAft>
              <a:buNone/>
            </a:pPr>
            <a:r>
              <a:t/>
            </a:r>
            <a:endParaRPr>
              <a:solidFill>
                <a:schemeClr val="dk2"/>
              </a:solidFill>
              <a:latin typeface="Jost"/>
              <a:ea typeface="Jost"/>
              <a:cs typeface="Jost"/>
              <a:sym typeface="Jos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7" name="Shape 2457"/>
        <p:cNvGrpSpPr/>
        <p:nvPr/>
      </p:nvGrpSpPr>
      <p:grpSpPr>
        <a:xfrm>
          <a:off x="0" y="0"/>
          <a:ext cx="0" cy="0"/>
          <a:chOff x="0" y="0"/>
          <a:chExt cx="0" cy="0"/>
        </a:xfrm>
      </p:grpSpPr>
      <p:sp>
        <p:nvSpPr>
          <p:cNvPr id="2458" name="Google Shape;2458;p84"/>
          <p:cNvSpPr txBox="1"/>
          <p:nvPr>
            <p:ph type="ctrTitle"/>
          </p:nvPr>
        </p:nvSpPr>
        <p:spPr>
          <a:xfrm>
            <a:off x="2194950" y="252975"/>
            <a:ext cx="4192800" cy="16878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L2 health</a:t>
            </a:r>
            <a:endParaRPr sz="4600">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Do now - WK 4</a:t>
            </a:r>
            <a:endParaRPr sz="4600">
              <a:solidFill>
                <a:srgbClr val="212121"/>
              </a:solidFill>
              <a:latin typeface="Luckiest Guy"/>
              <a:ea typeface="Luckiest Guy"/>
              <a:cs typeface="Luckiest Guy"/>
              <a:sym typeface="Luckiest Guy"/>
            </a:endParaRPr>
          </a:p>
        </p:txBody>
      </p:sp>
      <p:sp>
        <p:nvSpPr>
          <p:cNvPr id="2459" name="Google Shape;2459;p84"/>
          <p:cNvSpPr txBox="1"/>
          <p:nvPr>
            <p:ph idx="1" type="subTitle"/>
          </p:nvPr>
        </p:nvSpPr>
        <p:spPr>
          <a:xfrm>
            <a:off x="242325" y="2624400"/>
            <a:ext cx="2520600" cy="1206900"/>
          </a:xfrm>
          <a:prstGeom prst="rect">
            <a:avLst/>
          </a:prstGeom>
          <a:solidFill>
            <a:schemeClr val="accent4"/>
          </a:solidFill>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Jost"/>
                <a:ea typeface="Jost"/>
                <a:cs typeface="Jost"/>
                <a:sym typeface="Jost"/>
              </a:rPr>
              <a:t>Go to university after Year 13 - have all your university fees paid for</a:t>
            </a:r>
            <a:endParaRPr>
              <a:latin typeface="Jost"/>
              <a:ea typeface="Jost"/>
              <a:cs typeface="Jost"/>
              <a:sym typeface="Jost"/>
            </a:endParaRPr>
          </a:p>
        </p:txBody>
      </p:sp>
      <p:sp>
        <p:nvSpPr>
          <p:cNvPr id="2460" name="Google Shape;2460;p84"/>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84"/>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84"/>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84"/>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84"/>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84"/>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84"/>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84"/>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84"/>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84"/>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84"/>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84"/>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84"/>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84"/>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84"/>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84"/>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84"/>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84"/>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84"/>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84"/>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84"/>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84"/>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84"/>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84"/>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84"/>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84"/>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84"/>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84"/>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84"/>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84"/>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84"/>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2491" name="Google Shape;2491;p84" title="10 Minute Timer">
            <a:hlinkClick r:id="rId3"/>
          </p:cNvPr>
          <p:cNvPicPr preferRelativeResize="0"/>
          <p:nvPr/>
        </p:nvPicPr>
        <p:blipFill>
          <a:blip r:embed="rId4">
            <a:alphaModFix/>
          </a:blip>
          <a:stretch>
            <a:fillRect/>
          </a:stretch>
        </p:blipFill>
        <p:spPr>
          <a:xfrm>
            <a:off x="6695538" y="656137"/>
            <a:ext cx="1716525" cy="965550"/>
          </a:xfrm>
          <a:prstGeom prst="rect">
            <a:avLst/>
          </a:prstGeom>
          <a:noFill/>
          <a:ln>
            <a:noFill/>
          </a:ln>
        </p:spPr>
      </p:pic>
      <p:pic>
        <p:nvPicPr>
          <p:cNvPr id="2492" name="Google Shape;2492;p84"/>
          <p:cNvPicPr preferRelativeResize="0"/>
          <p:nvPr/>
        </p:nvPicPr>
        <p:blipFill>
          <a:blip r:embed="rId5">
            <a:alphaModFix/>
          </a:blip>
          <a:stretch>
            <a:fillRect/>
          </a:stretch>
        </p:blipFill>
        <p:spPr>
          <a:xfrm>
            <a:off x="2926654" y="2381775"/>
            <a:ext cx="3034179" cy="1706325"/>
          </a:xfrm>
          <a:prstGeom prst="rect">
            <a:avLst/>
          </a:prstGeom>
          <a:noFill/>
          <a:ln>
            <a:noFill/>
          </a:ln>
        </p:spPr>
      </p:pic>
      <p:sp>
        <p:nvSpPr>
          <p:cNvPr id="2493" name="Google Shape;2493;p84"/>
          <p:cNvSpPr txBox="1"/>
          <p:nvPr>
            <p:ph idx="1" type="subTitle"/>
          </p:nvPr>
        </p:nvSpPr>
        <p:spPr>
          <a:xfrm>
            <a:off x="6189350" y="2571563"/>
            <a:ext cx="2520600" cy="1206900"/>
          </a:xfrm>
          <a:prstGeom prst="rect">
            <a:avLst/>
          </a:prstGeom>
          <a:solidFill>
            <a:schemeClr val="lt2"/>
          </a:solidFill>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Jost"/>
                <a:ea typeface="Jost"/>
                <a:cs typeface="Jost"/>
                <a:sym typeface="Jost"/>
              </a:rPr>
              <a:t>After Year 13, work a job that pays a pretty good salary but is not your passion</a:t>
            </a:r>
            <a:endParaRPr>
              <a:latin typeface="Jost"/>
              <a:ea typeface="Jost"/>
              <a:cs typeface="Jost"/>
              <a:sym typeface="Jos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74"/>
                                        </p:tgtEl>
                                        <p:attrNameLst>
                                          <p:attrName>style.visibility</p:attrName>
                                        </p:attrNameLst>
                                      </p:cBhvr>
                                      <p:to>
                                        <p:strVal val="visible"/>
                                      </p:to>
                                    </p:set>
                                    <p:anim calcmode="lin" valueType="num">
                                      <p:cBhvr additive="base">
                                        <p:cTn dur="200"/>
                                        <p:tgtEl>
                                          <p:spTgt spid="2474"/>
                                        </p:tgtEl>
                                        <p:attrNameLst>
                                          <p:attrName>ppt_w</p:attrName>
                                        </p:attrNameLst>
                                      </p:cBhvr>
                                      <p:tavLst>
                                        <p:tav fmla="" tm="0">
                                          <p:val>
                                            <p:strVal val="0"/>
                                          </p:val>
                                        </p:tav>
                                        <p:tav fmla="" tm="100000">
                                          <p:val>
                                            <p:strVal val="#ppt_w"/>
                                          </p:val>
                                        </p:tav>
                                      </p:tavLst>
                                    </p:anim>
                                    <p:anim calcmode="lin" valueType="num">
                                      <p:cBhvr additive="base">
                                        <p:cTn dur="200"/>
                                        <p:tgtEl>
                                          <p:spTgt spid="2474"/>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481"/>
                                        </p:tgtEl>
                                        <p:attrNameLst>
                                          <p:attrName>style.visibility</p:attrName>
                                        </p:attrNameLst>
                                      </p:cBhvr>
                                      <p:to>
                                        <p:strVal val="visible"/>
                                      </p:to>
                                    </p:set>
                                    <p:anim calcmode="lin" valueType="num">
                                      <p:cBhvr additive="base">
                                        <p:cTn dur="200"/>
                                        <p:tgtEl>
                                          <p:spTgt spid="2481"/>
                                        </p:tgtEl>
                                        <p:attrNameLst>
                                          <p:attrName>ppt_w</p:attrName>
                                        </p:attrNameLst>
                                      </p:cBhvr>
                                      <p:tavLst>
                                        <p:tav fmla="" tm="0">
                                          <p:val>
                                            <p:strVal val="0"/>
                                          </p:val>
                                        </p:tav>
                                        <p:tav fmla="" tm="100000">
                                          <p:val>
                                            <p:strVal val="#ppt_w"/>
                                          </p:val>
                                        </p:tav>
                                      </p:tavLst>
                                    </p:anim>
                                    <p:anim calcmode="lin" valueType="num">
                                      <p:cBhvr additive="base">
                                        <p:cTn dur="200"/>
                                        <p:tgtEl>
                                          <p:spTgt spid="2481"/>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470"/>
                                        </p:tgtEl>
                                        <p:attrNameLst>
                                          <p:attrName>style.visibility</p:attrName>
                                        </p:attrNameLst>
                                      </p:cBhvr>
                                      <p:to>
                                        <p:strVal val="visible"/>
                                      </p:to>
                                    </p:set>
                                    <p:anim calcmode="lin" valueType="num">
                                      <p:cBhvr additive="base">
                                        <p:cTn dur="200"/>
                                        <p:tgtEl>
                                          <p:spTgt spid="2470"/>
                                        </p:tgtEl>
                                        <p:attrNameLst>
                                          <p:attrName>ppt_w</p:attrName>
                                        </p:attrNameLst>
                                      </p:cBhvr>
                                      <p:tavLst>
                                        <p:tav fmla="" tm="0">
                                          <p:val>
                                            <p:strVal val="0"/>
                                          </p:val>
                                        </p:tav>
                                        <p:tav fmla="" tm="100000">
                                          <p:val>
                                            <p:strVal val="#ppt_w"/>
                                          </p:val>
                                        </p:tav>
                                      </p:tavLst>
                                    </p:anim>
                                    <p:anim calcmode="lin" valueType="num">
                                      <p:cBhvr additive="base">
                                        <p:cTn dur="200"/>
                                        <p:tgtEl>
                                          <p:spTgt spid="247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458"/>
                                        </p:tgtEl>
                                        <p:attrNameLst>
                                          <p:attrName>style.visibility</p:attrName>
                                        </p:attrNameLst>
                                      </p:cBhvr>
                                      <p:to>
                                        <p:strVal val="visible"/>
                                      </p:to>
                                    </p:set>
                                    <p:animEffect filter="fade" transition="in">
                                      <p:cBhvr>
                                        <p:cTn dur="300"/>
                                        <p:tgtEl>
                                          <p:spTgt spid="2458"/>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461"/>
                                        </p:tgtEl>
                                        <p:attrNameLst>
                                          <p:attrName>style.visibility</p:attrName>
                                        </p:attrNameLst>
                                      </p:cBhvr>
                                      <p:to>
                                        <p:strVal val="visible"/>
                                      </p:to>
                                    </p:set>
                                    <p:anim calcmode="lin" valueType="num">
                                      <p:cBhvr additive="base">
                                        <p:cTn dur="200"/>
                                        <p:tgtEl>
                                          <p:spTgt spid="2461"/>
                                        </p:tgtEl>
                                        <p:attrNameLst>
                                          <p:attrName>ppt_w</p:attrName>
                                        </p:attrNameLst>
                                      </p:cBhvr>
                                      <p:tavLst>
                                        <p:tav fmla="" tm="0">
                                          <p:val>
                                            <p:strVal val="0"/>
                                          </p:val>
                                        </p:tav>
                                        <p:tav fmla="" tm="100000">
                                          <p:val>
                                            <p:strVal val="#ppt_w"/>
                                          </p:val>
                                        </p:tav>
                                      </p:tavLst>
                                    </p:anim>
                                    <p:anim calcmode="lin" valueType="num">
                                      <p:cBhvr additive="base">
                                        <p:cTn dur="200"/>
                                        <p:tgtEl>
                                          <p:spTgt spid="2461"/>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475"/>
                                        </p:tgtEl>
                                        <p:attrNameLst>
                                          <p:attrName>style.visibility</p:attrName>
                                        </p:attrNameLst>
                                      </p:cBhvr>
                                      <p:to>
                                        <p:strVal val="visible"/>
                                      </p:to>
                                    </p:set>
                                    <p:anim calcmode="lin" valueType="num">
                                      <p:cBhvr additive="base">
                                        <p:cTn dur="200"/>
                                        <p:tgtEl>
                                          <p:spTgt spid="2475"/>
                                        </p:tgtEl>
                                        <p:attrNameLst>
                                          <p:attrName>ppt_w</p:attrName>
                                        </p:attrNameLst>
                                      </p:cBhvr>
                                      <p:tavLst>
                                        <p:tav fmla="" tm="0">
                                          <p:val>
                                            <p:strVal val="0"/>
                                          </p:val>
                                        </p:tav>
                                        <p:tav fmla="" tm="100000">
                                          <p:val>
                                            <p:strVal val="#ppt_w"/>
                                          </p:val>
                                        </p:tav>
                                      </p:tavLst>
                                    </p:anim>
                                    <p:anim calcmode="lin" valueType="num">
                                      <p:cBhvr additive="base">
                                        <p:cTn dur="200"/>
                                        <p:tgtEl>
                                          <p:spTgt spid="2475"/>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463"/>
                                        </p:tgtEl>
                                        <p:attrNameLst>
                                          <p:attrName>style.visibility</p:attrName>
                                        </p:attrNameLst>
                                      </p:cBhvr>
                                      <p:to>
                                        <p:strVal val="visible"/>
                                      </p:to>
                                    </p:set>
                                    <p:anim calcmode="lin" valueType="num">
                                      <p:cBhvr additive="base">
                                        <p:cTn dur="200"/>
                                        <p:tgtEl>
                                          <p:spTgt spid="2463"/>
                                        </p:tgtEl>
                                        <p:attrNameLst>
                                          <p:attrName>ppt_w</p:attrName>
                                        </p:attrNameLst>
                                      </p:cBhvr>
                                      <p:tavLst>
                                        <p:tav fmla="" tm="0">
                                          <p:val>
                                            <p:strVal val="0"/>
                                          </p:val>
                                        </p:tav>
                                        <p:tav fmla="" tm="100000">
                                          <p:val>
                                            <p:strVal val="#ppt_w"/>
                                          </p:val>
                                        </p:tav>
                                      </p:tavLst>
                                    </p:anim>
                                    <p:anim calcmode="lin" valueType="num">
                                      <p:cBhvr additive="base">
                                        <p:cTn dur="200"/>
                                        <p:tgtEl>
                                          <p:spTgt spid="2463"/>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473"/>
                                        </p:tgtEl>
                                        <p:attrNameLst>
                                          <p:attrName>style.visibility</p:attrName>
                                        </p:attrNameLst>
                                      </p:cBhvr>
                                      <p:to>
                                        <p:strVal val="visible"/>
                                      </p:to>
                                    </p:set>
                                    <p:anim calcmode="lin" valueType="num">
                                      <p:cBhvr additive="base">
                                        <p:cTn dur="200"/>
                                        <p:tgtEl>
                                          <p:spTgt spid="2473"/>
                                        </p:tgtEl>
                                        <p:attrNameLst>
                                          <p:attrName>ppt_w</p:attrName>
                                        </p:attrNameLst>
                                      </p:cBhvr>
                                      <p:tavLst>
                                        <p:tav fmla="" tm="0">
                                          <p:val>
                                            <p:strVal val="0"/>
                                          </p:val>
                                        </p:tav>
                                        <p:tav fmla="" tm="100000">
                                          <p:val>
                                            <p:strVal val="#ppt_w"/>
                                          </p:val>
                                        </p:tav>
                                      </p:tavLst>
                                    </p:anim>
                                    <p:anim calcmode="lin" valueType="num">
                                      <p:cBhvr additive="base">
                                        <p:cTn dur="200"/>
                                        <p:tgtEl>
                                          <p:spTgt spid="2473"/>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465"/>
                                        </p:tgtEl>
                                        <p:attrNameLst>
                                          <p:attrName>style.visibility</p:attrName>
                                        </p:attrNameLst>
                                      </p:cBhvr>
                                      <p:to>
                                        <p:strVal val="visible"/>
                                      </p:to>
                                    </p:set>
                                    <p:anim calcmode="lin" valueType="num">
                                      <p:cBhvr additive="base">
                                        <p:cTn dur="200"/>
                                        <p:tgtEl>
                                          <p:spTgt spid="2465"/>
                                        </p:tgtEl>
                                        <p:attrNameLst>
                                          <p:attrName>ppt_w</p:attrName>
                                        </p:attrNameLst>
                                      </p:cBhvr>
                                      <p:tavLst>
                                        <p:tav fmla="" tm="0">
                                          <p:val>
                                            <p:strVal val="0"/>
                                          </p:val>
                                        </p:tav>
                                        <p:tav fmla="" tm="100000">
                                          <p:val>
                                            <p:strVal val="#ppt_w"/>
                                          </p:val>
                                        </p:tav>
                                      </p:tavLst>
                                    </p:anim>
                                    <p:anim calcmode="lin" valueType="num">
                                      <p:cBhvr additive="base">
                                        <p:cTn dur="200"/>
                                        <p:tgtEl>
                                          <p:spTgt spid="2465"/>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483"/>
                                        </p:tgtEl>
                                        <p:attrNameLst>
                                          <p:attrName>style.visibility</p:attrName>
                                        </p:attrNameLst>
                                      </p:cBhvr>
                                      <p:to>
                                        <p:strVal val="visible"/>
                                      </p:to>
                                    </p:set>
                                    <p:anim calcmode="lin" valueType="num">
                                      <p:cBhvr additive="base">
                                        <p:cTn dur="200"/>
                                        <p:tgtEl>
                                          <p:spTgt spid="2483"/>
                                        </p:tgtEl>
                                        <p:attrNameLst>
                                          <p:attrName>ppt_w</p:attrName>
                                        </p:attrNameLst>
                                      </p:cBhvr>
                                      <p:tavLst>
                                        <p:tav fmla="" tm="0">
                                          <p:val>
                                            <p:strVal val="0"/>
                                          </p:val>
                                        </p:tav>
                                        <p:tav fmla="" tm="100000">
                                          <p:val>
                                            <p:strVal val="#ppt_w"/>
                                          </p:val>
                                        </p:tav>
                                      </p:tavLst>
                                    </p:anim>
                                    <p:anim calcmode="lin" valueType="num">
                                      <p:cBhvr additive="base">
                                        <p:cTn dur="200"/>
                                        <p:tgtEl>
                                          <p:spTgt spid="2483"/>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469"/>
                                        </p:tgtEl>
                                        <p:attrNameLst>
                                          <p:attrName>style.visibility</p:attrName>
                                        </p:attrNameLst>
                                      </p:cBhvr>
                                      <p:to>
                                        <p:strVal val="visible"/>
                                      </p:to>
                                    </p:set>
                                    <p:anim calcmode="lin" valueType="num">
                                      <p:cBhvr additive="base">
                                        <p:cTn dur="200"/>
                                        <p:tgtEl>
                                          <p:spTgt spid="2469"/>
                                        </p:tgtEl>
                                        <p:attrNameLst>
                                          <p:attrName>ppt_w</p:attrName>
                                        </p:attrNameLst>
                                      </p:cBhvr>
                                      <p:tavLst>
                                        <p:tav fmla="" tm="0">
                                          <p:val>
                                            <p:strVal val="0"/>
                                          </p:val>
                                        </p:tav>
                                        <p:tav fmla="" tm="100000">
                                          <p:val>
                                            <p:strVal val="#ppt_w"/>
                                          </p:val>
                                        </p:tav>
                                      </p:tavLst>
                                    </p:anim>
                                    <p:anim calcmode="lin" valueType="num">
                                      <p:cBhvr additive="base">
                                        <p:cTn dur="200"/>
                                        <p:tgtEl>
                                          <p:spTgt spid="2469"/>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462"/>
                                        </p:tgtEl>
                                        <p:attrNameLst>
                                          <p:attrName>style.visibility</p:attrName>
                                        </p:attrNameLst>
                                      </p:cBhvr>
                                      <p:to>
                                        <p:strVal val="visible"/>
                                      </p:to>
                                    </p:set>
                                    <p:anim calcmode="lin" valueType="num">
                                      <p:cBhvr additive="base">
                                        <p:cTn dur="200"/>
                                        <p:tgtEl>
                                          <p:spTgt spid="2462"/>
                                        </p:tgtEl>
                                        <p:attrNameLst>
                                          <p:attrName>ppt_w</p:attrName>
                                        </p:attrNameLst>
                                      </p:cBhvr>
                                      <p:tavLst>
                                        <p:tav fmla="" tm="0">
                                          <p:val>
                                            <p:strVal val="0"/>
                                          </p:val>
                                        </p:tav>
                                        <p:tav fmla="" tm="100000">
                                          <p:val>
                                            <p:strVal val="#ppt_w"/>
                                          </p:val>
                                        </p:tav>
                                      </p:tavLst>
                                    </p:anim>
                                    <p:anim calcmode="lin" valueType="num">
                                      <p:cBhvr additive="base">
                                        <p:cTn dur="200"/>
                                        <p:tgtEl>
                                          <p:spTgt spid="2462"/>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460"/>
                                        </p:tgtEl>
                                        <p:attrNameLst>
                                          <p:attrName>style.visibility</p:attrName>
                                        </p:attrNameLst>
                                      </p:cBhvr>
                                      <p:to>
                                        <p:strVal val="visible"/>
                                      </p:to>
                                    </p:set>
                                    <p:anim calcmode="lin" valueType="num">
                                      <p:cBhvr additive="base">
                                        <p:cTn dur="200"/>
                                        <p:tgtEl>
                                          <p:spTgt spid="2460"/>
                                        </p:tgtEl>
                                        <p:attrNameLst>
                                          <p:attrName>ppt_w</p:attrName>
                                        </p:attrNameLst>
                                      </p:cBhvr>
                                      <p:tavLst>
                                        <p:tav fmla="" tm="0">
                                          <p:val>
                                            <p:strVal val="0"/>
                                          </p:val>
                                        </p:tav>
                                        <p:tav fmla="" tm="100000">
                                          <p:val>
                                            <p:strVal val="#ppt_w"/>
                                          </p:val>
                                        </p:tav>
                                      </p:tavLst>
                                    </p:anim>
                                    <p:anim calcmode="lin" valueType="num">
                                      <p:cBhvr additive="base">
                                        <p:cTn dur="200"/>
                                        <p:tgtEl>
                                          <p:spTgt spid="2460"/>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464"/>
                                        </p:tgtEl>
                                        <p:attrNameLst>
                                          <p:attrName>style.visibility</p:attrName>
                                        </p:attrNameLst>
                                      </p:cBhvr>
                                      <p:to>
                                        <p:strVal val="visible"/>
                                      </p:to>
                                    </p:set>
                                    <p:anim calcmode="lin" valueType="num">
                                      <p:cBhvr additive="base">
                                        <p:cTn dur="200"/>
                                        <p:tgtEl>
                                          <p:spTgt spid="2464"/>
                                        </p:tgtEl>
                                        <p:attrNameLst>
                                          <p:attrName>ppt_w</p:attrName>
                                        </p:attrNameLst>
                                      </p:cBhvr>
                                      <p:tavLst>
                                        <p:tav fmla="" tm="0">
                                          <p:val>
                                            <p:strVal val="0"/>
                                          </p:val>
                                        </p:tav>
                                        <p:tav fmla="" tm="100000">
                                          <p:val>
                                            <p:strVal val="#ppt_w"/>
                                          </p:val>
                                        </p:tav>
                                      </p:tavLst>
                                    </p:anim>
                                    <p:anim calcmode="lin" valueType="num">
                                      <p:cBhvr additive="base">
                                        <p:cTn dur="200"/>
                                        <p:tgtEl>
                                          <p:spTgt spid="2464"/>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476"/>
                                        </p:tgtEl>
                                        <p:attrNameLst>
                                          <p:attrName>style.visibility</p:attrName>
                                        </p:attrNameLst>
                                      </p:cBhvr>
                                      <p:to>
                                        <p:strVal val="visible"/>
                                      </p:to>
                                    </p:set>
                                    <p:anim calcmode="lin" valueType="num">
                                      <p:cBhvr additive="base">
                                        <p:cTn dur="200"/>
                                        <p:tgtEl>
                                          <p:spTgt spid="2476"/>
                                        </p:tgtEl>
                                        <p:attrNameLst>
                                          <p:attrName>ppt_w</p:attrName>
                                        </p:attrNameLst>
                                      </p:cBhvr>
                                      <p:tavLst>
                                        <p:tav fmla="" tm="0">
                                          <p:val>
                                            <p:strVal val="0"/>
                                          </p:val>
                                        </p:tav>
                                        <p:tav fmla="" tm="100000">
                                          <p:val>
                                            <p:strVal val="#ppt_w"/>
                                          </p:val>
                                        </p:tav>
                                      </p:tavLst>
                                    </p:anim>
                                    <p:anim calcmode="lin" valueType="num">
                                      <p:cBhvr additive="base">
                                        <p:cTn dur="200"/>
                                        <p:tgtEl>
                                          <p:spTgt spid="2476"/>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484"/>
                                        </p:tgtEl>
                                        <p:attrNameLst>
                                          <p:attrName>style.visibility</p:attrName>
                                        </p:attrNameLst>
                                      </p:cBhvr>
                                      <p:to>
                                        <p:strVal val="visible"/>
                                      </p:to>
                                    </p:set>
                                    <p:anim calcmode="lin" valueType="num">
                                      <p:cBhvr additive="base">
                                        <p:cTn dur="200"/>
                                        <p:tgtEl>
                                          <p:spTgt spid="2484"/>
                                        </p:tgtEl>
                                        <p:attrNameLst>
                                          <p:attrName>ppt_w</p:attrName>
                                        </p:attrNameLst>
                                      </p:cBhvr>
                                      <p:tavLst>
                                        <p:tav fmla="" tm="0">
                                          <p:val>
                                            <p:strVal val="0"/>
                                          </p:val>
                                        </p:tav>
                                        <p:tav fmla="" tm="100000">
                                          <p:val>
                                            <p:strVal val="#ppt_w"/>
                                          </p:val>
                                        </p:tav>
                                      </p:tavLst>
                                    </p:anim>
                                    <p:anim calcmode="lin" valueType="num">
                                      <p:cBhvr additive="base">
                                        <p:cTn dur="200"/>
                                        <p:tgtEl>
                                          <p:spTgt spid="2484"/>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467"/>
                                        </p:tgtEl>
                                        <p:attrNameLst>
                                          <p:attrName>style.visibility</p:attrName>
                                        </p:attrNameLst>
                                      </p:cBhvr>
                                      <p:to>
                                        <p:strVal val="visible"/>
                                      </p:to>
                                    </p:set>
                                    <p:anim calcmode="lin" valueType="num">
                                      <p:cBhvr additive="base">
                                        <p:cTn dur="200"/>
                                        <p:tgtEl>
                                          <p:spTgt spid="2467"/>
                                        </p:tgtEl>
                                        <p:attrNameLst>
                                          <p:attrName>ppt_w</p:attrName>
                                        </p:attrNameLst>
                                      </p:cBhvr>
                                      <p:tavLst>
                                        <p:tav fmla="" tm="0">
                                          <p:val>
                                            <p:strVal val="0"/>
                                          </p:val>
                                        </p:tav>
                                        <p:tav fmla="" tm="100000">
                                          <p:val>
                                            <p:strVal val="#ppt_w"/>
                                          </p:val>
                                        </p:tav>
                                      </p:tavLst>
                                    </p:anim>
                                    <p:anim calcmode="lin" valueType="num">
                                      <p:cBhvr additive="base">
                                        <p:cTn dur="200"/>
                                        <p:tgtEl>
                                          <p:spTgt spid="2467"/>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468"/>
                                        </p:tgtEl>
                                        <p:attrNameLst>
                                          <p:attrName>style.visibility</p:attrName>
                                        </p:attrNameLst>
                                      </p:cBhvr>
                                      <p:to>
                                        <p:strVal val="visible"/>
                                      </p:to>
                                    </p:set>
                                    <p:anim calcmode="lin" valueType="num">
                                      <p:cBhvr additive="base">
                                        <p:cTn dur="200"/>
                                        <p:tgtEl>
                                          <p:spTgt spid="2468"/>
                                        </p:tgtEl>
                                        <p:attrNameLst>
                                          <p:attrName>ppt_w</p:attrName>
                                        </p:attrNameLst>
                                      </p:cBhvr>
                                      <p:tavLst>
                                        <p:tav fmla="" tm="0">
                                          <p:val>
                                            <p:strVal val="0"/>
                                          </p:val>
                                        </p:tav>
                                        <p:tav fmla="" tm="100000">
                                          <p:val>
                                            <p:strVal val="#ppt_w"/>
                                          </p:val>
                                        </p:tav>
                                      </p:tavLst>
                                    </p:anim>
                                    <p:anim calcmode="lin" valueType="num">
                                      <p:cBhvr additive="base">
                                        <p:cTn dur="200"/>
                                        <p:tgtEl>
                                          <p:spTgt spid="2468"/>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477"/>
                                        </p:tgtEl>
                                        <p:attrNameLst>
                                          <p:attrName>style.visibility</p:attrName>
                                        </p:attrNameLst>
                                      </p:cBhvr>
                                      <p:to>
                                        <p:strVal val="visible"/>
                                      </p:to>
                                    </p:set>
                                    <p:anim calcmode="lin" valueType="num">
                                      <p:cBhvr additive="base">
                                        <p:cTn dur="200"/>
                                        <p:tgtEl>
                                          <p:spTgt spid="2477"/>
                                        </p:tgtEl>
                                        <p:attrNameLst>
                                          <p:attrName>ppt_w</p:attrName>
                                        </p:attrNameLst>
                                      </p:cBhvr>
                                      <p:tavLst>
                                        <p:tav fmla="" tm="0">
                                          <p:val>
                                            <p:strVal val="0"/>
                                          </p:val>
                                        </p:tav>
                                        <p:tav fmla="" tm="100000">
                                          <p:val>
                                            <p:strVal val="#ppt_w"/>
                                          </p:val>
                                        </p:tav>
                                      </p:tavLst>
                                    </p:anim>
                                    <p:anim calcmode="lin" valueType="num">
                                      <p:cBhvr additive="base">
                                        <p:cTn dur="200"/>
                                        <p:tgtEl>
                                          <p:spTgt spid="2477"/>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466"/>
                                        </p:tgtEl>
                                        <p:attrNameLst>
                                          <p:attrName>style.visibility</p:attrName>
                                        </p:attrNameLst>
                                      </p:cBhvr>
                                      <p:to>
                                        <p:strVal val="visible"/>
                                      </p:to>
                                    </p:set>
                                    <p:anim calcmode="lin" valueType="num">
                                      <p:cBhvr additive="base">
                                        <p:cTn dur="200"/>
                                        <p:tgtEl>
                                          <p:spTgt spid="2466"/>
                                        </p:tgtEl>
                                        <p:attrNameLst>
                                          <p:attrName>ppt_w</p:attrName>
                                        </p:attrNameLst>
                                      </p:cBhvr>
                                      <p:tavLst>
                                        <p:tav fmla="" tm="0">
                                          <p:val>
                                            <p:strVal val="0"/>
                                          </p:val>
                                        </p:tav>
                                        <p:tav fmla="" tm="100000">
                                          <p:val>
                                            <p:strVal val="#ppt_w"/>
                                          </p:val>
                                        </p:tav>
                                      </p:tavLst>
                                    </p:anim>
                                    <p:anim calcmode="lin" valueType="num">
                                      <p:cBhvr additive="base">
                                        <p:cTn dur="200"/>
                                        <p:tgtEl>
                                          <p:spTgt spid="246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459"/>
                                        </p:tgtEl>
                                        <p:attrNameLst>
                                          <p:attrName>style.visibility</p:attrName>
                                        </p:attrNameLst>
                                      </p:cBhvr>
                                      <p:to>
                                        <p:strVal val="visible"/>
                                      </p:to>
                                    </p:set>
                                    <p:animEffect filter="fade" transition="in">
                                      <p:cBhvr>
                                        <p:cTn dur="300"/>
                                        <p:tgtEl>
                                          <p:spTgt spid="2459"/>
                                        </p:tgtEl>
                                      </p:cBhvr>
                                    </p:animEffect>
                                  </p:childTnLst>
                                </p:cTn>
                              </p:par>
                            </p:childTnLst>
                          </p:cTn>
                        </p:par>
                        <p:par>
                          <p:cTn fill="hold">
                            <p:stCondLst>
                              <p:cond delay="4000"/>
                            </p:stCondLst>
                            <p:childTnLst>
                              <p:par>
                                <p:cTn fill="hold" nodeType="afterEffect" presetClass="entr" presetID="23" presetSubtype="16">
                                  <p:stCondLst>
                                    <p:cond delay="0"/>
                                  </p:stCondLst>
                                  <p:childTnLst>
                                    <p:set>
                                      <p:cBhvr>
                                        <p:cTn dur="1" fill="hold">
                                          <p:stCondLst>
                                            <p:cond delay="0"/>
                                          </p:stCondLst>
                                        </p:cTn>
                                        <p:tgtEl>
                                          <p:spTgt spid="2478"/>
                                        </p:tgtEl>
                                        <p:attrNameLst>
                                          <p:attrName>style.visibility</p:attrName>
                                        </p:attrNameLst>
                                      </p:cBhvr>
                                      <p:to>
                                        <p:strVal val="visible"/>
                                      </p:to>
                                    </p:set>
                                    <p:anim calcmode="lin" valueType="num">
                                      <p:cBhvr additive="base">
                                        <p:cTn dur="200"/>
                                        <p:tgtEl>
                                          <p:spTgt spid="2478"/>
                                        </p:tgtEl>
                                        <p:attrNameLst>
                                          <p:attrName>ppt_w</p:attrName>
                                        </p:attrNameLst>
                                      </p:cBhvr>
                                      <p:tavLst>
                                        <p:tav fmla="" tm="0">
                                          <p:val>
                                            <p:strVal val="0"/>
                                          </p:val>
                                        </p:tav>
                                        <p:tav fmla="" tm="100000">
                                          <p:val>
                                            <p:strVal val="#ppt_w"/>
                                          </p:val>
                                        </p:tav>
                                      </p:tavLst>
                                    </p:anim>
                                    <p:anim calcmode="lin" valueType="num">
                                      <p:cBhvr additive="base">
                                        <p:cTn dur="200"/>
                                        <p:tgtEl>
                                          <p:spTgt spid="2478"/>
                                        </p:tgtEl>
                                        <p:attrNameLst>
                                          <p:attrName>ppt_h</p:attrName>
                                        </p:attrNameLst>
                                      </p:cBhvr>
                                      <p:tavLst>
                                        <p:tav fmla="" tm="0">
                                          <p:val>
                                            <p:strVal val="0"/>
                                          </p:val>
                                        </p:tav>
                                        <p:tav fmla="" tm="100000">
                                          <p:val>
                                            <p:strVal val="#ppt_h"/>
                                          </p:val>
                                        </p:tav>
                                      </p:tavLst>
                                    </p:anim>
                                  </p:childTnLst>
                                </p:cTn>
                              </p:par>
                            </p:childTnLst>
                          </p:cTn>
                        </p:par>
                        <p:par>
                          <p:cTn fill="hold">
                            <p:stCondLst>
                              <p:cond delay="4200"/>
                            </p:stCondLst>
                            <p:childTnLst>
                              <p:par>
                                <p:cTn fill="hold" nodeType="afterEffect" presetClass="entr" presetID="23" presetSubtype="16">
                                  <p:stCondLst>
                                    <p:cond delay="0"/>
                                  </p:stCondLst>
                                  <p:childTnLst>
                                    <p:set>
                                      <p:cBhvr>
                                        <p:cTn dur="1" fill="hold">
                                          <p:stCondLst>
                                            <p:cond delay="0"/>
                                          </p:stCondLst>
                                        </p:cTn>
                                        <p:tgtEl>
                                          <p:spTgt spid="2482"/>
                                        </p:tgtEl>
                                        <p:attrNameLst>
                                          <p:attrName>style.visibility</p:attrName>
                                        </p:attrNameLst>
                                      </p:cBhvr>
                                      <p:to>
                                        <p:strVal val="visible"/>
                                      </p:to>
                                    </p:set>
                                    <p:anim calcmode="lin" valueType="num">
                                      <p:cBhvr additive="base">
                                        <p:cTn dur="200"/>
                                        <p:tgtEl>
                                          <p:spTgt spid="2482"/>
                                        </p:tgtEl>
                                        <p:attrNameLst>
                                          <p:attrName>ppt_w</p:attrName>
                                        </p:attrNameLst>
                                      </p:cBhvr>
                                      <p:tavLst>
                                        <p:tav fmla="" tm="0">
                                          <p:val>
                                            <p:strVal val="0"/>
                                          </p:val>
                                        </p:tav>
                                        <p:tav fmla="" tm="100000">
                                          <p:val>
                                            <p:strVal val="#ppt_w"/>
                                          </p:val>
                                        </p:tav>
                                      </p:tavLst>
                                    </p:anim>
                                    <p:anim calcmode="lin" valueType="num">
                                      <p:cBhvr additive="base">
                                        <p:cTn dur="200"/>
                                        <p:tgtEl>
                                          <p:spTgt spid="2482"/>
                                        </p:tgtEl>
                                        <p:attrNameLst>
                                          <p:attrName>ppt_h</p:attrName>
                                        </p:attrNameLst>
                                      </p:cBhvr>
                                      <p:tavLst>
                                        <p:tav fmla="" tm="0">
                                          <p:val>
                                            <p:strVal val="0"/>
                                          </p:val>
                                        </p:tav>
                                        <p:tav fmla="" tm="100000">
                                          <p:val>
                                            <p:strVal val="#ppt_h"/>
                                          </p:val>
                                        </p:tav>
                                      </p:tavLst>
                                    </p:anim>
                                  </p:childTnLst>
                                </p:cTn>
                              </p:par>
                            </p:childTnLst>
                          </p:cTn>
                        </p:par>
                        <p:par>
                          <p:cTn fill="hold">
                            <p:stCondLst>
                              <p:cond delay="4400"/>
                            </p:stCondLst>
                            <p:childTnLst>
                              <p:par>
                                <p:cTn fill="hold" nodeType="afterEffect" presetClass="entr" presetID="23" presetSubtype="16">
                                  <p:stCondLst>
                                    <p:cond delay="0"/>
                                  </p:stCondLst>
                                  <p:childTnLst>
                                    <p:set>
                                      <p:cBhvr>
                                        <p:cTn dur="1" fill="hold">
                                          <p:stCondLst>
                                            <p:cond delay="0"/>
                                          </p:stCondLst>
                                        </p:cTn>
                                        <p:tgtEl>
                                          <p:spTgt spid="2480"/>
                                        </p:tgtEl>
                                        <p:attrNameLst>
                                          <p:attrName>style.visibility</p:attrName>
                                        </p:attrNameLst>
                                      </p:cBhvr>
                                      <p:to>
                                        <p:strVal val="visible"/>
                                      </p:to>
                                    </p:set>
                                    <p:anim calcmode="lin" valueType="num">
                                      <p:cBhvr additive="base">
                                        <p:cTn dur="200"/>
                                        <p:tgtEl>
                                          <p:spTgt spid="2480"/>
                                        </p:tgtEl>
                                        <p:attrNameLst>
                                          <p:attrName>ppt_w</p:attrName>
                                        </p:attrNameLst>
                                      </p:cBhvr>
                                      <p:tavLst>
                                        <p:tav fmla="" tm="0">
                                          <p:val>
                                            <p:strVal val="0"/>
                                          </p:val>
                                        </p:tav>
                                        <p:tav fmla="" tm="100000">
                                          <p:val>
                                            <p:strVal val="#ppt_w"/>
                                          </p:val>
                                        </p:tav>
                                      </p:tavLst>
                                    </p:anim>
                                    <p:anim calcmode="lin" valueType="num">
                                      <p:cBhvr additive="base">
                                        <p:cTn dur="200"/>
                                        <p:tgtEl>
                                          <p:spTgt spid="2480"/>
                                        </p:tgtEl>
                                        <p:attrNameLst>
                                          <p:attrName>ppt_h</p:attrName>
                                        </p:attrNameLst>
                                      </p:cBhvr>
                                      <p:tavLst>
                                        <p:tav fmla="" tm="0">
                                          <p:val>
                                            <p:strVal val="0"/>
                                          </p:val>
                                        </p:tav>
                                        <p:tav fmla="" tm="100000">
                                          <p:val>
                                            <p:strVal val="#ppt_h"/>
                                          </p:val>
                                        </p:tav>
                                      </p:tavLst>
                                    </p:anim>
                                  </p:childTnLst>
                                </p:cTn>
                              </p:par>
                            </p:childTnLst>
                          </p:cTn>
                        </p:par>
                        <p:par>
                          <p:cTn fill="hold">
                            <p:stCondLst>
                              <p:cond delay="4600"/>
                            </p:stCondLst>
                            <p:childTnLst>
                              <p:par>
                                <p:cTn fill="hold" nodeType="afterEffect" presetClass="entr" presetID="23" presetSubtype="16">
                                  <p:stCondLst>
                                    <p:cond delay="0"/>
                                  </p:stCondLst>
                                  <p:childTnLst>
                                    <p:set>
                                      <p:cBhvr>
                                        <p:cTn dur="1" fill="hold">
                                          <p:stCondLst>
                                            <p:cond delay="0"/>
                                          </p:stCondLst>
                                        </p:cTn>
                                        <p:tgtEl>
                                          <p:spTgt spid="2479"/>
                                        </p:tgtEl>
                                        <p:attrNameLst>
                                          <p:attrName>style.visibility</p:attrName>
                                        </p:attrNameLst>
                                      </p:cBhvr>
                                      <p:to>
                                        <p:strVal val="visible"/>
                                      </p:to>
                                    </p:set>
                                    <p:anim calcmode="lin" valueType="num">
                                      <p:cBhvr additive="base">
                                        <p:cTn dur="200"/>
                                        <p:tgtEl>
                                          <p:spTgt spid="2479"/>
                                        </p:tgtEl>
                                        <p:attrNameLst>
                                          <p:attrName>ppt_w</p:attrName>
                                        </p:attrNameLst>
                                      </p:cBhvr>
                                      <p:tavLst>
                                        <p:tav fmla="" tm="0">
                                          <p:val>
                                            <p:strVal val="0"/>
                                          </p:val>
                                        </p:tav>
                                        <p:tav fmla="" tm="100000">
                                          <p:val>
                                            <p:strVal val="#ppt_w"/>
                                          </p:val>
                                        </p:tav>
                                      </p:tavLst>
                                    </p:anim>
                                    <p:anim calcmode="lin" valueType="num">
                                      <p:cBhvr additive="base">
                                        <p:cTn dur="200"/>
                                        <p:tgtEl>
                                          <p:spTgt spid="2479"/>
                                        </p:tgtEl>
                                        <p:attrNameLst>
                                          <p:attrName>ppt_h</p:attrName>
                                        </p:attrNameLst>
                                      </p:cBhvr>
                                      <p:tavLst>
                                        <p:tav fmla="" tm="0">
                                          <p:val>
                                            <p:strVal val="0"/>
                                          </p:val>
                                        </p:tav>
                                        <p:tav fmla="" tm="100000">
                                          <p:val>
                                            <p:strVal val="#ppt_h"/>
                                          </p:val>
                                        </p:tav>
                                      </p:tavLst>
                                    </p:anim>
                                  </p:childTnLst>
                                </p:cTn>
                              </p:par>
                            </p:childTnLst>
                          </p:cTn>
                        </p:par>
                        <p:par>
                          <p:cTn fill="hold">
                            <p:stCondLst>
                              <p:cond delay="4800"/>
                            </p:stCondLst>
                            <p:childTnLst>
                              <p:par>
                                <p:cTn fill="hold" nodeType="afterEffect" presetClass="entr" presetID="23" presetSubtype="16">
                                  <p:stCondLst>
                                    <p:cond delay="0"/>
                                  </p:stCondLst>
                                  <p:childTnLst>
                                    <p:set>
                                      <p:cBhvr>
                                        <p:cTn dur="1" fill="hold">
                                          <p:stCondLst>
                                            <p:cond delay="0"/>
                                          </p:stCondLst>
                                        </p:cTn>
                                        <p:tgtEl>
                                          <p:spTgt spid="2471"/>
                                        </p:tgtEl>
                                        <p:attrNameLst>
                                          <p:attrName>style.visibility</p:attrName>
                                        </p:attrNameLst>
                                      </p:cBhvr>
                                      <p:to>
                                        <p:strVal val="visible"/>
                                      </p:to>
                                    </p:set>
                                    <p:anim calcmode="lin" valueType="num">
                                      <p:cBhvr additive="base">
                                        <p:cTn dur="200"/>
                                        <p:tgtEl>
                                          <p:spTgt spid="2471"/>
                                        </p:tgtEl>
                                        <p:attrNameLst>
                                          <p:attrName>ppt_w</p:attrName>
                                        </p:attrNameLst>
                                      </p:cBhvr>
                                      <p:tavLst>
                                        <p:tav fmla="" tm="0">
                                          <p:val>
                                            <p:strVal val="0"/>
                                          </p:val>
                                        </p:tav>
                                        <p:tav fmla="" tm="100000">
                                          <p:val>
                                            <p:strVal val="#ppt_w"/>
                                          </p:val>
                                        </p:tav>
                                      </p:tavLst>
                                    </p:anim>
                                    <p:anim calcmode="lin" valueType="num">
                                      <p:cBhvr additive="base">
                                        <p:cTn dur="200"/>
                                        <p:tgtEl>
                                          <p:spTgt spid="2471"/>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2472"/>
                                        </p:tgtEl>
                                        <p:attrNameLst>
                                          <p:attrName>style.visibility</p:attrName>
                                        </p:attrNameLst>
                                      </p:cBhvr>
                                      <p:to>
                                        <p:strVal val="visible"/>
                                      </p:to>
                                    </p:set>
                                    <p:anim calcmode="lin" valueType="num">
                                      <p:cBhvr additive="base">
                                        <p:cTn dur="200"/>
                                        <p:tgtEl>
                                          <p:spTgt spid="2472"/>
                                        </p:tgtEl>
                                        <p:attrNameLst>
                                          <p:attrName>ppt_w</p:attrName>
                                        </p:attrNameLst>
                                      </p:cBhvr>
                                      <p:tavLst>
                                        <p:tav fmla="" tm="0">
                                          <p:val>
                                            <p:strVal val="0"/>
                                          </p:val>
                                        </p:tav>
                                        <p:tav fmla="" tm="100000">
                                          <p:val>
                                            <p:strVal val="#ppt_w"/>
                                          </p:val>
                                        </p:tav>
                                      </p:tavLst>
                                    </p:anim>
                                    <p:anim calcmode="lin" valueType="num">
                                      <p:cBhvr additive="base">
                                        <p:cTn dur="200"/>
                                        <p:tgtEl>
                                          <p:spTgt spid="2472"/>
                                        </p:tgtEl>
                                        <p:attrNameLst>
                                          <p:attrName>ppt_h</p:attrName>
                                        </p:attrNameLst>
                                      </p:cBhvr>
                                      <p:tavLst>
                                        <p:tav fmla="" tm="0">
                                          <p:val>
                                            <p:strVal val="0"/>
                                          </p:val>
                                        </p:tav>
                                        <p:tav fmla="" tm="100000">
                                          <p:val>
                                            <p:strVal val="#ppt_h"/>
                                          </p:val>
                                        </p:tav>
                                      </p:tavLst>
                                    </p:anim>
                                  </p:childTnLst>
                                </p:cTn>
                              </p:par>
                            </p:childTnLst>
                          </p:cTn>
                        </p:par>
                        <p:par>
                          <p:cTn fill="hold">
                            <p:stCondLst>
                              <p:cond delay="5200"/>
                            </p:stCondLst>
                            <p:childTnLst>
                              <p:par>
                                <p:cTn fill="hold" nodeType="afterEffect" presetClass="entr" presetID="23" presetSubtype="16">
                                  <p:stCondLst>
                                    <p:cond delay="0"/>
                                  </p:stCondLst>
                                  <p:childTnLst>
                                    <p:set>
                                      <p:cBhvr>
                                        <p:cTn dur="1" fill="hold">
                                          <p:stCondLst>
                                            <p:cond delay="0"/>
                                          </p:stCondLst>
                                        </p:cTn>
                                        <p:tgtEl>
                                          <p:spTgt spid="2464"/>
                                        </p:tgtEl>
                                        <p:attrNameLst>
                                          <p:attrName>style.visibility</p:attrName>
                                        </p:attrNameLst>
                                      </p:cBhvr>
                                      <p:to>
                                        <p:strVal val="visible"/>
                                      </p:to>
                                    </p:set>
                                    <p:anim calcmode="lin" valueType="num">
                                      <p:cBhvr additive="base">
                                        <p:cTn dur="200"/>
                                        <p:tgtEl>
                                          <p:spTgt spid="2464"/>
                                        </p:tgtEl>
                                        <p:attrNameLst>
                                          <p:attrName>ppt_w</p:attrName>
                                        </p:attrNameLst>
                                      </p:cBhvr>
                                      <p:tavLst>
                                        <p:tav fmla="" tm="0">
                                          <p:val>
                                            <p:strVal val="0"/>
                                          </p:val>
                                        </p:tav>
                                        <p:tav fmla="" tm="100000">
                                          <p:val>
                                            <p:strVal val="#ppt_w"/>
                                          </p:val>
                                        </p:tav>
                                      </p:tavLst>
                                    </p:anim>
                                    <p:anim calcmode="lin" valueType="num">
                                      <p:cBhvr additive="base">
                                        <p:cTn dur="200"/>
                                        <p:tgtEl>
                                          <p:spTgt spid="2464"/>
                                        </p:tgtEl>
                                        <p:attrNameLst>
                                          <p:attrName>ppt_h</p:attrName>
                                        </p:attrNameLst>
                                      </p:cBhvr>
                                      <p:tavLst>
                                        <p:tav fmla="" tm="0">
                                          <p:val>
                                            <p:strVal val="0"/>
                                          </p:val>
                                        </p:tav>
                                        <p:tav fmla="" tm="100000">
                                          <p:val>
                                            <p:strVal val="#ppt_h"/>
                                          </p:val>
                                        </p:tav>
                                      </p:tavLst>
                                    </p:anim>
                                  </p:childTnLst>
                                </p:cTn>
                              </p:par>
                            </p:childTnLst>
                          </p:cTn>
                        </p:par>
                        <p:par>
                          <p:cTn fill="hold">
                            <p:stCondLst>
                              <p:cond delay="5400"/>
                            </p:stCondLst>
                            <p:childTnLst>
                              <p:par>
                                <p:cTn fill="hold" nodeType="afterEffect" presetClass="entr" presetID="23" presetSubtype="16">
                                  <p:stCondLst>
                                    <p:cond delay="0"/>
                                  </p:stCondLst>
                                  <p:childTnLst>
                                    <p:set>
                                      <p:cBhvr>
                                        <p:cTn dur="1" fill="hold">
                                          <p:stCondLst>
                                            <p:cond delay="0"/>
                                          </p:stCondLst>
                                        </p:cTn>
                                        <p:tgtEl>
                                          <p:spTgt spid="2487"/>
                                        </p:tgtEl>
                                        <p:attrNameLst>
                                          <p:attrName>style.visibility</p:attrName>
                                        </p:attrNameLst>
                                      </p:cBhvr>
                                      <p:to>
                                        <p:strVal val="visible"/>
                                      </p:to>
                                    </p:set>
                                    <p:anim calcmode="lin" valueType="num">
                                      <p:cBhvr additive="base">
                                        <p:cTn dur="200"/>
                                        <p:tgtEl>
                                          <p:spTgt spid="2487"/>
                                        </p:tgtEl>
                                        <p:attrNameLst>
                                          <p:attrName>ppt_w</p:attrName>
                                        </p:attrNameLst>
                                      </p:cBhvr>
                                      <p:tavLst>
                                        <p:tav fmla="" tm="0">
                                          <p:val>
                                            <p:strVal val="0"/>
                                          </p:val>
                                        </p:tav>
                                        <p:tav fmla="" tm="100000">
                                          <p:val>
                                            <p:strVal val="#ppt_w"/>
                                          </p:val>
                                        </p:tav>
                                      </p:tavLst>
                                    </p:anim>
                                    <p:anim calcmode="lin" valueType="num">
                                      <p:cBhvr additive="base">
                                        <p:cTn dur="200"/>
                                        <p:tgtEl>
                                          <p:spTgt spid="2487"/>
                                        </p:tgtEl>
                                        <p:attrNameLst>
                                          <p:attrName>ppt_h</p:attrName>
                                        </p:attrNameLst>
                                      </p:cBhvr>
                                      <p:tavLst>
                                        <p:tav fmla="" tm="0">
                                          <p:val>
                                            <p:strVal val="0"/>
                                          </p:val>
                                        </p:tav>
                                        <p:tav fmla="" tm="100000">
                                          <p:val>
                                            <p:strVal val="#ppt_h"/>
                                          </p:val>
                                        </p:tav>
                                      </p:tavLst>
                                    </p:anim>
                                  </p:childTnLst>
                                </p:cTn>
                              </p:par>
                            </p:childTnLst>
                          </p:cTn>
                        </p:par>
                        <p:par>
                          <p:cTn fill="hold">
                            <p:stCondLst>
                              <p:cond delay="5600"/>
                            </p:stCondLst>
                            <p:childTnLst>
                              <p:par>
                                <p:cTn fill="hold" nodeType="afterEffect" presetClass="entr" presetID="23" presetSubtype="16">
                                  <p:stCondLst>
                                    <p:cond delay="0"/>
                                  </p:stCondLst>
                                  <p:childTnLst>
                                    <p:set>
                                      <p:cBhvr>
                                        <p:cTn dur="1" fill="hold">
                                          <p:stCondLst>
                                            <p:cond delay="0"/>
                                          </p:stCondLst>
                                        </p:cTn>
                                        <p:tgtEl>
                                          <p:spTgt spid="2485"/>
                                        </p:tgtEl>
                                        <p:attrNameLst>
                                          <p:attrName>style.visibility</p:attrName>
                                        </p:attrNameLst>
                                      </p:cBhvr>
                                      <p:to>
                                        <p:strVal val="visible"/>
                                      </p:to>
                                    </p:set>
                                    <p:anim calcmode="lin" valueType="num">
                                      <p:cBhvr additive="base">
                                        <p:cTn dur="200"/>
                                        <p:tgtEl>
                                          <p:spTgt spid="2485"/>
                                        </p:tgtEl>
                                        <p:attrNameLst>
                                          <p:attrName>ppt_w</p:attrName>
                                        </p:attrNameLst>
                                      </p:cBhvr>
                                      <p:tavLst>
                                        <p:tav fmla="" tm="0">
                                          <p:val>
                                            <p:strVal val="0"/>
                                          </p:val>
                                        </p:tav>
                                        <p:tav fmla="" tm="100000">
                                          <p:val>
                                            <p:strVal val="#ppt_w"/>
                                          </p:val>
                                        </p:tav>
                                      </p:tavLst>
                                    </p:anim>
                                    <p:anim calcmode="lin" valueType="num">
                                      <p:cBhvr additive="base">
                                        <p:cTn dur="200"/>
                                        <p:tgtEl>
                                          <p:spTgt spid="2485"/>
                                        </p:tgtEl>
                                        <p:attrNameLst>
                                          <p:attrName>ppt_h</p:attrName>
                                        </p:attrNameLst>
                                      </p:cBhvr>
                                      <p:tavLst>
                                        <p:tav fmla="" tm="0">
                                          <p:val>
                                            <p:strVal val="0"/>
                                          </p:val>
                                        </p:tav>
                                        <p:tav fmla="" tm="100000">
                                          <p:val>
                                            <p:strVal val="#ppt_h"/>
                                          </p:val>
                                        </p:tav>
                                      </p:tavLst>
                                    </p:anim>
                                  </p:childTnLst>
                                </p:cTn>
                              </p:par>
                            </p:childTnLst>
                          </p:cTn>
                        </p:par>
                        <p:par>
                          <p:cTn fill="hold">
                            <p:stCondLst>
                              <p:cond delay="5800"/>
                            </p:stCondLst>
                            <p:childTnLst>
                              <p:par>
                                <p:cTn fill="hold" nodeType="afterEffect" presetClass="entr" presetID="23" presetSubtype="16">
                                  <p:stCondLst>
                                    <p:cond delay="0"/>
                                  </p:stCondLst>
                                  <p:childTnLst>
                                    <p:set>
                                      <p:cBhvr>
                                        <p:cTn dur="1" fill="hold">
                                          <p:stCondLst>
                                            <p:cond delay="0"/>
                                          </p:stCondLst>
                                        </p:cTn>
                                        <p:tgtEl>
                                          <p:spTgt spid="2489"/>
                                        </p:tgtEl>
                                        <p:attrNameLst>
                                          <p:attrName>style.visibility</p:attrName>
                                        </p:attrNameLst>
                                      </p:cBhvr>
                                      <p:to>
                                        <p:strVal val="visible"/>
                                      </p:to>
                                    </p:set>
                                    <p:anim calcmode="lin" valueType="num">
                                      <p:cBhvr additive="base">
                                        <p:cTn dur="200"/>
                                        <p:tgtEl>
                                          <p:spTgt spid="2489"/>
                                        </p:tgtEl>
                                        <p:attrNameLst>
                                          <p:attrName>ppt_w</p:attrName>
                                        </p:attrNameLst>
                                      </p:cBhvr>
                                      <p:tavLst>
                                        <p:tav fmla="" tm="0">
                                          <p:val>
                                            <p:strVal val="0"/>
                                          </p:val>
                                        </p:tav>
                                        <p:tav fmla="" tm="100000">
                                          <p:val>
                                            <p:strVal val="#ppt_w"/>
                                          </p:val>
                                        </p:tav>
                                      </p:tavLst>
                                    </p:anim>
                                    <p:anim calcmode="lin" valueType="num">
                                      <p:cBhvr additive="base">
                                        <p:cTn dur="200"/>
                                        <p:tgtEl>
                                          <p:spTgt spid="2489"/>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23" presetSubtype="16">
                                  <p:stCondLst>
                                    <p:cond delay="0"/>
                                  </p:stCondLst>
                                  <p:childTnLst>
                                    <p:set>
                                      <p:cBhvr>
                                        <p:cTn dur="1" fill="hold">
                                          <p:stCondLst>
                                            <p:cond delay="0"/>
                                          </p:stCondLst>
                                        </p:cTn>
                                        <p:tgtEl>
                                          <p:spTgt spid="2490"/>
                                        </p:tgtEl>
                                        <p:attrNameLst>
                                          <p:attrName>style.visibility</p:attrName>
                                        </p:attrNameLst>
                                      </p:cBhvr>
                                      <p:to>
                                        <p:strVal val="visible"/>
                                      </p:to>
                                    </p:set>
                                    <p:anim calcmode="lin" valueType="num">
                                      <p:cBhvr additive="base">
                                        <p:cTn dur="200"/>
                                        <p:tgtEl>
                                          <p:spTgt spid="2490"/>
                                        </p:tgtEl>
                                        <p:attrNameLst>
                                          <p:attrName>ppt_w</p:attrName>
                                        </p:attrNameLst>
                                      </p:cBhvr>
                                      <p:tavLst>
                                        <p:tav fmla="" tm="0">
                                          <p:val>
                                            <p:strVal val="0"/>
                                          </p:val>
                                        </p:tav>
                                        <p:tav fmla="" tm="100000">
                                          <p:val>
                                            <p:strVal val="#ppt_w"/>
                                          </p:val>
                                        </p:tav>
                                      </p:tavLst>
                                    </p:anim>
                                    <p:anim calcmode="lin" valueType="num">
                                      <p:cBhvr additive="base">
                                        <p:cTn dur="200"/>
                                        <p:tgtEl>
                                          <p:spTgt spid="2490"/>
                                        </p:tgtEl>
                                        <p:attrNameLst>
                                          <p:attrName>ppt_h</p:attrName>
                                        </p:attrNameLst>
                                      </p:cBhvr>
                                      <p:tavLst>
                                        <p:tav fmla="" tm="0">
                                          <p:val>
                                            <p:strVal val="0"/>
                                          </p:val>
                                        </p:tav>
                                        <p:tav fmla="" tm="100000">
                                          <p:val>
                                            <p:strVal val="#ppt_h"/>
                                          </p:val>
                                        </p:tav>
                                      </p:tavLst>
                                    </p:anim>
                                  </p:childTnLst>
                                </p:cTn>
                              </p:par>
                            </p:childTnLst>
                          </p:cTn>
                        </p:par>
                        <p:par>
                          <p:cTn fill="hold">
                            <p:stCondLst>
                              <p:cond delay="6200"/>
                            </p:stCondLst>
                            <p:childTnLst>
                              <p:par>
                                <p:cTn fill="hold" nodeType="afterEffect" presetClass="entr" presetID="23" presetSubtype="16">
                                  <p:stCondLst>
                                    <p:cond delay="0"/>
                                  </p:stCondLst>
                                  <p:childTnLst>
                                    <p:set>
                                      <p:cBhvr>
                                        <p:cTn dur="1" fill="hold">
                                          <p:stCondLst>
                                            <p:cond delay="0"/>
                                          </p:stCondLst>
                                        </p:cTn>
                                        <p:tgtEl>
                                          <p:spTgt spid="2488"/>
                                        </p:tgtEl>
                                        <p:attrNameLst>
                                          <p:attrName>style.visibility</p:attrName>
                                        </p:attrNameLst>
                                      </p:cBhvr>
                                      <p:to>
                                        <p:strVal val="visible"/>
                                      </p:to>
                                    </p:set>
                                    <p:anim calcmode="lin" valueType="num">
                                      <p:cBhvr additive="base">
                                        <p:cTn dur="200"/>
                                        <p:tgtEl>
                                          <p:spTgt spid="2488"/>
                                        </p:tgtEl>
                                        <p:attrNameLst>
                                          <p:attrName>ppt_w</p:attrName>
                                        </p:attrNameLst>
                                      </p:cBhvr>
                                      <p:tavLst>
                                        <p:tav fmla="" tm="0">
                                          <p:val>
                                            <p:strVal val="0"/>
                                          </p:val>
                                        </p:tav>
                                        <p:tav fmla="" tm="100000">
                                          <p:val>
                                            <p:strVal val="#ppt_w"/>
                                          </p:val>
                                        </p:tav>
                                      </p:tavLst>
                                    </p:anim>
                                    <p:anim calcmode="lin" valueType="num">
                                      <p:cBhvr additive="base">
                                        <p:cTn dur="200"/>
                                        <p:tgtEl>
                                          <p:spTgt spid="2488"/>
                                        </p:tgtEl>
                                        <p:attrNameLst>
                                          <p:attrName>ppt_h</p:attrName>
                                        </p:attrNameLst>
                                      </p:cBhvr>
                                      <p:tavLst>
                                        <p:tav fmla="" tm="0">
                                          <p:val>
                                            <p:strVal val="0"/>
                                          </p:val>
                                        </p:tav>
                                        <p:tav fmla="" tm="100000">
                                          <p:val>
                                            <p:strVal val="#ppt_h"/>
                                          </p:val>
                                        </p:tav>
                                      </p:tavLst>
                                    </p:anim>
                                  </p:childTnLst>
                                </p:cTn>
                              </p:par>
                            </p:childTnLst>
                          </p:cTn>
                        </p:par>
                        <p:par>
                          <p:cTn fill="hold">
                            <p:stCondLst>
                              <p:cond delay="6400"/>
                            </p:stCondLst>
                            <p:childTnLst>
                              <p:par>
                                <p:cTn fill="hold" nodeType="afterEffect" presetClass="entr" presetID="23" presetSubtype="16">
                                  <p:stCondLst>
                                    <p:cond delay="0"/>
                                  </p:stCondLst>
                                  <p:childTnLst>
                                    <p:set>
                                      <p:cBhvr>
                                        <p:cTn dur="1" fill="hold">
                                          <p:stCondLst>
                                            <p:cond delay="0"/>
                                          </p:stCondLst>
                                        </p:cTn>
                                        <p:tgtEl>
                                          <p:spTgt spid="2486"/>
                                        </p:tgtEl>
                                        <p:attrNameLst>
                                          <p:attrName>style.visibility</p:attrName>
                                        </p:attrNameLst>
                                      </p:cBhvr>
                                      <p:to>
                                        <p:strVal val="visible"/>
                                      </p:to>
                                    </p:set>
                                    <p:anim calcmode="lin" valueType="num">
                                      <p:cBhvr additive="base">
                                        <p:cTn dur="200"/>
                                        <p:tgtEl>
                                          <p:spTgt spid="2486"/>
                                        </p:tgtEl>
                                        <p:attrNameLst>
                                          <p:attrName>ppt_w</p:attrName>
                                        </p:attrNameLst>
                                      </p:cBhvr>
                                      <p:tavLst>
                                        <p:tav fmla="" tm="0">
                                          <p:val>
                                            <p:strVal val="0"/>
                                          </p:val>
                                        </p:tav>
                                        <p:tav fmla="" tm="100000">
                                          <p:val>
                                            <p:strVal val="#ppt_w"/>
                                          </p:val>
                                        </p:tav>
                                      </p:tavLst>
                                    </p:anim>
                                    <p:anim calcmode="lin" valueType="num">
                                      <p:cBhvr additive="base">
                                        <p:cTn dur="200"/>
                                        <p:tgtEl>
                                          <p:spTgt spid="248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1"/>
                                        </p:tgtEl>
                                        <p:attrNameLst>
                                          <p:attrName>style.visibility</p:attrName>
                                        </p:attrNameLst>
                                      </p:cBhvr>
                                      <p:to>
                                        <p:strVal val="visible"/>
                                      </p:to>
                                    </p:set>
                                    <p:animEffect filter="fade" transition="in">
                                      <p:cBhvr>
                                        <p:cTn dur="1000"/>
                                        <p:tgtEl>
                                          <p:spTgt spid="2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7" name="Shape 2497"/>
        <p:cNvGrpSpPr/>
        <p:nvPr/>
      </p:nvGrpSpPr>
      <p:grpSpPr>
        <a:xfrm>
          <a:off x="0" y="0"/>
          <a:ext cx="0" cy="0"/>
          <a:chOff x="0" y="0"/>
          <a:chExt cx="0" cy="0"/>
        </a:xfrm>
      </p:grpSpPr>
      <p:sp>
        <p:nvSpPr>
          <p:cNvPr id="2498" name="Google Shape;2498;p85"/>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Learning </a:t>
            </a:r>
            <a:r>
              <a:rPr lang="en" sz="6100">
                <a:solidFill>
                  <a:schemeClr val="accent2"/>
                </a:solidFill>
                <a:latin typeface="Luckiest Guy"/>
                <a:ea typeface="Luckiest Guy"/>
                <a:cs typeface="Luckiest Guy"/>
                <a:sym typeface="Luckiest Guy"/>
              </a:rPr>
              <a:t>objective</a:t>
            </a:r>
            <a:endParaRPr sz="6100">
              <a:solidFill>
                <a:schemeClr val="accent2"/>
              </a:solidFill>
              <a:latin typeface="Luckiest Guy"/>
              <a:ea typeface="Luckiest Guy"/>
              <a:cs typeface="Luckiest Guy"/>
              <a:sym typeface="Luckiest Guy"/>
            </a:endParaRPr>
          </a:p>
        </p:txBody>
      </p:sp>
      <p:sp>
        <p:nvSpPr>
          <p:cNvPr id="2499" name="Google Shape;2499;p85"/>
          <p:cNvSpPr txBox="1"/>
          <p:nvPr>
            <p:ph idx="1" type="subTitle"/>
          </p:nvPr>
        </p:nvSpPr>
        <p:spPr>
          <a:xfrm>
            <a:off x="4904575" y="1939924"/>
            <a:ext cx="3526200" cy="16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WE ARE LEARNING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BUILD KNOWLEDGE AND MAKE SENSE OF OUR 2.2 MY RESILIENT ROLE MODEL ASSESSMENT</a:t>
            </a:r>
            <a:endParaRPr sz="1600">
              <a:latin typeface="Jost"/>
              <a:ea typeface="Jost"/>
              <a:cs typeface="Jost"/>
              <a:sym typeface="Jos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3" name="Shape 2503"/>
        <p:cNvGrpSpPr/>
        <p:nvPr/>
      </p:nvGrpSpPr>
      <p:grpSpPr>
        <a:xfrm>
          <a:off x="0" y="0"/>
          <a:ext cx="0" cy="0"/>
          <a:chOff x="0" y="0"/>
          <a:chExt cx="0" cy="0"/>
        </a:xfrm>
      </p:grpSpPr>
      <p:sp>
        <p:nvSpPr>
          <p:cNvPr id="2504" name="Google Shape;2504;p86"/>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SUCCESS </a:t>
            </a:r>
            <a:r>
              <a:rPr lang="en" sz="6100">
                <a:solidFill>
                  <a:schemeClr val="accent2"/>
                </a:solidFill>
                <a:latin typeface="Luckiest Guy"/>
                <a:ea typeface="Luckiest Guy"/>
                <a:cs typeface="Luckiest Guy"/>
                <a:sym typeface="Luckiest Guy"/>
              </a:rPr>
              <a:t>CRITERIA</a:t>
            </a:r>
            <a:endParaRPr sz="6100">
              <a:solidFill>
                <a:schemeClr val="accent2"/>
              </a:solidFill>
              <a:latin typeface="Luckiest Guy"/>
              <a:ea typeface="Luckiest Guy"/>
              <a:cs typeface="Luckiest Guy"/>
              <a:sym typeface="Luckiest Guy"/>
            </a:endParaRPr>
          </a:p>
        </p:txBody>
      </p:sp>
      <p:sp>
        <p:nvSpPr>
          <p:cNvPr id="2505" name="Google Shape;2505;p86"/>
          <p:cNvSpPr txBox="1"/>
          <p:nvPr>
            <p:ph idx="1" type="subTitle"/>
          </p:nvPr>
        </p:nvSpPr>
        <p:spPr>
          <a:xfrm>
            <a:off x="4904575" y="1939925"/>
            <a:ext cx="3526200" cy="24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BY THE END OF THE LESSON, I SHOULD BE ABLE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CREATE A LIST OF 5 THINGS THAT I NEED TO KNOW MORE ABOUT FOR 2.2</a:t>
            </a:r>
            <a:endParaRPr sz="1600">
              <a:latin typeface="Jost"/>
              <a:ea typeface="Jost"/>
              <a:cs typeface="Jost"/>
              <a:sym typeface="Jos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9" name="Shape 2509"/>
        <p:cNvGrpSpPr/>
        <p:nvPr/>
      </p:nvGrpSpPr>
      <p:grpSpPr>
        <a:xfrm>
          <a:off x="0" y="0"/>
          <a:ext cx="0" cy="0"/>
          <a:chOff x="0" y="0"/>
          <a:chExt cx="0" cy="0"/>
        </a:xfrm>
      </p:grpSpPr>
      <p:sp>
        <p:nvSpPr>
          <p:cNvPr id="2510" name="Google Shape;2510;p87"/>
          <p:cNvSpPr txBox="1"/>
          <p:nvPr>
            <p:ph type="ctrTitle"/>
          </p:nvPr>
        </p:nvSpPr>
        <p:spPr>
          <a:xfrm flipH="1">
            <a:off x="770700" y="468450"/>
            <a:ext cx="7675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Complete this word cloud</a:t>
            </a:r>
            <a:endParaRPr sz="3200">
              <a:solidFill>
                <a:srgbClr val="212121"/>
              </a:solidFill>
              <a:latin typeface="Luckiest Guy"/>
              <a:ea typeface="Luckiest Guy"/>
              <a:cs typeface="Luckiest Guy"/>
              <a:sym typeface="Luckiest Guy"/>
            </a:endParaRPr>
          </a:p>
        </p:txBody>
      </p:sp>
      <p:sp>
        <p:nvSpPr>
          <p:cNvPr id="2511" name="Google Shape;2511;p87"/>
          <p:cNvSpPr txBox="1"/>
          <p:nvPr>
            <p:ph idx="1" type="subTitle"/>
          </p:nvPr>
        </p:nvSpPr>
        <p:spPr>
          <a:xfrm>
            <a:off x="770700" y="1368575"/>
            <a:ext cx="5255100" cy="2919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Using your chromebook go to this website link - </a:t>
            </a:r>
            <a:r>
              <a:rPr lang="en" sz="1800" u="sng">
                <a:solidFill>
                  <a:schemeClr val="hlink"/>
                </a:solidFill>
                <a:latin typeface="Jost"/>
                <a:ea typeface="Jost"/>
                <a:cs typeface="Jost"/>
                <a:sym typeface="Jost"/>
                <a:hlinkClick r:id="rId3"/>
              </a:rPr>
              <a:t>https://www.menti.com/alumu9bm1jyy</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Enter the code - 86304735</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Type in all the things that you remember learning about in yesterday’s health lesson</a:t>
            </a:r>
            <a:r>
              <a:rPr lang="en" sz="1800">
                <a:solidFill>
                  <a:srgbClr val="212121"/>
                </a:solidFill>
                <a:latin typeface="Jost"/>
                <a:ea typeface="Jost"/>
                <a:cs typeface="Jost"/>
                <a:sym typeface="Jost"/>
              </a:rPr>
              <a:t> </a:t>
            </a:r>
            <a:endParaRPr sz="1800">
              <a:solidFill>
                <a:srgbClr val="212121"/>
              </a:solidFill>
              <a:latin typeface="Jost"/>
              <a:ea typeface="Jost"/>
              <a:cs typeface="Jost"/>
              <a:sym typeface="Jost"/>
            </a:endParaRPr>
          </a:p>
        </p:txBody>
      </p:sp>
      <p:pic>
        <p:nvPicPr>
          <p:cNvPr id="2512" name="Google Shape;2512;p87"/>
          <p:cNvPicPr preferRelativeResize="0"/>
          <p:nvPr/>
        </p:nvPicPr>
        <p:blipFill>
          <a:blip r:embed="rId4">
            <a:alphaModFix/>
          </a:blip>
          <a:stretch>
            <a:fillRect/>
          </a:stretch>
        </p:blipFill>
        <p:spPr>
          <a:xfrm>
            <a:off x="5958725" y="1046250"/>
            <a:ext cx="2813400" cy="2813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6" name="Shape 2516"/>
        <p:cNvGrpSpPr/>
        <p:nvPr/>
      </p:nvGrpSpPr>
      <p:grpSpPr>
        <a:xfrm>
          <a:off x="0" y="0"/>
          <a:ext cx="0" cy="0"/>
          <a:chOff x="0" y="0"/>
          <a:chExt cx="0" cy="0"/>
        </a:xfrm>
      </p:grpSpPr>
      <p:sp>
        <p:nvSpPr>
          <p:cNvPr id="2517" name="Google Shape;2517;p88"/>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2.2 - my resilient role model		Part 1</a:t>
            </a:r>
            <a:endParaRPr sz="3200">
              <a:solidFill>
                <a:srgbClr val="212121"/>
              </a:solidFill>
              <a:latin typeface="Luckiest Guy"/>
              <a:ea typeface="Luckiest Guy"/>
              <a:cs typeface="Luckiest Guy"/>
              <a:sym typeface="Luckiest Guy"/>
            </a:endParaRPr>
          </a:p>
        </p:txBody>
      </p:sp>
      <p:sp>
        <p:nvSpPr>
          <p:cNvPr id="2518" name="Google Shape;2518;p88"/>
          <p:cNvSpPr txBox="1"/>
          <p:nvPr>
            <p:ph idx="1" type="subTitle"/>
          </p:nvPr>
        </p:nvSpPr>
        <p:spPr>
          <a:xfrm>
            <a:off x="770575" y="1396025"/>
            <a:ext cx="7875000" cy="3303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Go into your L2 Health Folder in Google Drive</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Open the 2.2 My Resilient Role Model Assessment</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Read through the assessment with someone else - if you dont have a chromebook sit with someone who does</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As your reading the assessment - write down questions or response under the following headings.</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Thinking back to yesterday’s lesson what do you feel like need to know more about to complete this assessment?</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Questions you have about the assessment?</a:t>
            </a:r>
            <a:endParaRPr sz="1800">
              <a:solidFill>
                <a:srgbClr val="212121"/>
              </a:solidFill>
              <a:latin typeface="Jost"/>
              <a:ea typeface="Jost"/>
              <a:cs typeface="Jost"/>
              <a:sym typeface="Jos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2" name="Shape 2522"/>
        <p:cNvGrpSpPr/>
        <p:nvPr/>
      </p:nvGrpSpPr>
      <p:grpSpPr>
        <a:xfrm>
          <a:off x="0" y="0"/>
          <a:ext cx="0" cy="0"/>
          <a:chOff x="0" y="0"/>
          <a:chExt cx="0" cy="0"/>
        </a:xfrm>
      </p:grpSpPr>
      <p:sp>
        <p:nvSpPr>
          <p:cNvPr id="2523" name="Google Shape;2523;p89"/>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2.2 - must knows!</a:t>
            </a:r>
            <a:endParaRPr sz="3200">
              <a:solidFill>
                <a:srgbClr val="212121"/>
              </a:solidFill>
              <a:latin typeface="Luckiest Guy"/>
              <a:ea typeface="Luckiest Guy"/>
              <a:cs typeface="Luckiest Guy"/>
              <a:sym typeface="Luckiest Guy"/>
            </a:endParaRPr>
          </a:p>
        </p:txBody>
      </p:sp>
      <p:sp>
        <p:nvSpPr>
          <p:cNvPr id="2524" name="Google Shape;2524;p89"/>
          <p:cNvSpPr txBox="1"/>
          <p:nvPr>
            <p:ph idx="1" type="subTitle"/>
          </p:nvPr>
        </p:nvSpPr>
        <p:spPr>
          <a:xfrm>
            <a:off x="770575" y="1396025"/>
            <a:ext cx="7875000" cy="3303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Resilient</a:t>
            </a:r>
            <a:r>
              <a:rPr lang="en" sz="1800">
                <a:solidFill>
                  <a:srgbClr val="212121"/>
                </a:solidFill>
                <a:latin typeface="Jost"/>
                <a:ea typeface="Jost"/>
                <a:cs typeface="Jost"/>
                <a:sym typeface="Jost"/>
              </a:rPr>
              <a:t> Role Model must be someone who has experienced a significant change that has caused them some type of hardship</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Must be approved by LL (TE)</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There will be a deadline for Role Model Selection - Week 6, Lesson 2</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Examples will be provided to select from</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Checkpoint at Week 8 for each individual learner</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No feedback given in last week of term in lead up to the due date</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Marked over school holidays - grades given at start of Term 2</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Re-submission considered for learners</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Not handing in your assessment is not considered an acceptable standard</a:t>
            </a:r>
            <a:endParaRPr sz="1800">
              <a:solidFill>
                <a:srgbClr val="212121"/>
              </a:solidFill>
              <a:latin typeface="Jost"/>
              <a:ea typeface="Jost"/>
              <a:cs typeface="Jost"/>
              <a:sym typeface="Jos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8" name="Shape 2528"/>
        <p:cNvGrpSpPr/>
        <p:nvPr/>
      </p:nvGrpSpPr>
      <p:grpSpPr>
        <a:xfrm>
          <a:off x="0" y="0"/>
          <a:ext cx="0" cy="0"/>
          <a:chOff x="0" y="0"/>
          <a:chExt cx="0" cy="0"/>
        </a:xfrm>
      </p:grpSpPr>
      <p:sp>
        <p:nvSpPr>
          <p:cNvPr id="2529" name="Google Shape;2529;p90"/>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Mix &amp; Match - Social Determinants</a:t>
            </a:r>
            <a:endParaRPr sz="3200">
              <a:solidFill>
                <a:srgbClr val="212121"/>
              </a:solidFill>
              <a:latin typeface="Luckiest Guy"/>
              <a:ea typeface="Luckiest Guy"/>
              <a:cs typeface="Luckiest Guy"/>
              <a:sym typeface="Luckiest Guy"/>
            </a:endParaRPr>
          </a:p>
        </p:txBody>
      </p:sp>
      <p:sp>
        <p:nvSpPr>
          <p:cNvPr id="2530" name="Google Shape;2530;p90"/>
          <p:cNvSpPr txBox="1"/>
          <p:nvPr>
            <p:ph idx="1" type="subTitle"/>
          </p:nvPr>
        </p:nvSpPr>
        <p:spPr>
          <a:xfrm>
            <a:off x="770575" y="1396025"/>
            <a:ext cx="7875000" cy="90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12121"/>
                </a:solidFill>
                <a:latin typeface="Jost"/>
                <a:ea typeface="Jost"/>
                <a:cs typeface="Jost"/>
                <a:sym typeface="Jost"/>
              </a:rPr>
              <a:t>Using your prior knowledge, match the picture with heading and the description for the Social Determinants of Health</a:t>
            </a:r>
            <a:endParaRPr sz="1800">
              <a:solidFill>
                <a:srgbClr val="212121"/>
              </a:solidFill>
              <a:latin typeface="Jost"/>
              <a:ea typeface="Jost"/>
              <a:cs typeface="Jost"/>
              <a:sym typeface="Jos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4" name="Shape 2534"/>
        <p:cNvGrpSpPr/>
        <p:nvPr/>
      </p:nvGrpSpPr>
      <p:grpSpPr>
        <a:xfrm>
          <a:off x="0" y="0"/>
          <a:ext cx="0" cy="0"/>
          <a:chOff x="0" y="0"/>
          <a:chExt cx="0" cy="0"/>
        </a:xfrm>
      </p:grpSpPr>
      <p:sp>
        <p:nvSpPr>
          <p:cNvPr id="2535" name="Google Shape;2535;p91"/>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Risk, Protective &amp; Strategies</a:t>
            </a:r>
            <a:endParaRPr sz="3200">
              <a:solidFill>
                <a:srgbClr val="212121"/>
              </a:solidFill>
              <a:latin typeface="Luckiest Guy"/>
              <a:ea typeface="Luckiest Guy"/>
              <a:cs typeface="Luckiest Guy"/>
              <a:sym typeface="Luckiest Guy"/>
            </a:endParaRPr>
          </a:p>
        </p:txBody>
      </p:sp>
      <p:sp>
        <p:nvSpPr>
          <p:cNvPr id="2536" name="Google Shape;2536;p91"/>
          <p:cNvSpPr txBox="1"/>
          <p:nvPr>
            <p:ph idx="1" type="subTitle"/>
          </p:nvPr>
        </p:nvSpPr>
        <p:spPr>
          <a:xfrm>
            <a:off x="770575" y="1396025"/>
            <a:ext cx="7875000" cy="90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12121"/>
                </a:solidFill>
                <a:latin typeface="Jost"/>
                <a:ea typeface="Jost"/>
                <a:cs typeface="Jost"/>
                <a:sym typeface="Jost"/>
              </a:rPr>
              <a:t>Describe one risk factor and one protective factor along with one personal, one interpersonal and one societal strategy for one of the following:</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Exposure to bullying and abuse</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Heavy alcohol and drug use</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Mental health - depression &amp; anxiety</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Transient living - moving houses regularly and having to move schools</a:t>
            </a:r>
            <a:endParaRPr sz="1800">
              <a:solidFill>
                <a:srgbClr val="212121"/>
              </a:solidFill>
              <a:latin typeface="Jost"/>
              <a:ea typeface="Jost"/>
              <a:cs typeface="Jost"/>
              <a:sym typeface="Jos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0" name="Shape 2540"/>
        <p:cNvGrpSpPr/>
        <p:nvPr/>
      </p:nvGrpSpPr>
      <p:grpSpPr>
        <a:xfrm>
          <a:off x="0" y="0"/>
          <a:ext cx="0" cy="0"/>
          <a:chOff x="0" y="0"/>
          <a:chExt cx="0" cy="0"/>
        </a:xfrm>
      </p:grpSpPr>
      <p:sp>
        <p:nvSpPr>
          <p:cNvPr id="2541" name="Google Shape;2541;p92"/>
          <p:cNvSpPr txBox="1"/>
          <p:nvPr>
            <p:ph type="ctrTitle"/>
          </p:nvPr>
        </p:nvSpPr>
        <p:spPr>
          <a:xfrm>
            <a:off x="2194950" y="252975"/>
            <a:ext cx="4192800" cy="16878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L2 health</a:t>
            </a:r>
            <a:endParaRPr sz="4600">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Do now - WK 5</a:t>
            </a:r>
            <a:endParaRPr sz="4600">
              <a:solidFill>
                <a:srgbClr val="212121"/>
              </a:solidFill>
              <a:latin typeface="Luckiest Guy"/>
              <a:ea typeface="Luckiest Guy"/>
              <a:cs typeface="Luckiest Guy"/>
              <a:sym typeface="Luckiest Guy"/>
            </a:endParaRPr>
          </a:p>
        </p:txBody>
      </p:sp>
      <p:sp>
        <p:nvSpPr>
          <p:cNvPr id="2542" name="Google Shape;2542;p92"/>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92"/>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92"/>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92"/>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92"/>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92"/>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92"/>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92"/>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92"/>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92"/>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92"/>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92"/>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92"/>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92"/>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92"/>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92"/>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92"/>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92"/>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92"/>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92"/>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92"/>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92"/>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92"/>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92"/>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92"/>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92"/>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92"/>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92"/>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92"/>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92"/>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92"/>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2573" name="Google Shape;2573;p92" title="10 Minute Timer">
            <a:hlinkClick r:id="rId3"/>
          </p:cNvPr>
          <p:cNvPicPr preferRelativeResize="0"/>
          <p:nvPr/>
        </p:nvPicPr>
        <p:blipFill>
          <a:blip r:embed="rId4">
            <a:alphaModFix/>
          </a:blip>
          <a:stretch>
            <a:fillRect/>
          </a:stretch>
        </p:blipFill>
        <p:spPr>
          <a:xfrm>
            <a:off x="6695538" y="656137"/>
            <a:ext cx="1716525" cy="965550"/>
          </a:xfrm>
          <a:prstGeom prst="rect">
            <a:avLst/>
          </a:prstGeom>
          <a:noFill/>
          <a:ln>
            <a:noFill/>
          </a:ln>
        </p:spPr>
      </p:pic>
      <p:sp>
        <p:nvSpPr>
          <p:cNvPr id="2574" name="Google Shape;2574;p92"/>
          <p:cNvSpPr txBox="1"/>
          <p:nvPr>
            <p:ph idx="1" type="subTitle"/>
          </p:nvPr>
        </p:nvSpPr>
        <p:spPr>
          <a:xfrm>
            <a:off x="1852725" y="2149425"/>
            <a:ext cx="5452500" cy="2477400"/>
          </a:xfrm>
          <a:prstGeom prst="rect">
            <a:avLst/>
          </a:prstGeom>
          <a:solidFill>
            <a:schemeClr val="accent6"/>
          </a:solidFill>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Jost"/>
                <a:ea typeface="Jost"/>
                <a:cs typeface="Jost"/>
                <a:sym typeface="Jost"/>
              </a:rPr>
              <a:t>Collect a piece of refill paper  and write down all the people you would consider writing about for your </a:t>
            </a:r>
            <a:r>
              <a:rPr b="1" lang="en">
                <a:latin typeface="Jost"/>
                <a:ea typeface="Jost"/>
                <a:cs typeface="Jost"/>
                <a:sym typeface="Jost"/>
              </a:rPr>
              <a:t>My Resilient Role Model</a:t>
            </a:r>
            <a:r>
              <a:rPr lang="en">
                <a:latin typeface="Jost"/>
                <a:ea typeface="Jost"/>
                <a:cs typeface="Jost"/>
                <a:sym typeface="Jost"/>
              </a:rPr>
              <a:t> </a:t>
            </a:r>
            <a:r>
              <a:rPr lang="en">
                <a:latin typeface="Jost"/>
                <a:ea typeface="Jost"/>
                <a:cs typeface="Jost"/>
                <a:sym typeface="Jost"/>
              </a:rPr>
              <a:t>assessment.</a:t>
            </a:r>
            <a:endParaRPr>
              <a:latin typeface="Jost"/>
              <a:ea typeface="Jost"/>
              <a:cs typeface="Jost"/>
              <a:sym typeface="Jost"/>
            </a:endParaRPr>
          </a:p>
          <a:p>
            <a:pPr indent="0" lvl="0" marL="0" rtl="0" algn="ctr">
              <a:spcBef>
                <a:spcPts val="0"/>
              </a:spcBef>
              <a:spcAft>
                <a:spcPts val="0"/>
              </a:spcAft>
              <a:buNone/>
            </a:pPr>
            <a:r>
              <a:t/>
            </a:r>
            <a:endParaRPr>
              <a:latin typeface="Jost"/>
              <a:ea typeface="Jost"/>
              <a:cs typeface="Jost"/>
              <a:sym typeface="Jost"/>
            </a:endParaRPr>
          </a:p>
          <a:p>
            <a:pPr indent="0" lvl="0" marL="0" rtl="0" algn="ctr">
              <a:spcBef>
                <a:spcPts val="0"/>
              </a:spcBef>
              <a:spcAft>
                <a:spcPts val="0"/>
              </a:spcAft>
              <a:buNone/>
            </a:pPr>
            <a:r>
              <a:rPr lang="en">
                <a:latin typeface="Jost"/>
                <a:ea typeface="Jost"/>
                <a:cs typeface="Jost"/>
                <a:sym typeface="Jost"/>
              </a:rPr>
              <a:t>Remember the person needs to have a significant event happened in their life, whereby they have had to go through a change and shown resilience with that change</a:t>
            </a:r>
            <a:endParaRPr>
              <a:latin typeface="Jost"/>
              <a:ea typeface="Jost"/>
              <a:cs typeface="Jost"/>
              <a:sym typeface="Jos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56"/>
                                        </p:tgtEl>
                                        <p:attrNameLst>
                                          <p:attrName>style.visibility</p:attrName>
                                        </p:attrNameLst>
                                      </p:cBhvr>
                                      <p:to>
                                        <p:strVal val="visible"/>
                                      </p:to>
                                    </p:set>
                                    <p:anim calcmode="lin" valueType="num">
                                      <p:cBhvr additive="base">
                                        <p:cTn dur="200"/>
                                        <p:tgtEl>
                                          <p:spTgt spid="2556"/>
                                        </p:tgtEl>
                                        <p:attrNameLst>
                                          <p:attrName>ppt_w</p:attrName>
                                        </p:attrNameLst>
                                      </p:cBhvr>
                                      <p:tavLst>
                                        <p:tav fmla="" tm="0">
                                          <p:val>
                                            <p:strVal val="0"/>
                                          </p:val>
                                        </p:tav>
                                        <p:tav fmla="" tm="100000">
                                          <p:val>
                                            <p:strVal val="#ppt_w"/>
                                          </p:val>
                                        </p:tav>
                                      </p:tavLst>
                                    </p:anim>
                                    <p:anim calcmode="lin" valueType="num">
                                      <p:cBhvr additive="base">
                                        <p:cTn dur="200"/>
                                        <p:tgtEl>
                                          <p:spTgt spid="2556"/>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563"/>
                                        </p:tgtEl>
                                        <p:attrNameLst>
                                          <p:attrName>style.visibility</p:attrName>
                                        </p:attrNameLst>
                                      </p:cBhvr>
                                      <p:to>
                                        <p:strVal val="visible"/>
                                      </p:to>
                                    </p:set>
                                    <p:anim calcmode="lin" valueType="num">
                                      <p:cBhvr additive="base">
                                        <p:cTn dur="200"/>
                                        <p:tgtEl>
                                          <p:spTgt spid="2563"/>
                                        </p:tgtEl>
                                        <p:attrNameLst>
                                          <p:attrName>ppt_w</p:attrName>
                                        </p:attrNameLst>
                                      </p:cBhvr>
                                      <p:tavLst>
                                        <p:tav fmla="" tm="0">
                                          <p:val>
                                            <p:strVal val="0"/>
                                          </p:val>
                                        </p:tav>
                                        <p:tav fmla="" tm="100000">
                                          <p:val>
                                            <p:strVal val="#ppt_w"/>
                                          </p:val>
                                        </p:tav>
                                      </p:tavLst>
                                    </p:anim>
                                    <p:anim calcmode="lin" valueType="num">
                                      <p:cBhvr additive="base">
                                        <p:cTn dur="200"/>
                                        <p:tgtEl>
                                          <p:spTgt spid="2563"/>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552"/>
                                        </p:tgtEl>
                                        <p:attrNameLst>
                                          <p:attrName>style.visibility</p:attrName>
                                        </p:attrNameLst>
                                      </p:cBhvr>
                                      <p:to>
                                        <p:strVal val="visible"/>
                                      </p:to>
                                    </p:set>
                                    <p:anim calcmode="lin" valueType="num">
                                      <p:cBhvr additive="base">
                                        <p:cTn dur="200"/>
                                        <p:tgtEl>
                                          <p:spTgt spid="2552"/>
                                        </p:tgtEl>
                                        <p:attrNameLst>
                                          <p:attrName>ppt_w</p:attrName>
                                        </p:attrNameLst>
                                      </p:cBhvr>
                                      <p:tavLst>
                                        <p:tav fmla="" tm="0">
                                          <p:val>
                                            <p:strVal val="0"/>
                                          </p:val>
                                        </p:tav>
                                        <p:tav fmla="" tm="100000">
                                          <p:val>
                                            <p:strVal val="#ppt_w"/>
                                          </p:val>
                                        </p:tav>
                                      </p:tavLst>
                                    </p:anim>
                                    <p:anim calcmode="lin" valueType="num">
                                      <p:cBhvr additive="base">
                                        <p:cTn dur="200"/>
                                        <p:tgtEl>
                                          <p:spTgt spid="2552"/>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541"/>
                                        </p:tgtEl>
                                        <p:attrNameLst>
                                          <p:attrName>style.visibility</p:attrName>
                                        </p:attrNameLst>
                                      </p:cBhvr>
                                      <p:to>
                                        <p:strVal val="visible"/>
                                      </p:to>
                                    </p:set>
                                    <p:animEffect filter="fade" transition="in">
                                      <p:cBhvr>
                                        <p:cTn dur="300"/>
                                        <p:tgtEl>
                                          <p:spTgt spid="2541"/>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543"/>
                                        </p:tgtEl>
                                        <p:attrNameLst>
                                          <p:attrName>style.visibility</p:attrName>
                                        </p:attrNameLst>
                                      </p:cBhvr>
                                      <p:to>
                                        <p:strVal val="visible"/>
                                      </p:to>
                                    </p:set>
                                    <p:anim calcmode="lin" valueType="num">
                                      <p:cBhvr additive="base">
                                        <p:cTn dur="200"/>
                                        <p:tgtEl>
                                          <p:spTgt spid="2543"/>
                                        </p:tgtEl>
                                        <p:attrNameLst>
                                          <p:attrName>ppt_w</p:attrName>
                                        </p:attrNameLst>
                                      </p:cBhvr>
                                      <p:tavLst>
                                        <p:tav fmla="" tm="0">
                                          <p:val>
                                            <p:strVal val="0"/>
                                          </p:val>
                                        </p:tav>
                                        <p:tav fmla="" tm="100000">
                                          <p:val>
                                            <p:strVal val="#ppt_w"/>
                                          </p:val>
                                        </p:tav>
                                      </p:tavLst>
                                    </p:anim>
                                    <p:anim calcmode="lin" valueType="num">
                                      <p:cBhvr additive="base">
                                        <p:cTn dur="200"/>
                                        <p:tgtEl>
                                          <p:spTgt spid="2543"/>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557"/>
                                        </p:tgtEl>
                                        <p:attrNameLst>
                                          <p:attrName>style.visibility</p:attrName>
                                        </p:attrNameLst>
                                      </p:cBhvr>
                                      <p:to>
                                        <p:strVal val="visible"/>
                                      </p:to>
                                    </p:set>
                                    <p:anim calcmode="lin" valueType="num">
                                      <p:cBhvr additive="base">
                                        <p:cTn dur="200"/>
                                        <p:tgtEl>
                                          <p:spTgt spid="2557"/>
                                        </p:tgtEl>
                                        <p:attrNameLst>
                                          <p:attrName>ppt_w</p:attrName>
                                        </p:attrNameLst>
                                      </p:cBhvr>
                                      <p:tavLst>
                                        <p:tav fmla="" tm="0">
                                          <p:val>
                                            <p:strVal val="0"/>
                                          </p:val>
                                        </p:tav>
                                        <p:tav fmla="" tm="100000">
                                          <p:val>
                                            <p:strVal val="#ppt_w"/>
                                          </p:val>
                                        </p:tav>
                                      </p:tavLst>
                                    </p:anim>
                                    <p:anim calcmode="lin" valueType="num">
                                      <p:cBhvr additive="base">
                                        <p:cTn dur="200"/>
                                        <p:tgtEl>
                                          <p:spTgt spid="2557"/>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545"/>
                                        </p:tgtEl>
                                        <p:attrNameLst>
                                          <p:attrName>style.visibility</p:attrName>
                                        </p:attrNameLst>
                                      </p:cBhvr>
                                      <p:to>
                                        <p:strVal val="visible"/>
                                      </p:to>
                                    </p:set>
                                    <p:anim calcmode="lin" valueType="num">
                                      <p:cBhvr additive="base">
                                        <p:cTn dur="200"/>
                                        <p:tgtEl>
                                          <p:spTgt spid="2545"/>
                                        </p:tgtEl>
                                        <p:attrNameLst>
                                          <p:attrName>ppt_w</p:attrName>
                                        </p:attrNameLst>
                                      </p:cBhvr>
                                      <p:tavLst>
                                        <p:tav fmla="" tm="0">
                                          <p:val>
                                            <p:strVal val="0"/>
                                          </p:val>
                                        </p:tav>
                                        <p:tav fmla="" tm="100000">
                                          <p:val>
                                            <p:strVal val="#ppt_w"/>
                                          </p:val>
                                        </p:tav>
                                      </p:tavLst>
                                    </p:anim>
                                    <p:anim calcmode="lin" valueType="num">
                                      <p:cBhvr additive="base">
                                        <p:cTn dur="200"/>
                                        <p:tgtEl>
                                          <p:spTgt spid="2545"/>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555"/>
                                        </p:tgtEl>
                                        <p:attrNameLst>
                                          <p:attrName>style.visibility</p:attrName>
                                        </p:attrNameLst>
                                      </p:cBhvr>
                                      <p:to>
                                        <p:strVal val="visible"/>
                                      </p:to>
                                    </p:set>
                                    <p:anim calcmode="lin" valueType="num">
                                      <p:cBhvr additive="base">
                                        <p:cTn dur="200"/>
                                        <p:tgtEl>
                                          <p:spTgt spid="2555"/>
                                        </p:tgtEl>
                                        <p:attrNameLst>
                                          <p:attrName>ppt_w</p:attrName>
                                        </p:attrNameLst>
                                      </p:cBhvr>
                                      <p:tavLst>
                                        <p:tav fmla="" tm="0">
                                          <p:val>
                                            <p:strVal val="0"/>
                                          </p:val>
                                        </p:tav>
                                        <p:tav fmla="" tm="100000">
                                          <p:val>
                                            <p:strVal val="#ppt_w"/>
                                          </p:val>
                                        </p:tav>
                                      </p:tavLst>
                                    </p:anim>
                                    <p:anim calcmode="lin" valueType="num">
                                      <p:cBhvr additive="base">
                                        <p:cTn dur="200"/>
                                        <p:tgtEl>
                                          <p:spTgt spid="2555"/>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547"/>
                                        </p:tgtEl>
                                        <p:attrNameLst>
                                          <p:attrName>style.visibility</p:attrName>
                                        </p:attrNameLst>
                                      </p:cBhvr>
                                      <p:to>
                                        <p:strVal val="visible"/>
                                      </p:to>
                                    </p:set>
                                    <p:anim calcmode="lin" valueType="num">
                                      <p:cBhvr additive="base">
                                        <p:cTn dur="200"/>
                                        <p:tgtEl>
                                          <p:spTgt spid="2547"/>
                                        </p:tgtEl>
                                        <p:attrNameLst>
                                          <p:attrName>ppt_w</p:attrName>
                                        </p:attrNameLst>
                                      </p:cBhvr>
                                      <p:tavLst>
                                        <p:tav fmla="" tm="0">
                                          <p:val>
                                            <p:strVal val="0"/>
                                          </p:val>
                                        </p:tav>
                                        <p:tav fmla="" tm="100000">
                                          <p:val>
                                            <p:strVal val="#ppt_w"/>
                                          </p:val>
                                        </p:tav>
                                      </p:tavLst>
                                    </p:anim>
                                    <p:anim calcmode="lin" valueType="num">
                                      <p:cBhvr additive="base">
                                        <p:cTn dur="200"/>
                                        <p:tgtEl>
                                          <p:spTgt spid="2547"/>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565"/>
                                        </p:tgtEl>
                                        <p:attrNameLst>
                                          <p:attrName>style.visibility</p:attrName>
                                        </p:attrNameLst>
                                      </p:cBhvr>
                                      <p:to>
                                        <p:strVal val="visible"/>
                                      </p:to>
                                    </p:set>
                                    <p:anim calcmode="lin" valueType="num">
                                      <p:cBhvr additive="base">
                                        <p:cTn dur="200"/>
                                        <p:tgtEl>
                                          <p:spTgt spid="2565"/>
                                        </p:tgtEl>
                                        <p:attrNameLst>
                                          <p:attrName>ppt_w</p:attrName>
                                        </p:attrNameLst>
                                      </p:cBhvr>
                                      <p:tavLst>
                                        <p:tav fmla="" tm="0">
                                          <p:val>
                                            <p:strVal val="0"/>
                                          </p:val>
                                        </p:tav>
                                        <p:tav fmla="" tm="100000">
                                          <p:val>
                                            <p:strVal val="#ppt_w"/>
                                          </p:val>
                                        </p:tav>
                                      </p:tavLst>
                                    </p:anim>
                                    <p:anim calcmode="lin" valueType="num">
                                      <p:cBhvr additive="base">
                                        <p:cTn dur="200"/>
                                        <p:tgtEl>
                                          <p:spTgt spid="2565"/>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551"/>
                                        </p:tgtEl>
                                        <p:attrNameLst>
                                          <p:attrName>style.visibility</p:attrName>
                                        </p:attrNameLst>
                                      </p:cBhvr>
                                      <p:to>
                                        <p:strVal val="visible"/>
                                      </p:to>
                                    </p:set>
                                    <p:anim calcmode="lin" valueType="num">
                                      <p:cBhvr additive="base">
                                        <p:cTn dur="200"/>
                                        <p:tgtEl>
                                          <p:spTgt spid="2551"/>
                                        </p:tgtEl>
                                        <p:attrNameLst>
                                          <p:attrName>ppt_w</p:attrName>
                                        </p:attrNameLst>
                                      </p:cBhvr>
                                      <p:tavLst>
                                        <p:tav fmla="" tm="0">
                                          <p:val>
                                            <p:strVal val="0"/>
                                          </p:val>
                                        </p:tav>
                                        <p:tav fmla="" tm="100000">
                                          <p:val>
                                            <p:strVal val="#ppt_w"/>
                                          </p:val>
                                        </p:tav>
                                      </p:tavLst>
                                    </p:anim>
                                    <p:anim calcmode="lin" valueType="num">
                                      <p:cBhvr additive="base">
                                        <p:cTn dur="200"/>
                                        <p:tgtEl>
                                          <p:spTgt spid="2551"/>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544"/>
                                        </p:tgtEl>
                                        <p:attrNameLst>
                                          <p:attrName>style.visibility</p:attrName>
                                        </p:attrNameLst>
                                      </p:cBhvr>
                                      <p:to>
                                        <p:strVal val="visible"/>
                                      </p:to>
                                    </p:set>
                                    <p:anim calcmode="lin" valueType="num">
                                      <p:cBhvr additive="base">
                                        <p:cTn dur="200"/>
                                        <p:tgtEl>
                                          <p:spTgt spid="2544"/>
                                        </p:tgtEl>
                                        <p:attrNameLst>
                                          <p:attrName>ppt_w</p:attrName>
                                        </p:attrNameLst>
                                      </p:cBhvr>
                                      <p:tavLst>
                                        <p:tav fmla="" tm="0">
                                          <p:val>
                                            <p:strVal val="0"/>
                                          </p:val>
                                        </p:tav>
                                        <p:tav fmla="" tm="100000">
                                          <p:val>
                                            <p:strVal val="#ppt_w"/>
                                          </p:val>
                                        </p:tav>
                                      </p:tavLst>
                                    </p:anim>
                                    <p:anim calcmode="lin" valueType="num">
                                      <p:cBhvr additive="base">
                                        <p:cTn dur="200"/>
                                        <p:tgtEl>
                                          <p:spTgt spid="2544"/>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542"/>
                                        </p:tgtEl>
                                        <p:attrNameLst>
                                          <p:attrName>style.visibility</p:attrName>
                                        </p:attrNameLst>
                                      </p:cBhvr>
                                      <p:to>
                                        <p:strVal val="visible"/>
                                      </p:to>
                                    </p:set>
                                    <p:anim calcmode="lin" valueType="num">
                                      <p:cBhvr additive="base">
                                        <p:cTn dur="200"/>
                                        <p:tgtEl>
                                          <p:spTgt spid="2542"/>
                                        </p:tgtEl>
                                        <p:attrNameLst>
                                          <p:attrName>ppt_w</p:attrName>
                                        </p:attrNameLst>
                                      </p:cBhvr>
                                      <p:tavLst>
                                        <p:tav fmla="" tm="0">
                                          <p:val>
                                            <p:strVal val="0"/>
                                          </p:val>
                                        </p:tav>
                                        <p:tav fmla="" tm="100000">
                                          <p:val>
                                            <p:strVal val="#ppt_w"/>
                                          </p:val>
                                        </p:tav>
                                      </p:tavLst>
                                    </p:anim>
                                    <p:anim calcmode="lin" valueType="num">
                                      <p:cBhvr additive="base">
                                        <p:cTn dur="200"/>
                                        <p:tgtEl>
                                          <p:spTgt spid="2542"/>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546"/>
                                        </p:tgtEl>
                                        <p:attrNameLst>
                                          <p:attrName>style.visibility</p:attrName>
                                        </p:attrNameLst>
                                      </p:cBhvr>
                                      <p:to>
                                        <p:strVal val="visible"/>
                                      </p:to>
                                    </p:set>
                                    <p:anim calcmode="lin" valueType="num">
                                      <p:cBhvr additive="base">
                                        <p:cTn dur="200"/>
                                        <p:tgtEl>
                                          <p:spTgt spid="2546"/>
                                        </p:tgtEl>
                                        <p:attrNameLst>
                                          <p:attrName>ppt_w</p:attrName>
                                        </p:attrNameLst>
                                      </p:cBhvr>
                                      <p:tavLst>
                                        <p:tav fmla="" tm="0">
                                          <p:val>
                                            <p:strVal val="0"/>
                                          </p:val>
                                        </p:tav>
                                        <p:tav fmla="" tm="100000">
                                          <p:val>
                                            <p:strVal val="#ppt_w"/>
                                          </p:val>
                                        </p:tav>
                                      </p:tavLst>
                                    </p:anim>
                                    <p:anim calcmode="lin" valueType="num">
                                      <p:cBhvr additive="base">
                                        <p:cTn dur="200"/>
                                        <p:tgtEl>
                                          <p:spTgt spid="2546"/>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558"/>
                                        </p:tgtEl>
                                        <p:attrNameLst>
                                          <p:attrName>style.visibility</p:attrName>
                                        </p:attrNameLst>
                                      </p:cBhvr>
                                      <p:to>
                                        <p:strVal val="visible"/>
                                      </p:to>
                                    </p:set>
                                    <p:anim calcmode="lin" valueType="num">
                                      <p:cBhvr additive="base">
                                        <p:cTn dur="200"/>
                                        <p:tgtEl>
                                          <p:spTgt spid="2558"/>
                                        </p:tgtEl>
                                        <p:attrNameLst>
                                          <p:attrName>ppt_w</p:attrName>
                                        </p:attrNameLst>
                                      </p:cBhvr>
                                      <p:tavLst>
                                        <p:tav fmla="" tm="0">
                                          <p:val>
                                            <p:strVal val="0"/>
                                          </p:val>
                                        </p:tav>
                                        <p:tav fmla="" tm="100000">
                                          <p:val>
                                            <p:strVal val="#ppt_w"/>
                                          </p:val>
                                        </p:tav>
                                      </p:tavLst>
                                    </p:anim>
                                    <p:anim calcmode="lin" valueType="num">
                                      <p:cBhvr additive="base">
                                        <p:cTn dur="200"/>
                                        <p:tgtEl>
                                          <p:spTgt spid="2558"/>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566"/>
                                        </p:tgtEl>
                                        <p:attrNameLst>
                                          <p:attrName>style.visibility</p:attrName>
                                        </p:attrNameLst>
                                      </p:cBhvr>
                                      <p:to>
                                        <p:strVal val="visible"/>
                                      </p:to>
                                    </p:set>
                                    <p:anim calcmode="lin" valueType="num">
                                      <p:cBhvr additive="base">
                                        <p:cTn dur="200"/>
                                        <p:tgtEl>
                                          <p:spTgt spid="2566"/>
                                        </p:tgtEl>
                                        <p:attrNameLst>
                                          <p:attrName>ppt_w</p:attrName>
                                        </p:attrNameLst>
                                      </p:cBhvr>
                                      <p:tavLst>
                                        <p:tav fmla="" tm="0">
                                          <p:val>
                                            <p:strVal val="0"/>
                                          </p:val>
                                        </p:tav>
                                        <p:tav fmla="" tm="100000">
                                          <p:val>
                                            <p:strVal val="#ppt_w"/>
                                          </p:val>
                                        </p:tav>
                                      </p:tavLst>
                                    </p:anim>
                                    <p:anim calcmode="lin" valueType="num">
                                      <p:cBhvr additive="base">
                                        <p:cTn dur="200"/>
                                        <p:tgtEl>
                                          <p:spTgt spid="2566"/>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549"/>
                                        </p:tgtEl>
                                        <p:attrNameLst>
                                          <p:attrName>style.visibility</p:attrName>
                                        </p:attrNameLst>
                                      </p:cBhvr>
                                      <p:to>
                                        <p:strVal val="visible"/>
                                      </p:to>
                                    </p:set>
                                    <p:anim calcmode="lin" valueType="num">
                                      <p:cBhvr additive="base">
                                        <p:cTn dur="200"/>
                                        <p:tgtEl>
                                          <p:spTgt spid="2549"/>
                                        </p:tgtEl>
                                        <p:attrNameLst>
                                          <p:attrName>ppt_w</p:attrName>
                                        </p:attrNameLst>
                                      </p:cBhvr>
                                      <p:tavLst>
                                        <p:tav fmla="" tm="0">
                                          <p:val>
                                            <p:strVal val="0"/>
                                          </p:val>
                                        </p:tav>
                                        <p:tav fmla="" tm="100000">
                                          <p:val>
                                            <p:strVal val="#ppt_w"/>
                                          </p:val>
                                        </p:tav>
                                      </p:tavLst>
                                    </p:anim>
                                    <p:anim calcmode="lin" valueType="num">
                                      <p:cBhvr additive="base">
                                        <p:cTn dur="200"/>
                                        <p:tgtEl>
                                          <p:spTgt spid="2549"/>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550"/>
                                        </p:tgtEl>
                                        <p:attrNameLst>
                                          <p:attrName>style.visibility</p:attrName>
                                        </p:attrNameLst>
                                      </p:cBhvr>
                                      <p:to>
                                        <p:strVal val="visible"/>
                                      </p:to>
                                    </p:set>
                                    <p:anim calcmode="lin" valueType="num">
                                      <p:cBhvr additive="base">
                                        <p:cTn dur="200"/>
                                        <p:tgtEl>
                                          <p:spTgt spid="2550"/>
                                        </p:tgtEl>
                                        <p:attrNameLst>
                                          <p:attrName>ppt_w</p:attrName>
                                        </p:attrNameLst>
                                      </p:cBhvr>
                                      <p:tavLst>
                                        <p:tav fmla="" tm="0">
                                          <p:val>
                                            <p:strVal val="0"/>
                                          </p:val>
                                        </p:tav>
                                        <p:tav fmla="" tm="100000">
                                          <p:val>
                                            <p:strVal val="#ppt_w"/>
                                          </p:val>
                                        </p:tav>
                                      </p:tavLst>
                                    </p:anim>
                                    <p:anim calcmode="lin" valueType="num">
                                      <p:cBhvr additive="base">
                                        <p:cTn dur="200"/>
                                        <p:tgtEl>
                                          <p:spTgt spid="2550"/>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559"/>
                                        </p:tgtEl>
                                        <p:attrNameLst>
                                          <p:attrName>style.visibility</p:attrName>
                                        </p:attrNameLst>
                                      </p:cBhvr>
                                      <p:to>
                                        <p:strVal val="visible"/>
                                      </p:to>
                                    </p:set>
                                    <p:anim calcmode="lin" valueType="num">
                                      <p:cBhvr additive="base">
                                        <p:cTn dur="200"/>
                                        <p:tgtEl>
                                          <p:spTgt spid="2559"/>
                                        </p:tgtEl>
                                        <p:attrNameLst>
                                          <p:attrName>ppt_w</p:attrName>
                                        </p:attrNameLst>
                                      </p:cBhvr>
                                      <p:tavLst>
                                        <p:tav fmla="" tm="0">
                                          <p:val>
                                            <p:strVal val="0"/>
                                          </p:val>
                                        </p:tav>
                                        <p:tav fmla="" tm="100000">
                                          <p:val>
                                            <p:strVal val="#ppt_w"/>
                                          </p:val>
                                        </p:tav>
                                      </p:tavLst>
                                    </p:anim>
                                    <p:anim calcmode="lin" valueType="num">
                                      <p:cBhvr additive="base">
                                        <p:cTn dur="200"/>
                                        <p:tgtEl>
                                          <p:spTgt spid="2559"/>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548"/>
                                        </p:tgtEl>
                                        <p:attrNameLst>
                                          <p:attrName>style.visibility</p:attrName>
                                        </p:attrNameLst>
                                      </p:cBhvr>
                                      <p:to>
                                        <p:strVal val="visible"/>
                                      </p:to>
                                    </p:set>
                                    <p:anim calcmode="lin" valueType="num">
                                      <p:cBhvr additive="base">
                                        <p:cTn dur="200"/>
                                        <p:tgtEl>
                                          <p:spTgt spid="2548"/>
                                        </p:tgtEl>
                                        <p:attrNameLst>
                                          <p:attrName>ppt_w</p:attrName>
                                        </p:attrNameLst>
                                      </p:cBhvr>
                                      <p:tavLst>
                                        <p:tav fmla="" tm="0">
                                          <p:val>
                                            <p:strVal val="0"/>
                                          </p:val>
                                        </p:tav>
                                        <p:tav fmla="" tm="100000">
                                          <p:val>
                                            <p:strVal val="#ppt_w"/>
                                          </p:val>
                                        </p:tav>
                                      </p:tavLst>
                                    </p:anim>
                                    <p:anim calcmode="lin" valueType="num">
                                      <p:cBhvr additive="base">
                                        <p:cTn dur="200"/>
                                        <p:tgtEl>
                                          <p:spTgt spid="2548"/>
                                        </p:tgtEl>
                                        <p:attrNameLst>
                                          <p:attrName>ppt_h</p:attrName>
                                        </p:attrNameLst>
                                      </p:cBhvr>
                                      <p:tavLst>
                                        <p:tav fmla="" tm="0">
                                          <p:val>
                                            <p:strVal val="0"/>
                                          </p:val>
                                        </p:tav>
                                        <p:tav fmla="" tm="100000">
                                          <p:val>
                                            <p:strVal val="#ppt_h"/>
                                          </p:val>
                                        </p:tav>
                                      </p:tavLst>
                                    </p:anim>
                                  </p:childTnLst>
                                </p:cTn>
                              </p:par>
                            </p:childTnLst>
                          </p:cTn>
                        </p:par>
                        <p:par>
                          <p:cTn fill="hold">
                            <p:stCondLst>
                              <p:cond delay="3900"/>
                            </p:stCondLst>
                            <p:childTnLst>
                              <p:par>
                                <p:cTn fill="hold" nodeType="afterEffect" presetClass="entr" presetID="23" presetSubtype="16">
                                  <p:stCondLst>
                                    <p:cond delay="0"/>
                                  </p:stCondLst>
                                  <p:childTnLst>
                                    <p:set>
                                      <p:cBhvr>
                                        <p:cTn dur="1" fill="hold">
                                          <p:stCondLst>
                                            <p:cond delay="0"/>
                                          </p:stCondLst>
                                        </p:cTn>
                                        <p:tgtEl>
                                          <p:spTgt spid="2560"/>
                                        </p:tgtEl>
                                        <p:attrNameLst>
                                          <p:attrName>style.visibility</p:attrName>
                                        </p:attrNameLst>
                                      </p:cBhvr>
                                      <p:to>
                                        <p:strVal val="visible"/>
                                      </p:to>
                                    </p:set>
                                    <p:anim calcmode="lin" valueType="num">
                                      <p:cBhvr additive="base">
                                        <p:cTn dur="200"/>
                                        <p:tgtEl>
                                          <p:spTgt spid="2560"/>
                                        </p:tgtEl>
                                        <p:attrNameLst>
                                          <p:attrName>ppt_w</p:attrName>
                                        </p:attrNameLst>
                                      </p:cBhvr>
                                      <p:tavLst>
                                        <p:tav fmla="" tm="0">
                                          <p:val>
                                            <p:strVal val="0"/>
                                          </p:val>
                                        </p:tav>
                                        <p:tav fmla="" tm="100000">
                                          <p:val>
                                            <p:strVal val="#ppt_w"/>
                                          </p:val>
                                        </p:tav>
                                      </p:tavLst>
                                    </p:anim>
                                    <p:anim calcmode="lin" valueType="num">
                                      <p:cBhvr additive="base">
                                        <p:cTn dur="200"/>
                                        <p:tgtEl>
                                          <p:spTgt spid="2560"/>
                                        </p:tgtEl>
                                        <p:attrNameLst>
                                          <p:attrName>ppt_h</p:attrName>
                                        </p:attrNameLst>
                                      </p:cBhvr>
                                      <p:tavLst>
                                        <p:tav fmla="" tm="0">
                                          <p:val>
                                            <p:strVal val="0"/>
                                          </p:val>
                                        </p:tav>
                                        <p:tav fmla="" tm="100000">
                                          <p:val>
                                            <p:strVal val="#ppt_h"/>
                                          </p:val>
                                        </p:tav>
                                      </p:tavLst>
                                    </p:anim>
                                  </p:childTnLst>
                                </p:cTn>
                              </p:par>
                            </p:childTnLst>
                          </p:cTn>
                        </p:par>
                        <p:par>
                          <p:cTn fill="hold">
                            <p:stCondLst>
                              <p:cond delay="4100"/>
                            </p:stCondLst>
                            <p:childTnLst>
                              <p:par>
                                <p:cTn fill="hold" nodeType="afterEffect" presetClass="entr" presetID="23" presetSubtype="16">
                                  <p:stCondLst>
                                    <p:cond delay="0"/>
                                  </p:stCondLst>
                                  <p:childTnLst>
                                    <p:set>
                                      <p:cBhvr>
                                        <p:cTn dur="1" fill="hold">
                                          <p:stCondLst>
                                            <p:cond delay="0"/>
                                          </p:stCondLst>
                                        </p:cTn>
                                        <p:tgtEl>
                                          <p:spTgt spid="2564"/>
                                        </p:tgtEl>
                                        <p:attrNameLst>
                                          <p:attrName>style.visibility</p:attrName>
                                        </p:attrNameLst>
                                      </p:cBhvr>
                                      <p:to>
                                        <p:strVal val="visible"/>
                                      </p:to>
                                    </p:set>
                                    <p:anim calcmode="lin" valueType="num">
                                      <p:cBhvr additive="base">
                                        <p:cTn dur="200"/>
                                        <p:tgtEl>
                                          <p:spTgt spid="2564"/>
                                        </p:tgtEl>
                                        <p:attrNameLst>
                                          <p:attrName>ppt_w</p:attrName>
                                        </p:attrNameLst>
                                      </p:cBhvr>
                                      <p:tavLst>
                                        <p:tav fmla="" tm="0">
                                          <p:val>
                                            <p:strVal val="0"/>
                                          </p:val>
                                        </p:tav>
                                        <p:tav fmla="" tm="100000">
                                          <p:val>
                                            <p:strVal val="#ppt_w"/>
                                          </p:val>
                                        </p:tav>
                                      </p:tavLst>
                                    </p:anim>
                                    <p:anim calcmode="lin" valueType="num">
                                      <p:cBhvr additive="base">
                                        <p:cTn dur="200"/>
                                        <p:tgtEl>
                                          <p:spTgt spid="2564"/>
                                        </p:tgtEl>
                                        <p:attrNameLst>
                                          <p:attrName>ppt_h</p:attrName>
                                        </p:attrNameLst>
                                      </p:cBhvr>
                                      <p:tavLst>
                                        <p:tav fmla="" tm="0">
                                          <p:val>
                                            <p:strVal val="0"/>
                                          </p:val>
                                        </p:tav>
                                        <p:tav fmla="" tm="100000">
                                          <p:val>
                                            <p:strVal val="#ppt_h"/>
                                          </p:val>
                                        </p:tav>
                                      </p:tavLst>
                                    </p:anim>
                                  </p:childTnLst>
                                </p:cTn>
                              </p:par>
                            </p:childTnLst>
                          </p:cTn>
                        </p:par>
                        <p:par>
                          <p:cTn fill="hold">
                            <p:stCondLst>
                              <p:cond delay="4300"/>
                            </p:stCondLst>
                            <p:childTnLst>
                              <p:par>
                                <p:cTn fill="hold" nodeType="afterEffect" presetClass="entr" presetID="23" presetSubtype="16">
                                  <p:stCondLst>
                                    <p:cond delay="0"/>
                                  </p:stCondLst>
                                  <p:childTnLst>
                                    <p:set>
                                      <p:cBhvr>
                                        <p:cTn dur="1" fill="hold">
                                          <p:stCondLst>
                                            <p:cond delay="0"/>
                                          </p:stCondLst>
                                        </p:cTn>
                                        <p:tgtEl>
                                          <p:spTgt spid="2562"/>
                                        </p:tgtEl>
                                        <p:attrNameLst>
                                          <p:attrName>style.visibility</p:attrName>
                                        </p:attrNameLst>
                                      </p:cBhvr>
                                      <p:to>
                                        <p:strVal val="visible"/>
                                      </p:to>
                                    </p:set>
                                    <p:anim calcmode="lin" valueType="num">
                                      <p:cBhvr additive="base">
                                        <p:cTn dur="200"/>
                                        <p:tgtEl>
                                          <p:spTgt spid="2562"/>
                                        </p:tgtEl>
                                        <p:attrNameLst>
                                          <p:attrName>ppt_w</p:attrName>
                                        </p:attrNameLst>
                                      </p:cBhvr>
                                      <p:tavLst>
                                        <p:tav fmla="" tm="0">
                                          <p:val>
                                            <p:strVal val="0"/>
                                          </p:val>
                                        </p:tav>
                                        <p:tav fmla="" tm="100000">
                                          <p:val>
                                            <p:strVal val="#ppt_w"/>
                                          </p:val>
                                        </p:tav>
                                      </p:tavLst>
                                    </p:anim>
                                    <p:anim calcmode="lin" valueType="num">
                                      <p:cBhvr additive="base">
                                        <p:cTn dur="200"/>
                                        <p:tgtEl>
                                          <p:spTgt spid="2562"/>
                                        </p:tgtEl>
                                        <p:attrNameLst>
                                          <p:attrName>ppt_h</p:attrName>
                                        </p:attrNameLst>
                                      </p:cBhvr>
                                      <p:tavLst>
                                        <p:tav fmla="" tm="0">
                                          <p:val>
                                            <p:strVal val="0"/>
                                          </p:val>
                                        </p:tav>
                                        <p:tav fmla="" tm="100000">
                                          <p:val>
                                            <p:strVal val="#ppt_h"/>
                                          </p:val>
                                        </p:tav>
                                      </p:tavLst>
                                    </p:anim>
                                  </p:childTnLst>
                                </p:cTn>
                              </p:par>
                            </p:childTnLst>
                          </p:cTn>
                        </p:par>
                        <p:par>
                          <p:cTn fill="hold">
                            <p:stCondLst>
                              <p:cond delay="4500"/>
                            </p:stCondLst>
                            <p:childTnLst>
                              <p:par>
                                <p:cTn fill="hold" nodeType="afterEffect" presetClass="entr" presetID="23" presetSubtype="16">
                                  <p:stCondLst>
                                    <p:cond delay="0"/>
                                  </p:stCondLst>
                                  <p:childTnLst>
                                    <p:set>
                                      <p:cBhvr>
                                        <p:cTn dur="1" fill="hold">
                                          <p:stCondLst>
                                            <p:cond delay="0"/>
                                          </p:stCondLst>
                                        </p:cTn>
                                        <p:tgtEl>
                                          <p:spTgt spid="2561"/>
                                        </p:tgtEl>
                                        <p:attrNameLst>
                                          <p:attrName>style.visibility</p:attrName>
                                        </p:attrNameLst>
                                      </p:cBhvr>
                                      <p:to>
                                        <p:strVal val="visible"/>
                                      </p:to>
                                    </p:set>
                                    <p:anim calcmode="lin" valueType="num">
                                      <p:cBhvr additive="base">
                                        <p:cTn dur="200"/>
                                        <p:tgtEl>
                                          <p:spTgt spid="2561"/>
                                        </p:tgtEl>
                                        <p:attrNameLst>
                                          <p:attrName>ppt_w</p:attrName>
                                        </p:attrNameLst>
                                      </p:cBhvr>
                                      <p:tavLst>
                                        <p:tav fmla="" tm="0">
                                          <p:val>
                                            <p:strVal val="0"/>
                                          </p:val>
                                        </p:tav>
                                        <p:tav fmla="" tm="100000">
                                          <p:val>
                                            <p:strVal val="#ppt_w"/>
                                          </p:val>
                                        </p:tav>
                                      </p:tavLst>
                                    </p:anim>
                                    <p:anim calcmode="lin" valueType="num">
                                      <p:cBhvr additive="base">
                                        <p:cTn dur="200"/>
                                        <p:tgtEl>
                                          <p:spTgt spid="2561"/>
                                        </p:tgtEl>
                                        <p:attrNameLst>
                                          <p:attrName>ppt_h</p:attrName>
                                        </p:attrNameLst>
                                      </p:cBhvr>
                                      <p:tavLst>
                                        <p:tav fmla="" tm="0">
                                          <p:val>
                                            <p:strVal val="0"/>
                                          </p:val>
                                        </p:tav>
                                        <p:tav fmla="" tm="100000">
                                          <p:val>
                                            <p:strVal val="#ppt_h"/>
                                          </p:val>
                                        </p:tav>
                                      </p:tavLst>
                                    </p:anim>
                                  </p:childTnLst>
                                </p:cTn>
                              </p:par>
                            </p:childTnLst>
                          </p:cTn>
                        </p:par>
                        <p:par>
                          <p:cTn fill="hold">
                            <p:stCondLst>
                              <p:cond delay="4700"/>
                            </p:stCondLst>
                            <p:childTnLst>
                              <p:par>
                                <p:cTn fill="hold" nodeType="afterEffect" presetClass="entr" presetID="23" presetSubtype="16">
                                  <p:stCondLst>
                                    <p:cond delay="0"/>
                                  </p:stCondLst>
                                  <p:childTnLst>
                                    <p:set>
                                      <p:cBhvr>
                                        <p:cTn dur="1" fill="hold">
                                          <p:stCondLst>
                                            <p:cond delay="0"/>
                                          </p:stCondLst>
                                        </p:cTn>
                                        <p:tgtEl>
                                          <p:spTgt spid="2553"/>
                                        </p:tgtEl>
                                        <p:attrNameLst>
                                          <p:attrName>style.visibility</p:attrName>
                                        </p:attrNameLst>
                                      </p:cBhvr>
                                      <p:to>
                                        <p:strVal val="visible"/>
                                      </p:to>
                                    </p:set>
                                    <p:anim calcmode="lin" valueType="num">
                                      <p:cBhvr additive="base">
                                        <p:cTn dur="200"/>
                                        <p:tgtEl>
                                          <p:spTgt spid="2553"/>
                                        </p:tgtEl>
                                        <p:attrNameLst>
                                          <p:attrName>ppt_w</p:attrName>
                                        </p:attrNameLst>
                                      </p:cBhvr>
                                      <p:tavLst>
                                        <p:tav fmla="" tm="0">
                                          <p:val>
                                            <p:strVal val="0"/>
                                          </p:val>
                                        </p:tav>
                                        <p:tav fmla="" tm="100000">
                                          <p:val>
                                            <p:strVal val="#ppt_w"/>
                                          </p:val>
                                        </p:tav>
                                      </p:tavLst>
                                    </p:anim>
                                    <p:anim calcmode="lin" valueType="num">
                                      <p:cBhvr additive="base">
                                        <p:cTn dur="200"/>
                                        <p:tgtEl>
                                          <p:spTgt spid="2553"/>
                                        </p:tgtEl>
                                        <p:attrNameLst>
                                          <p:attrName>ppt_h</p:attrName>
                                        </p:attrNameLst>
                                      </p:cBhvr>
                                      <p:tavLst>
                                        <p:tav fmla="" tm="0">
                                          <p:val>
                                            <p:strVal val="0"/>
                                          </p:val>
                                        </p:tav>
                                        <p:tav fmla="" tm="100000">
                                          <p:val>
                                            <p:strVal val="#ppt_h"/>
                                          </p:val>
                                        </p:tav>
                                      </p:tavLst>
                                    </p:anim>
                                  </p:childTnLst>
                                </p:cTn>
                              </p:par>
                            </p:childTnLst>
                          </p:cTn>
                        </p:par>
                        <p:par>
                          <p:cTn fill="hold">
                            <p:stCondLst>
                              <p:cond delay="4900"/>
                            </p:stCondLst>
                            <p:childTnLst>
                              <p:par>
                                <p:cTn fill="hold" nodeType="afterEffect" presetClass="entr" presetID="23" presetSubtype="16">
                                  <p:stCondLst>
                                    <p:cond delay="0"/>
                                  </p:stCondLst>
                                  <p:childTnLst>
                                    <p:set>
                                      <p:cBhvr>
                                        <p:cTn dur="1" fill="hold">
                                          <p:stCondLst>
                                            <p:cond delay="0"/>
                                          </p:stCondLst>
                                        </p:cTn>
                                        <p:tgtEl>
                                          <p:spTgt spid="2554"/>
                                        </p:tgtEl>
                                        <p:attrNameLst>
                                          <p:attrName>style.visibility</p:attrName>
                                        </p:attrNameLst>
                                      </p:cBhvr>
                                      <p:to>
                                        <p:strVal val="visible"/>
                                      </p:to>
                                    </p:set>
                                    <p:anim calcmode="lin" valueType="num">
                                      <p:cBhvr additive="base">
                                        <p:cTn dur="200"/>
                                        <p:tgtEl>
                                          <p:spTgt spid="2554"/>
                                        </p:tgtEl>
                                        <p:attrNameLst>
                                          <p:attrName>ppt_w</p:attrName>
                                        </p:attrNameLst>
                                      </p:cBhvr>
                                      <p:tavLst>
                                        <p:tav fmla="" tm="0">
                                          <p:val>
                                            <p:strVal val="0"/>
                                          </p:val>
                                        </p:tav>
                                        <p:tav fmla="" tm="100000">
                                          <p:val>
                                            <p:strVal val="#ppt_w"/>
                                          </p:val>
                                        </p:tav>
                                      </p:tavLst>
                                    </p:anim>
                                    <p:anim calcmode="lin" valueType="num">
                                      <p:cBhvr additive="base">
                                        <p:cTn dur="200"/>
                                        <p:tgtEl>
                                          <p:spTgt spid="2554"/>
                                        </p:tgtEl>
                                        <p:attrNameLst>
                                          <p:attrName>ppt_h</p:attrName>
                                        </p:attrNameLst>
                                      </p:cBhvr>
                                      <p:tavLst>
                                        <p:tav fmla="" tm="0">
                                          <p:val>
                                            <p:strVal val="0"/>
                                          </p:val>
                                        </p:tav>
                                        <p:tav fmla="" tm="100000">
                                          <p:val>
                                            <p:strVal val="#ppt_h"/>
                                          </p:val>
                                        </p:tav>
                                      </p:tavLst>
                                    </p:anim>
                                  </p:childTnLst>
                                </p:cTn>
                              </p:par>
                            </p:childTnLst>
                          </p:cTn>
                        </p:par>
                        <p:par>
                          <p:cTn fill="hold">
                            <p:stCondLst>
                              <p:cond delay="5100"/>
                            </p:stCondLst>
                            <p:childTnLst>
                              <p:par>
                                <p:cTn fill="hold" nodeType="afterEffect" presetClass="entr" presetID="23" presetSubtype="16">
                                  <p:stCondLst>
                                    <p:cond delay="0"/>
                                  </p:stCondLst>
                                  <p:childTnLst>
                                    <p:set>
                                      <p:cBhvr>
                                        <p:cTn dur="1" fill="hold">
                                          <p:stCondLst>
                                            <p:cond delay="0"/>
                                          </p:stCondLst>
                                        </p:cTn>
                                        <p:tgtEl>
                                          <p:spTgt spid="2546"/>
                                        </p:tgtEl>
                                        <p:attrNameLst>
                                          <p:attrName>style.visibility</p:attrName>
                                        </p:attrNameLst>
                                      </p:cBhvr>
                                      <p:to>
                                        <p:strVal val="visible"/>
                                      </p:to>
                                    </p:set>
                                    <p:anim calcmode="lin" valueType="num">
                                      <p:cBhvr additive="base">
                                        <p:cTn dur="200"/>
                                        <p:tgtEl>
                                          <p:spTgt spid="2546"/>
                                        </p:tgtEl>
                                        <p:attrNameLst>
                                          <p:attrName>ppt_w</p:attrName>
                                        </p:attrNameLst>
                                      </p:cBhvr>
                                      <p:tavLst>
                                        <p:tav fmla="" tm="0">
                                          <p:val>
                                            <p:strVal val="0"/>
                                          </p:val>
                                        </p:tav>
                                        <p:tav fmla="" tm="100000">
                                          <p:val>
                                            <p:strVal val="#ppt_w"/>
                                          </p:val>
                                        </p:tav>
                                      </p:tavLst>
                                    </p:anim>
                                    <p:anim calcmode="lin" valueType="num">
                                      <p:cBhvr additive="base">
                                        <p:cTn dur="200"/>
                                        <p:tgtEl>
                                          <p:spTgt spid="2546"/>
                                        </p:tgtEl>
                                        <p:attrNameLst>
                                          <p:attrName>ppt_h</p:attrName>
                                        </p:attrNameLst>
                                      </p:cBhvr>
                                      <p:tavLst>
                                        <p:tav fmla="" tm="0">
                                          <p:val>
                                            <p:strVal val="0"/>
                                          </p:val>
                                        </p:tav>
                                        <p:tav fmla="" tm="100000">
                                          <p:val>
                                            <p:strVal val="#ppt_h"/>
                                          </p:val>
                                        </p:tav>
                                      </p:tavLst>
                                    </p:anim>
                                  </p:childTnLst>
                                </p:cTn>
                              </p:par>
                            </p:childTnLst>
                          </p:cTn>
                        </p:par>
                        <p:par>
                          <p:cTn fill="hold">
                            <p:stCondLst>
                              <p:cond delay="5300"/>
                            </p:stCondLst>
                            <p:childTnLst>
                              <p:par>
                                <p:cTn fill="hold" nodeType="afterEffect" presetClass="entr" presetID="23" presetSubtype="16">
                                  <p:stCondLst>
                                    <p:cond delay="0"/>
                                  </p:stCondLst>
                                  <p:childTnLst>
                                    <p:set>
                                      <p:cBhvr>
                                        <p:cTn dur="1" fill="hold">
                                          <p:stCondLst>
                                            <p:cond delay="0"/>
                                          </p:stCondLst>
                                        </p:cTn>
                                        <p:tgtEl>
                                          <p:spTgt spid="2569"/>
                                        </p:tgtEl>
                                        <p:attrNameLst>
                                          <p:attrName>style.visibility</p:attrName>
                                        </p:attrNameLst>
                                      </p:cBhvr>
                                      <p:to>
                                        <p:strVal val="visible"/>
                                      </p:to>
                                    </p:set>
                                    <p:anim calcmode="lin" valueType="num">
                                      <p:cBhvr additive="base">
                                        <p:cTn dur="200"/>
                                        <p:tgtEl>
                                          <p:spTgt spid="2569"/>
                                        </p:tgtEl>
                                        <p:attrNameLst>
                                          <p:attrName>ppt_w</p:attrName>
                                        </p:attrNameLst>
                                      </p:cBhvr>
                                      <p:tavLst>
                                        <p:tav fmla="" tm="0">
                                          <p:val>
                                            <p:strVal val="0"/>
                                          </p:val>
                                        </p:tav>
                                        <p:tav fmla="" tm="100000">
                                          <p:val>
                                            <p:strVal val="#ppt_w"/>
                                          </p:val>
                                        </p:tav>
                                      </p:tavLst>
                                    </p:anim>
                                    <p:anim calcmode="lin" valueType="num">
                                      <p:cBhvr additive="base">
                                        <p:cTn dur="200"/>
                                        <p:tgtEl>
                                          <p:spTgt spid="2569"/>
                                        </p:tgtEl>
                                        <p:attrNameLst>
                                          <p:attrName>ppt_h</p:attrName>
                                        </p:attrNameLst>
                                      </p:cBhvr>
                                      <p:tavLst>
                                        <p:tav fmla="" tm="0">
                                          <p:val>
                                            <p:strVal val="0"/>
                                          </p:val>
                                        </p:tav>
                                        <p:tav fmla="" tm="100000">
                                          <p:val>
                                            <p:strVal val="#ppt_h"/>
                                          </p:val>
                                        </p:tav>
                                      </p:tavLst>
                                    </p:anim>
                                  </p:childTnLst>
                                </p:cTn>
                              </p:par>
                            </p:childTnLst>
                          </p:cTn>
                        </p:par>
                        <p:par>
                          <p:cTn fill="hold">
                            <p:stCondLst>
                              <p:cond delay="5500"/>
                            </p:stCondLst>
                            <p:childTnLst>
                              <p:par>
                                <p:cTn fill="hold" nodeType="afterEffect" presetClass="entr" presetID="23" presetSubtype="16">
                                  <p:stCondLst>
                                    <p:cond delay="0"/>
                                  </p:stCondLst>
                                  <p:childTnLst>
                                    <p:set>
                                      <p:cBhvr>
                                        <p:cTn dur="1" fill="hold">
                                          <p:stCondLst>
                                            <p:cond delay="0"/>
                                          </p:stCondLst>
                                        </p:cTn>
                                        <p:tgtEl>
                                          <p:spTgt spid="2567"/>
                                        </p:tgtEl>
                                        <p:attrNameLst>
                                          <p:attrName>style.visibility</p:attrName>
                                        </p:attrNameLst>
                                      </p:cBhvr>
                                      <p:to>
                                        <p:strVal val="visible"/>
                                      </p:to>
                                    </p:set>
                                    <p:anim calcmode="lin" valueType="num">
                                      <p:cBhvr additive="base">
                                        <p:cTn dur="200"/>
                                        <p:tgtEl>
                                          <p:spTgt spid="2567"/>
                                        </p:tgtEl>
                                        <p:attrNameLst>
                                          <p:attrName>ppt_w</p:attrName>
                                        </p:attrNameLst>
                                      </p:cBhvr>
                                      <p:tavLst>
                                        <p:tav fmla="" tm="0">
                                          <p:val>
                                            <p:strVal val="0"/>
                                          </p:val>
                                        </p:tav>
                                        <p:tav fmla="" tm="100000">
                                          <p:val>
                                            <p:strVal val="#ppt_w"/>
                                          </p:val>
                                        </p:tav>
                                      </p:tavLst>
                                    </p:anim>
                                    <p:anim calcmode="lin" valueType="num">
                                      <p:cBhvr additive="base">
                                        <p:cTn dur="200"/>
                                        <p:tgtEl>
                                          <p:spTgt spid="2567"/>
                                        </p:tgtEl>
                                        <p:attrNameLst>
                                          <p:attrName>ppt_h</p:attrName>
                                        </p:attrNameLst>
                                      </p:cBhvr>
                                      <p:tavLst>
                                        <p:tav fmla="" tm="0">
                                          <p:val>
                                            <p:strVal val="0"/>
                                          </p:val>
                                        </p:tav>
                                        <p:tav fmla="" tm="100000">
                                          <p:val>
                                            <p:strVal val="#ppt_h"/>
                                          </p:val>
                                        </p:tav>
                                      </p:tavLst>
                                    </p:anim>
                                  </p:childTnLst>
                                </p:cTn>
                              </p:par>
                            </p:childTnLst>
                          </p:cTn>
                        </p:par>
                        <p:par>
                          <p:cTn fill="hold">
                            <p:stCondLst>
                              <p:cond delay="5700"/>
                            </p:stCondLst>
                            <p:childTnLst>
                              <p:par>
                                <p:cTn fill="hold" nodeType="afterEffect" presetClass="entr" presetID="23" presetSubtype="16">
                                  <p:stCondLst>
                                    <p:cond delay="0"/>
                                  </p:stCondLst>
                                  <p:childTnLst>
                                    <p:set>
                                      <p:cBhvr>
                                        <p:cTn dur="1" fill="hold">
                                          <p:stCondLst>
                                            <p:cond delay="0"/>
                                          </p:stCondLst>
                                        </p:cTn>
                                        <p:tgtEl>
                                          <p:spTgt spid="2571"/>
                                        </p:tgtEl>
                                        <p:attrNameLst>
                                          <p:attrName>style.visibility</p:attrName>
                                        </p:attrNameLst>
                                      </p:cBhvr>
                                      <p:to>
                                        <p:strVal val="visible"/>
                                      </p:to>
                                    </p:set>
                                    <p:anim calcmode="lin" valueType="num">
                                      <p:cBhvr additive="base">
                                        <p:cTn dur="200"/>
                                        <p:tgtEl>
                                          <p:spTgt spid="2571"/>
                                        </p:tgtEl>
                                        <p:attrNameLst>
                                          <p:attrName>ppt_w</p:attrName>
                                        </p:attrNameLst>
                                      </p:cBhvr>
                                      <p:tavLst>
                                        <p:tav fmla="" tm="0">
                                          <p:val>
                                            <p:strVal val="0"/>
                                          </p:val>
                                        </p:tav>
                                        <p:tav fmla="" tm="100000">
                                          <p:val>
                                            <p:strVal val="#ppt_w"/>
                                          </p:val>
                                        </p:tav>
                                      </p:tavLst>
                                    </p:anim>
                                    <p:anim calcmode="lin" valueType="num">
                                      <p:cBhvr additive="base">
                                        <p:cTn dur="200"/>
                                        <p:tgtEl>
                                          <p:spTgt spid="2571"/>
                                        </p:tgtEl>
                                        <p:attrNameLst>
                                          <p:attrName>ppt_h</p:attrName>
                                        </p:attrNameLst>
                                      </p:cBhvr>
                                      <p:tavLst>
                                        <p:tav fmla="" tm="0">
                                          <p:val>
                                            <p:strVal val="0"/>
                                          </p:val>
                                        </p:tav>
                                        <p:tav fmla="" tm="100000">
                                          <p:val>
                                            <p:strVal val="#ppt_h"/>
                                          </p:val>
                                        </p:tav>
                                      </p:tavLst>
                                    </p:anim>
                                  </p:childTnLst>
                                </p:cTn>
                              </p:par>
                            </p:childTnLst>
                          </p:cTn>
                        </p:par>
                        <p:par>
                          <p:cTn fill="hold">
                            <p:stCondLst>
                              <p:cond delay="5900"/>
                            </p:stCondLst>
                            <p:childTnLst>
                              <p:par>
                                <p:cTn fill="hold" nodeType="afterEffect" presetClass="entr" presetID="23" presetSubtype="16">
                                  <p:stCondLst>
                                    <p:cond delay="0"/>
                                  </p:stCondLst>
                                  <p:childTnLst>
                                    <p:set>
                                      <p:cBhvr>
                                        <p:cTn dur="1" fill="hold">
                                          <p:stCondLst>
                                            <p:cond delay="0"/>
                                          </p:stCondLst>
                                        </p:cTn>
                                        <p:tgtEl>
                                          <p:spTgt spid="2572"/>
                                        </p:tgtEl>
                                        <p:attrNameLst>
                                          <p:attrName>style.visibility</p:attrName>
                                        </p:attrNameLst>
                                      </p:cBhvr>
                                      <p:to>
                                        <p:strVal val="visible"/>
                                      </p:to>
                                    </p:set>
                                    <p:anim calcmode="lin" valueType="num">
                                      <p:cBhvr additive="base">
                                        <p:cTn dur="200"/>
                                        <p:tgtEl>
                                          <p:spTgt spid="2572"/>
                                        </p:tgtEl>
                                        <p:attrNameLst>
                                          <p:attrName>ppt_w</p:attrName>
                                        </p:attrNameLst>
                                      </p:cBhvr>
                                      <p:tavLst>
                                        <p:tav fmla="" tm="0">
                                          <p:val>
                                            <p:strVal val="0"/>
                                          </p:val>
                                        </p:tav>
                                        <p:tav fmla="" tm="100000">
                                          <p:val>
                                            <p:strVal val="#ppt_w"/>
                                          </p:val>
                                        </p:tav>
                                      </p:tavLst>
                                    </p:anim>
                                    <p:anim calcmode="lin" valueType="num">
                                      <p:cBhvr additive="base">
                                        <p:cTn dur="200"/>
                                        <p:tgtEl>
                                          <p:spTgt spid="2572"/>
                                        </p:tgtEl>
                                        <p:attrNameLst>
                                          <p:attrName>ppt_h</p:attrName>
                                        </p:attrNameLst>
                                      </p:cBhvr>
                                      <p:tavLst>
                                        <p:tav fmla="" tm="0">
                                          <p:val>
                                            <p:strVal val="0"/>
                                          </p:val>
                                        </p:tav>
                                        <p:tav fmla="" tm="100000">
                                          <p:val>
                                            <p:strVal val="#ppt_h"/>
                                          </p:val>
                                        </p:tav>
                                      </p:tavLst>
                                    </p:anim>
                                  </p:childTnLst>
                                </p:cTn>
                              </p:par>
                            </p:childTnLst>
                          </p:cTn>
                        </p:par>
                        <p:par>
                          <p:cTn fill="hold">
                            <p:stCondLst>
                              <p:cond delay="6100"/>
                            </p:stCondLst>
                            <p:childTnLst>
                              <p:par>
                                <p:cTn fill="hold" nodeType="afterEffect" presetClass="entr" presetID="23" presetSubtype="16">
                                  <p:stCondLst>
                                    <p:cond delay="0"/>
                                  </p:stCondLst>
                                  <p:childTnLst>
                                    <p:set>
                                      <p:cBhvr>
                                        <p:cTn dur="1" fill="hold">
                                          <p:stCondLst>
                                            <p:cond delay="0"/>
                                          </p:stCondLst>
                                        </p:cTn>
                                        <p:tgtEl>
                                          <p:spTgt spid="2570"/>
                                        </p:tgtEl>
                                        <p:attrNameLst>
                                          <p:attrName>style.visibility</p:attrName>
                                        </p:attrNameLst>
                                      </p:cBhvr>
                                      <p:to>
                                        <p:strVal val="visible"/>
                                      </p:to>
                                    </p:set>
                                    <p:anim calcmode="lin" valueType="num">
                                      <p:cBhvr additive="base">
                                        <p:cTn dur="200"/>
                                        <p:tgtEl>
                                          <p:spTgt spid="2570"/>
                                        </p:tgtEl>
                                        <p:attrNameLst>
                                          <p:attrName>ppt_w</p:attrName>
                                        </p:attrNameLst>
                                      </p:cBhvr>
                                      <p:tavLst>
                                        <p:tav fmla="" tm="0">
                                          <p:val>
                                            <p:strVal val="0"/>
                                          </p:val>
                                        </p:tav>
                                        <p:tav fmla="" tm="100000">
                                          <p:val>
                                            <p:strVal val="#ppt_w"/>
                                          </p:val>
                                        </p:tav>
                                      </p:tavLst>
                                    </p:anim>
                                    <p:anim calcmode="lin" valueType="num">
                                      <p:cBhvr additive="base">
                                        <p:cTn dur="200"/>
                                        <p:tgtEl>
                                          <p:spTgt spid="2570"/>
                                        </p:tgtEl>
                                        <p:attrNameLst>
                                          <p:attrName>ppt_h</p:attrName>
                                        </p:attrNameLst>
                                      </p:cBhvr>
                                      <p:tavLst>
                                        <p:tav fmla="" tm="0">
                                          <p:val>
                                            <p:strVal val="0"/>
                                          </p:val>
                                        </p:tav>
                                        <p:tav fmla="" tm="100000">
                                          <p:val>
                                            <p:strVal val="#ppt_h"/>
                                          </p:val>
                                        </p:tav>
                                      </p:tavLst>
                                    </p:anim>
                                  </p:childTnLst>
                                </p:cTn>
                              </p:par>
                            </p:childTnLst>
                          </p:cTn>
                        </p:par>
                        <p:par>
                          <p:cTn fill="hold">
                            <p:stCondLst>
                              <p:cond delay="6300"/>
                            </p:stCondLst>
                            <p:childTnLst>
                              <p:par>
                                <p:cTn fill="hold" nodeType="afterEffect" presetClass="entr" presetID="23" presetSubtype="16">
                                  <p:stCondLst>
                                    <p:cond delay="0"/>
                                  </p:stCondLst>
                                  <p:childTnLst>
                                    <p:set>
                                      <p:cBhvr>
                                        <p:cTn dur="1" fill="hold">
                                          <p:stCondLst>
                                            <p:cond delay="0"/>
                                          </p:stCondLst>
                                        </p:cTn>
                                        <p:tgtEl>
                                          <p:spTgt spid="2568"/>
                                        </p:tgtEl>
                                        <p:attrNameLst>
                                          <p:attrName>style.visibility</p:attrName>
                                        </p:attrNameLst>
                                      </p:cBhvr>
                                      <p:to>
                                        <p:strVal val="visible"/>
                                      </p:to>
                                    </p:set>
                                    <p:anim calcmode="lin" valueType="num">
                                      <p:cBhvr additive="base">
                                        <p:cTn dur="200"/>
                                        <p:tgtEl>
                                          <p:spTgt spid="2568"/>
                                        </p:tgtEl>
                                        <p:attrNameLst>
                                          <p:attrName>ppt_w</p:attrName>
                                        </p:attrNameLst>
                                      </p:cBhvr>
                                      <p:tavLst>
                                        <p:tav fmla="" tm="0">
                                          <p:val>
                                            <p:strVal val="0"/>
                                          </p:val>
                                        </p:tav>
                                        <p:tav fmla="" tm="100000">
                                          <p:val>
                                            <p:strVal val="#ppt_w"/>
                                          </p:val>
                                        </p:tav>
                                      </p:tavLst>
                                    </p:anim>
                                    <p:anim calcmode="lin" valueType="num">
                                      <p:cBhvr additive="base">
                                        <p:cTn dur="200"/>
                                        <p:tgtEl>
                                          <p:spTgt spid="256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3"/>
                                        </p:tgtEl>
                                        <p:attrNameLst>
                                          <p:attrName>style.visibility</p:attrName>
                                        </p:attrNameLst>
                                      </p:cBhvr>
                                      <p:to>
                                        <p:strVal val="visible"/>
                                      </p:to>
                                    </p:set>
                                    <p:animEffect filter="fade" transition="in">
                                      <p:cBhvr>
                                        <p:cTn dur="1000"/>
                                        <p:tgtEl>
                                          <p:spTgt spid="25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8" name="Shape 2578"/>
        <p:cNvGrpSpPr/>
        <p:nvPr/>
      </p:nvGrpSpPr>
      <p:grpSpPr>
        <a:xfrm>
          <a:off x="0" y="0"/>
          <a:ext cx="0" cy="0"/>
          <a:chOff x="0" y="0"/>
          <a:chExt cx="0" cy="0"/>
        </a:xfrm>
      </p:grpSpPr>
      <p:sp>
        <p:nvSpPr>
          <p:cNvPr id="2579" name="Google Shape;2579;p93"/>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Learning </a:t>
            </a:r>
            <a:r>
              <a:rPr lang="en" sz="6100">
                <a:solidFill>
                  <a:schemeClr val="accent2"/>
                </a:solidFill>
                <a:latin typeface="Luckiest Guy"/>
                <a:ea typeface="Luckiest Guy"/>
                <a:cs typeface="Luckiest Guy"/>
                <a:sym typeface="Luckiest Guy"/>
              </a:rPr>
              <a:t>objective</a:t>
            </a:r>
            <a:endParaRPr sz="6100">
              <a:solidFill>
                <a:schemeClr val="accent2"/>
              </a:solidFill>
              <a:latin typeface="Luckiest Guy"/>
              <a:ea typeface="Luckiest Guy"/>
              <a:cs typeface="Luckiest Guy"/>
              <a:sym typeface="Luckiest Guy"/>
            </a:endParaRPr>
          </a:p>
        </p:txBody>
      </p:sp>
      <p:sp>
        <p:nvSpPr>
          <p:cNvPr id="2580" name="Google Shape;2580;p93"/>
          <p:cNvSpPr txBox="1"/>
          <p:nvPr>
            <p:ph idx="1" type="subTitle"/>
          </p:nvPr>
        </p:nvSpPr>
        <p:spPr>
          <a:xfrm>
            <a:off x="4904575" y="1939924"/>
            <a:ext cx="3526200" cy="16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WE ARE LEARNING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MAKE SENSE OF PERSONAL, INTERPERSONAL, SOCIETAL (</a:t>
            </a:r>
            <a:r>
              <a:rPr b="1" lang="en" sz="1600">
                <a:latin typeface="Jost"/>
                <a:ea typeface="Jost"/>
                <a:cs typeface="Jost"/>
                <a:sym typeface="Jost"/>
              </a:rPr>
              <a:t>PIPS</a:t>
            </a:r>
            <a:r>
              <a:rPr lang="en" sz="1600">
                <a:latin typeface="Jost"/>
                <a:ea typeface="Jost"/>
                <a:cs typeface="Jost"/>
                <a:sym typeface="Jost"/>
              </a:rPr>
              <a:t>)RISK FACTORS, PROTECTIVE FACTORS AND STRATEGIES</a:t>
            </a:r>
            <a:endParaRPr sz="1600">
              <a:latin typeface="Jost"/>
              <a:ea typeface="Jost"/>
              <a:cs typeface="Jost"/>
              <a:sym typeface="Jos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4" name="Shape 2584"/>
        <p:cNvGrpSpPr/>
        <p:nvPr/>
      </p:nvGrpSpPr>
      <p:grpSpPr>
        <a:xfrm>
          <a:off x="0" y="0"/>
          <a:ext cx="0" cy="0"/>
          <a:chOff x="0" y="0"/>
          <a:chExt cx="0" cy="0"/>
        </a:xfrm>
      </p:grpSpPr>
      <p:sp>
        <p:nvSpPr>
          <p:cNvPr id="2585" name="Google Shape;2585;p94"/>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SUCCESS </a:t>
            </a:r>
            <a:r>
              <a:rPr lang="en" sz="6100">
                <a:solidFill>
                  <a:schemeClr val="accent2"/>
                </a:solidFill>
                <a:latin typeface="Luckiest Guy"/>
                <a:ea typeface="Luckiest Guy"/>
                <a:cs typeface="Luckiest Guy"/>
                <a:sym typeface="Luckiest Guy"/>
              </a:rPr>
              <a:t>CRITERIA</a:t>
            </a:r>
            <a:endParaRPr sz="6100">
              <a:solidFill>
                <a:schemeClr val="accent2"/>
              </a:solidFill>
              <a:latin typeface="Luckiest Guy"/>
              <a:ea typeface="Luckiest Guy"/>
              <a:cs typeface="Luckiest Guy"/>
              <a:sym typeface="Luckiest Guy"/>
            </a:endParaRPr>
          </a:p>
        </p:txBody>
      </p:sp>
      <p:sp>
        <p:nvSpPr>
          <p:cNvPr id="2586" name="Google Shape;2586;p94"/>
          <p:cNvSpPr txBox="1"/>
          <p:nvPr>
            <p:ph idx="1" type="subTitle"/>
          </p:nvPr>
        </p:nvSpPr>
        <p:spPr>
          <a:xfrm>
            <a:off x="4904575" y="1939925"/>
            <a:ext cx="3526200" cy="24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BY THE END OF THE LESSON, I SHOULD BE ABLE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IDENTIFY</a:t>
            </a:r>
            <a:r>
              <a:rPr lang="en" sz="1600">
                <a:latin typeface="Jost"/>
                <a:ea typeface="Jost"/>
                <a:cs typeface="Jost"/>
                <a:sym typeface="Jost"/>
              </a:rPr>
              <a:t> </a:t>
            </a:r>
            <a:r>
              <a:rPr b="1" lang="en" sz="1600">
                <a:latin typeface="Jost"/>
                <a:ea typeface="Jost"/>
                <a:cs typeface="Jost"/>
                <a:sym typeface="Jost"/>
              </a:rPr>
              <a:t>PIPS </a:t>
            </a:r>
            <a:r>
              <a:rPr lang="en" sz="1600">
                <a:latin typeface="Jost"/>
                <a:ea typeface="Jost"/>
                <a:cs typeface="Jost"/>
                <a:sym typeface="Jost"/>
              </a:rPr>
              <a:t>RISK &amp; PROTECTIVE FACTORS IN MY OWN LIFE TO MANAGE MY SELF</a:t>
            </a:r>
            <a:endParaRPr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USE </a:t>
            </a:r>
            <a:r>
              <a:rPr b="1" lang="en" sz="1600">
                <a:latin typeface="Jost"/>
                <a:ea typeface="Jost"/>
                <a:cs typeface="Jost"/>
                <a:sym typeface="Jost"/>
              </a:rPr>
              <a:t>PIPS </a:t>
            </a:r>
            <a:r>
              <a:rPr lang="en" sz="1600">
                <a:latin typeface="Jost"/>
                <a:ea typeface="Jost"/>
                <a:cs typeface="Jost"/>
                <a:sym typeface="Jost"/>
              </a:rPr>
              <a:t>STRATEGIES TO MANAGE THE RISK FACTORS IN MY LIFE</a:t>
            </a:r>
            <a:endParaRPr sz="1600">
              <a:latin typeface="Jost"/>
              <a:ea typeface="Jost"/>
              <a:cs typeface="Jost"/>
              <a:sym typeface="Jos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0" name="Shape 2590"/>
        <p:cNvGrpSpPr/>
        <p:nvPr/>
      </p:nvGrpSpPr>
      <p:grpSpPr>
        <a:xfrm>
          <a:off x="0" y="0"/>
          <a:ext cx="0" cy="0"/>
          <a:chOff x="0" y="0"/>
          <a:chExt cx="0" cy="0"/>
        </a:xfrm>
      </p:grpSpPr>
      <p:sp>
        <p:nvSpPr>
          <p:cNvPr id="2591" name="Google Shape;2591;p95"/>
          <p:cNvSpPr txBox="1"/>
          <p:nvPr>
            <p:ph type="ctrTitle"/>
          </p:nvPr>
        </p:nvSpPr>
        <p:spPr>
          <a:xfrm flipH="1">
            <a:off x="770875" y="468450"/>
            <a:ext cx="75456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RECAP - </a:t>
            </a:r>
            <a:r>
              <a:rPr lang="en" sz="2200">
                <a:solidFill>
                  <a:srgbClr val="FF0000"/>
                </a:solidFill>
                <a:latin typeface="Luckiest Guy"/>
                <a:ea typeface="Luckiest Guy"/>
                <a:cs typeface="Luckiest Guy"/>
                <a:sym typeface="Luckiest Guy"/>
              </a:rPr>
              <a:t>PERSONAL | INTERPERSONAL | SOCIETAL (pips)</a:t>
            </a:r>
            <a:endParaRPr sz="2200">
              <a:solidFill>
                <a:srgbClr val="FF0000"/>
              </a:solidFill>
              <a:latin typeface="Luckiest Guy"/>
              <a:ea typeface="Luckiest Guy"/>
              <a:cs typeface="Luckiest Guy"/>
              <a:sym typeface="Luckiest Guy"/>
            </a:endParaRPr>
          </a:p>
        </p:txBody>
      </p:sp>
      <p:sp>
        <p:nvSpPr>
          <p:cNvPr id="2592" name="Google Shape;2592;p95"/>
          <p:cNvSpPr txBox="1"/>
          <p:nvPr/>
        </p:nvSpPr>
        <p:spPr>
          <a:xfrm>
            <a:off x="4638975" y="2951525"/>
            <a:ext cx="31701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COMES FROM ANYTHING BIGGER OUTSIDE OF YOU OR THE SMALL GROUPS AROUND YOU</a:t>
            </a:r>
            <a:endParaRPr sz="1200">
              <a:solidFill>
                <a:srgbClr val="212121"/>
              </a:solidFill>
              <a:latin typeface="Jost"/>
              <a:ea typeface="Jost"/>
              <a:cs typeface="Jost"/>
              <a:sym typeface="Jost"/>
            </a:endParaRPr>
          </a:p>
        </p:txBody>
      </p:sp>
      <p:sp>
        <p:nvSpPr>
          <p:cNvPr id="2593" name="Google Shape;2593;p95"/>
          <p:cNvSpPr txBox="1"/>
          <p:nvPr/>
        </p:nvSpPr>
        <p:spPr>
          <a:xfrm>
            <a:off x="4128550" y="2116175"/>
            <a:ext cx="28164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COMES FROM THE INTERACTIONS WE HAVE WITH OTHERS/SMALL GROUPS</a:t>
            </a:r>
            <a:endParaRPr sz="1200">
              <a:solidFill>
                <a:srgbClr val="212121"/>
              </a:solidFill>
              <a:latin typeface="Jost"/>
              <a:ea typeface="Jost"/>
              <a:cs typeface="Jost"/>
              <a:sym typeface="Jost"/>
            </a:endParaRPr>
          </a:p>
        </p:txBody>
      </p:sp>
      <p:sp>
        <p:nvSpPr>
          <p:cNvPr id="2594" name="Google Shape;2594;p95"/>
          <p:cNvSpPr txBox="1"/>
          <p:nvPr/>
        </p:nvSpPr>
        <p:spPr>
          <a:xfrm>
            <a:off x="3618225" y="1433250"/>
            <a:ext cx="2668200" cy="44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212121"/>
                </a:solidFill>
                <a:latin typeface="Jost"/>
                <a:ea typeface="Jost"/>
                <a:cs typeface="Jost"/>
                <a:sym typeface="Jost"/>
              </a:rPr>
              <a:t>COMES FROM WITHIN THE PERSON ALONE</a:t>
            </a:r>
            <a:endParaRPr sz="1200">
              <a:solidFill>
                <a:srgbClr val="212121"/>
              </a:solidFill>
              <a:latin typeface="Jost"/>
              <a:ea typeface="Jost"/>
              <a:cs typeface="Jost"/>
              <a:sym typeface="Jost"/>
            </a:endParaRPr>
          </a:p>
          <a:p>
            <a:pPr indent="0" lvl="0" marL="0" rtl="0" algn="l">
              <a:spcBef>
                <a:spcPts val="0"/>
              </a:spcBef>
              <a:spcAft>
                <a:spcPts val="0"/>
              </a:spcAft>
              <a:buNone/>
            </a:pPr>
            <a:r>
              <a:t/>
            </a:r>
            <a:endParaRPr sz="1200">
              <a:solidFill>
                <a:srgbClr val="212121"/>
              </a:solidFill>
              <a:latin typeface="Jost"/>
              <a:ea typeface="Jost"/>
              <a:cs typeface="Jost"/>
              <a:sym typeface="Jost"/>
            </a:endParaRPr>
          </a:p>
        </p:txBody>
      </p:sp>
      <p:sp>
        <p:nvSpPr>
          <p:cNvPr id="2595" name="Google Shape;2595;p95"/>
          <p:cNvSpPr/>
          <p:nvPr/>
        </p:nvSpPr>
        <p:spPr>
          <a:xfrm>
            <a:off x="855788" y="1433250"/>
            <a:ext cx="2088300" cy="448200"/>
          </a:xfrm>
          <a:prstGeom prst="roundRect">
            <a:avLst>
              <a:gd fmla="val 16667" name="adj"/>
            </a:avLst>
          </a:prstGeom>
          <a:solidFill>
            <a:srgbClr val="00A6A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900">
                <a:solidFill>
                  <a:srgbClr val="212121"/>
                </a:solidFill>
                <a:latin typeface="Luckiest Guy"/>
                <a:ea typeface="Luckiest Guy"/>
                <a:cs typeface="Luckiest Guy"/>
                <a:sym typeface="Luckiest Guy"/>
              </a:rPr>
              <a:t>PERSONAL</a:t>
            </a:r>
            <a:endParaRPr sz="1900">
              <a:solidFill>
                <a:srgbClr val="212121"/>
              </a:solidFill>
              <a:latin typeface="Luckiest Guy"/>
              <a:ea typeface="Luckiest Guy"/>
              <a:cs typeface="Luckiest Guy"/>
              <a:sym typeface="Luckiest Guy"/>
            </a:endParaRPr>
          </a:p>
        </p:txBody>
      </p:sp>
      <p:sp>
        <p:nvSpPr>
          <p:cNvPr id="2596" name="Google Shape;2596;p95"/>
          <p:cNvSpPr/>
          <p:nvPr/>
        </p:nvSpPr>
        <p:spPr>
          <a:xfrm>
            <a:off x="1366243" y="2116187"/>
            <a:ext cx="2088300" cy="448200"/>
          </a:xfrm>
          <a:prstGeom prst="roundRect">
            <a:avLst>
              <a:gd fmla="val 16667" name="adj"/>
            </a:avLst>
          </a:prstGeom>
          <a:solidFill>
            <a:srgbClr val="F5413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900">
                <a:solidFill>
                  <a:srgbClr val="212121"/>
                </a:solidFill>
                <a:latin typeface="Luckiest Guy"/>
                <a:ea typeface="Luckiest Guy"/>
                <a:cs typeface="Luckiest Guy"/>
                <a:sym typeface="Luckiest Guy"/>
              </a:rPr>
              <a:t>INTERPERSONAL</a:t>
            </a:r>
            <a:endParaRPr sz="1900">
              <a:solidFill>
                <a:srgbClr val="212121"/>
              </a:solidFill>
              <a:latin typeface="Luckiest Guy"/>
              <a:ea typeface="Luckiest Guy"/>
              <a:cs typeface="Luckiest Guy"/>
              <a:sym typeface="Luckiest Guy"/>
            </a:endParaRPr>
          </a:p>
        </p:txBody>
      </p:sp>
      <p:sp>
        <p:nvSpPr>
          <p:cNvPr id="2597" name="Google Shape;2597;p95"/>
          <p:cNvSpPr/>
          <p:nvPr/>
        </p:nvSpPr>
        <p:spPr>
          <a:xfrm>
            <a:off x="1876699" y="2951523"/>
            <a:ext cx="2088300" cy="4482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900">
                <a:solidFill>
                  <a:srgbClr val="212121"/>
                </a:solidFill>
                <a:latin typeface="Luckiest Guy"/>
                <a:ea typeface="Luckiest Guy"/>
                <a:cs typeface="Luckiest Guy"/>
                <a:sym typeface="Luckiest Guy"/>
              </a:rPr>
              <a:t>SOCIETAL</a:t>
            </a:r>
            <a:endParaRPr sz="1900">
              <a:solidFill>
                <a:srgbClr val="212121"/>
              </a:solidFill>
              <a:latin typeface="Luckiest Guy"/>
              <a:ea typeface="Luckiest Guy"/>
              <a:cs typeface="Luckiest Guy"/>
              <a:sym typeface="Luckiest Guy"/>
            </a:endParaRPr>
          </a:p>
        </p:txBody>
      </p:sp>
      <p:cxnSp>
        <p:nvCxnSpPr>
          <p:cNvPr id="2598" name="Google Shape;2598;p95"/>
          <p:cNvCxnSpPr>
            <a:stCxn id="2595" idx="3"/>
            <a:endCxn id="2594" idx="1"/>
          </p:cNvCxnSpPr>
          <p:nvPr/>
        </p:nvCxnSpPr>
        <p:spPr>
          <a:xfrm>
            <a:off x="2944088" y="1657350"/>
            <a:ext cx="674100" cy="0"/>
          </a:xfrm>
          <a:prstGeom prst="straightConnector1">
            <a:avLst/>
          </a:prstGeom>
          <a:noFill/>
          <a:ln cap="flat" cmpd="sng" w="9525">
            <a:solidFill>
              <a:schemeClr val="lt2"/>
            </a:solidFill>
            <a:prstDash val="solid"/>
            <a:round/>
            <a:headEnd len="med" w="med" type="none"/>
            <a:tailEnd len="med" w="med" type="oval"/>
          </a:ln>
        </p:spPr>
      </p:cxnSp>
      <p:cxnSp>
        <p:nvCxnSpPr>
          <p:cNvPr id="2599" name="Google Shape;2599;p95"/>
          <p:cNvCxnSpPr>
            <a:stCxn id="2596" idx="3"/>
            <a:endCxn id="2593" idx="1"/>
          </p:cNvCxnSpPr>
          <p:nvPr/>
        </p:nvCxnSpPr>
        <p:spPr>
          <a:xfrm>
            <a:off x="3454543" y="2340287"/>
            <a:ext cx="674100" cy="0"/>
          </a:xfrm>
          <a:prstGeom prst="straightConnector1">
            <a:avLst/>
          </a:prstGeom>
          <a:noFill/>
          <a:ln cap="flat" cmpd="sng" w="9525">
            <a:solidFill>
              <a:schemeClr val="lt2"/>
            </a:solidFill>
            <a:prstDash val="solid"/>
            <a:round/>
            <a:headEnd len="med" w="med" type="none"/>
            <a:tailEnd len="med" w="med" type="oval"/>
          </a:ln>
        </p:spPr>
      </p:cxnSp>
      <p:cxnSp>
        <p:nvCxnSpPr>
          <p:cNvPr id="2600" name="Google Shape;2600;p95"/>
          <p:cNvCxnSpPr>
            <a:stCxn id="2597" idx="3"/>
            <a:endCxn id="2592" idx="1"/>
          </p:cNvCxnSpPr>
          <p:nvPr/>
        </p:nvCxnSpPr>
        <p:spPr>
          <a:xfrm>
            <a:off x="3964999" y="3175623"/>
            <a:ext cx="674100" cy="0"/>
          </a:xfrm>
          <a:prstGeom prst="straightConnector1">
            <a:avLst/>
          </a:prstGeom>
          <a:noFill/>
          <a:ln cap="flat" cmpd="sng" w="9525">
            <a:solidFill>
              <a:schemeClr val="lt2"/>
            </a:solidFill>
            <a:prstDash val="solid"/>
            <a:round/>
            <a:headEnd len="med" w="med" type="none"/>
            <a:tailEnd len="med" w="med" type="oval"/>
          </a:ln>
        </p:spPr>
      </p:cxnSp>
      <p:pic>
        <p:nvPicPr>
          <p:cNvPr id="2601" name="Google Shape;2601;p95"/>
          <p:cNvPicPr preferRelativeResize="0"/>
          <p:nvPr/>
        </p:nvPicPr>
        <p:blipFill rotWithShape="1">
          <a:blip r:embed="rId3">
            <a:alphaModFix/>
          </a:blip>
          <a:srcRect b="22356" l="18806" r="19412" t="17008"/>
          <a:stretch/>
        </p:blipFill>
        <p:spPr>
          <a:xfrm>
            <a:off x="6286424" y="1046250"/>
            <a:ext cx="880676" cy="915875"/>
          </a:xfrm>
          <a:prstGeom prst="rect">
            <a:avLst/>
          </a:prstGeom>
          <a:noFill/>
          <a:ln>
            <a:noFill/>
          </a:ln>
        </p:spPr>
      </p:pic>
      <p:pic>
        <p:nvPicPr>
          <p:cNvPr id="2602" name="Google Shape;2602;p95"/>
          <p:cNvPicPr preferRelativeResize="0"/>
          <p:nvPr/>
        </p:nvPicPr>
        <p:blipFill rotWithShape="1">
          <a:blip r:embed="rId4">
            <a:alphaModFix/>
          </a:blip>
          <a:srcRect b="26513" l="18800" r="18719" t="24371"/>
          <a:stretch/>
        </p:blipFill>
        <p:spPr>
          <a:xfrm>
            <a:off x="7296625" y="1881461"/>
            <a:ext cx="943650" cy="800225"/>
          </a:xfrm>
          <a:prstGeom prst="rect">
            <a:avLst/>
          </a:prstGeom>
          <a:noFill/>
          <a:ln>
            <a:noFill/>
          </a:ln>
        </p:spPr>
      </p:pic>
      <p:pic>
        <p:nvPicPr>
          <p:cNvPr id="2603" name="Google Shape;2603;p95"/>
          <p:cNvPicPr preferRelativeResize="0"/>
          <p:nvPr/>
        </p:nvPicPr>
        <p:blipFill rotWithShape="1">
          <a:blip r:embed="rId5">
            <a:alphaModFix/>
          </a:blip>
          <a:srcRect b="13633" l="9499" r="9035" t="6781"/>
          <a:stretch/>
        </p:blipFill>
        <p:spPr>
          <a:xfrm>
            <a:off x="7809075" y="2769062"/>
            <a:ext cx="880675" cy="92803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7" name="Shape 2607"/>
        <p:cNvGrpSpPr/>
        <p:nvPr/>
      </p:nvGrpSpPr>
      <p:grpSpPr>
        <a:xfrm>
          <a:off x="0" y="0"/>
          <a:ext cx="0" cy="0"/>
          <a:chOff x="0" y="0"/>
          <a:chExt cx="0" cy="0"/>
        </a:xfrm>
      </p:grpSpPr>
      <p:sp>
        <p:nvSpPr>
          <p:cNvPr id="2608" name="Google Shape;2608;p96"/>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THE IMPACT OF CHANGE oN PIPS</a:t>
            </a:r>
            <a:endParaRPr sz="3200">
              <a:solidFill>
                <a:srgbClr val="212121"/>
              </a:solidFill>
              <a:latin typeface="Luckiest Guy"/>
              <a:ea typeface="Luckiest Guy"/>
              <a:cs typeface="Luckiest Guy"/>
              <a:sym typeface="Luckiest Guy"/>
            </a:endParaRPr>
          </a:p>
        </p:txBody>
      </p:sp>
      <p:sp>
        <p:nvSpPr>
          <p:cNvPr id="2609" name="Google Shape;2609;p96"/>
          <p:cNvSpPr txBox="1"/>
          <p:nvPr>
            <p:ph idx="1" type="subTitle"/>
          </p:nvPr>
        </p:nvSpPr>
        <p:spPr>
          <a:xfrm>
            <a:off x="770575" y="1167425"/>
            <a:ext cx="7875000" cy="117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12121"/>
                </a:solidFill>
                <a:latin typeface="Jost"/>
                <a:ea typeface="Jost"/>
                <a:cs typeface="Jost"/>
                <a:sym typeface="Jost"/>
              </a:rPr>
              <a:t>We all have strengths (protective) and weaknesses (risks) when it comes to our well-being.  Sometimes our strengths can be our weaknesses and vice versa.  </a:t>
            </a:r>
            <a:r>
              <a:rPr b="1" lang="en" sz="1800">
                <a:solidFill>
                  <a:srgbClr val="212121"/>
                </a:solidFill>
                <a:latin typeface="Jost"/>
                <a:ea typeface="Jost"/>
                <a:cs typeface="Jost"/>
                <a:sym typeface="Jost"/>
              </a:rPr>
              <a:t>For example</a:t>
            </a:r>
            <a:r>
              <a:rPr lang="en" sz="1800">
                <a:solidFill>
                  <a:srgbClr val="212121"/>
                </a:solidFill>
                <a:latin typeface="Jost"/>
                <a:ea typeface="Jost"/>
                <a:cs typeface="Jost"/>
                <a:sym typeface="Jost"/>
              </a:rPr>
              <a:t>: a person who is </a:t>
            </a:r>
            <a:r>
              <a:rPr lang="en" sz="1800">
                <a:solidFill>
                  <a:srgbClr val="212121"/>
                </a:solidFill>
                <a:latin typeface="Jost"/>
                <a:ea typeface="Jost"/>
                <a:cs typeface="Jost"/>
                <a:sym typeface="Jost"/>
              </a:rPr>
              <a:t>hard worker</a:t>
            </a:r>
            <a:r>
              <a:rPr lang="en" sz="1800">
                <a:solidFill>
                  <a:srgbClr val="212121"/>
                </a:solidFill>
                <a:latin typeface="Jost"/>
                <a:ea typeface="Jost"/>
                <a:cs typeface="Jost"/>
                <a:sym typeface="Jost"/>
              </a:rPr>
              <a:t> or has a good work ethic, maybe stressed, tired and sacrificing quality time with their family.</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It is important to be able to identify our protective and risk factors so that when they get out of sync or destabilize us, we can use strategies to support ourselves.</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Going through a change can further </a:t>
            </a:r>
            <a:r>
              <a:rPr lang="en" sz="1800">
                <a:solidFill>
                  <a:srgbClr val="212121"/>
                </a:solidFill>
                <a:latin typeface="Jost"/>
                <a:ea typeface="Jost"/>
                <a:cs typeface="Jost"/>
                <a:sym typeface="Jost"/>
              </a:rPr>
              <a:t>destabilize</a:t>
            </a:r>
            <a:r>
              <a:rPr lang="en" sz="1800">
                <a:solidFill>
                  <a:srgbClr val="212121"/>
                </a:solidFill>
                <a:latin typeface="Jost"/>
                <a:ea typeface="Jost"/>
                <a:cs typeface="Jost"/>
                <a:sym typeface="Jost"/>
              </a:rPr>
              <a:t> or </a:t>
            </a:r>
            <a:r>
              <a:rPr lang="en" sz="1800">
                <a:solidFill>
                  <a:srgbClr val="212121"/>
                </a:solidFill>
                <a:latin typeface="Jost"/>
                <a:ea typeface="Jost"/>
                <a:cs typeface="Jost"/>
                <a:sym typeface="Jost"/>
              </a:rPr>
              <a:t>dysregulate</a:t>
            </a:r>
            <a:r>
              <a:rPr lang="en" sz="1800">
                <a:solidFill>
                  <a:srgbClr val="212121"/>
                </a:solidFill>
                <a:latin typeface="Jost"/>
                <a:ea typeface="Jost"/>
                <a:cs typeface="Jost"/>
                <a:sym typeface="Jost"/>
              </a:rPr>
              <a:t> us, therefore our strategies need to be robust and we need to build resilience to manage ourselves.  </a:t>
            </a:r>
            <a:endParaRPr sz="1800">
              <a:solidFill>
                <a:srgbClr val="212121"/>
              </a:solidFill>
              <a:latin typeface="Jost"/>
              <a:ea typeface="Jost"/>
              <a:cs typeface="Jost"/>
              <a:sym typeface="Jost"/>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3" name="Shape 2613"/>
        <p:cNvGrpSpPr/>
        <p:nvPr/>
      </p:nvGrpSpPr>
      <p:grpSpPr>
        <a:xfrm>
          <a:off x="0" y="0"/>
          <a:ext cx="0" cy="0"/>
          <a:chOff x="0" y="0"/>
          <a:chExt cx="0" cy="0"/>
        </a:xfrm>
      </p:grpSpPr>
      <p:sp>
        <p:nvSpPr>
          <p:cNvPr id="2614" name="Google Shape;2614;p97"/>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Independent</a:t>
            </a:r>
            <a:r>
              <a:rPr lang="en" sz="3200">
                <a:solidFill>
                  <a:srgbClr val="212121"/>
                </a:solidFill>
                <a:latin typeface="Luckiest Guy"/>
                <a:ea typeface="Luckiest Guy"/>
                <a:cs typeface="Luckiest Guy"/>
                <a:sym typeface="Luckiest Guy"/>
              </a:rPr>
              <a:t> task 							part 1</a:t>
            </a:r>
            <a:endParaRPr sz="3200">
              <a:solidFill>
                <a:srgbClr val="212121"/>
              </a:solidFill>
              <a:latin typeface="Luckiest Guy"/>
              <a:ea typeface="Luckiest Guy"/>
              <a:cs typeface="Luckiest Guy"/>
              <a:sym typeface="Luckiest Guy"/>
            </a:endParaRPr>
          </a:p>
        </p:txBody>
      </p:sp>
      <p:sp>
        <p:nvSpPr>
          <p:cNvPr id="2615" name="Google Shape;2615;p97"/>
          <p:cNvSpPr txBox="1"/>
          <p:nvPr>
            <p:ph idx="1" type="subTitle"/>
          </p:nvPr>
        </p:nvSpPr>
        <p:spPr>
          <a:xfrm>
            <a:off x="770575" y="1167425"/>
            <a:ext cx="7875000" cy="117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212121"/>
                </a:solidFill>
                <a:latin typeface="Jost"/>
                <a:ea typeface="Jost"/>
                <a:cs typeface="Jost"/>
                <a:sym typeface="Jost"/>
              </a:rPr>
              <a:t>Identifying Risk and Protective Factors through PIPS</a:t>
            </a:r>
            <a:endParaRPr b="1"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Using the PIPS diagram, highlight one protective factor and one risk factor from each of the circles.</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From your </a:t>
            </a:r>
            <a:r>
              <a:rPr lang="en" sz="1800">
                <a:solidFill>
                  <a:srgbClr val="212121"/>
                </a:solidFill>
                <a:latin typeface="Jost"/>
                <a:ea typeface="Jost"/>
                <a:cs typeface="Jost"/>
                <a:sym typeface="Jost"/>
              </a:rPr>
              <a:t>highlight </a:t>
            </a:r>
            <a:r>
              <a:rPr lang="en" sz="1800">
                <a:solidFill>
                  <a:srgbClr val="212121"/>
                </a:solidFill>
                <a:latin typeface="Jost"/>
                <a:ea typeface="Jost"/>
                <a:cs typeface="Jost"/>
                <a:sym typeface="Jost"/>
              </a:rPr>
              <a:t>protective and risk factors, annotate on the diagram and give details of who and what that risk and protective looks like in your life </a:t>
            </a:r>
            <a:r>
              <a:rPr b="1" lang="en" sz="1800">
                <a:solidFill>
                  <a:srgbClr val="212121"/>
                </a:solidFill>
                <a:latin typeface="Jost"/>
                <a:ea typeface="Jost"/>
                <a:cs typeface="Jost"/>
                <a:sym typeface="Jost"/>
              </a:rPr>
              <a:t>(see example)</a:t>
            </a:r>
            <a:endParaRPr b="1" sz="1800">
              <a:solidFill>
                <a:srgbClr val="212121"/>
              </a:solidFill>
              <a:latin typeface="Jost"/>
              <a:ea typeface="Jost"/>
              <a:cs typeface="Jost"/>
              <a:sym typeface="Jost"/>
            </a:endParaRPr>
          </a:p>
          <a:p>
            <a:pPr indent="0" lvl="0" marL="0" rtl="0" algn="l">
              <a:spcBef>
                <a:spcPts val="0"/>
              </a:spcBef>
              <a:spcAft>
                <a:spcPts val="0"/>
              </a:spcAft>
              <a:buNone/>
            </a:pPr>
            <a:r>
              <a:t/>
            </a:r>
            <a:endParaRPr b="1" sz="1800">
              <a:solidFill>
                <a:srgbClr val="212121"/>
              </a:solidFill>
              <a:latin typeface="Jost"/>
              <a:ea typeface="Jost"/>
              <a:cs typeface="Jost"/>
              <a:sym typeface="Jost"/>
            </a:endParaRPr>
          </a:p>
          <a:p>
            <a:pPr indent="0" lvl="0" marL="0" rtl="0" algn="l">
              <a:spcBef>
                <a:spcPts val="0"/>
              </a:spcBef>
              <a:spcAft>
                <a:spcPts val="0"/>
              </a:spcAft>
              <a:buNone/>
            </a:pPr>
            <a:r>
              <a:rPr b="1" lang="en" sz="1800">
                <a:solidFill>
                  <a:srgbClr val="212121"/>
                </a:solidFill>
                <a:latin typeface="Jost"/>
                <a:ea typeface="Jost"/>
                <a:cs typeface="Jost"/>
                <a:sym typeface="Jost"/>
              </a:rPr>
              <a:t>Extension</a:t>
            </a:r>
            <a:endParaRPr b="1"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Indicate for each factor which social determinant of health impacts this factor and how.</a:t>
            </a:r>
            <a:endParaRPr sz="1800">
              <a:solidFill>
                <a:srgbClr val="212121"/>
              </a:solidFill>
              <a:latin typeface="Jost"/>
              <a:ea typeface="Jost"/>
              <a:cs typeface="Jost"/>
              <a:sym typeface="Jos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9" name="Shape 2619"/>
        <p:cNvGrpSpPr/>
        <p:nvPr/>
      </p:nvGrpSpPr>
      <p:grpSpPr>
        <a:xfrm>
          <a:off x="0" y="0"/>
          <a:ext cx="0" cy="0"/>
          <a:chOff x="0" y="0"/>
          <a:chExt cx="0" cy="0"/>
        </a:xfrm>
      </p:grpSpPr>
      <p:sp>
        <p:nvSpPr>
          <p:cNvPr id="2620" name="Google Shape;2620;p98"/>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Independent task 							part 2</a:t>
            </a:r>
            <a:endParaRPr sz="3200">
              <a:solidFill>
                <a:srgbClr val="212121"/>
              </a:solidFill>
              <a:latin typeface="Luckiest Guy"/>
              <a:ea typeface="Luckiest Guy"/>
              <a:cs typeface="Luckiest Guy"/>
              <a:sym typeface="Luckiest Guy"/>
            </a:endParaRPr>
          </a:p>
        </p:txBody>
      </p:sp>
      <p:sp>
        <p:nvSpPr>
          <p:cNvPr id="2621" name="Google Shape;2621;p98"/>
          <p:cNvSpPr txBox="1"/>
          <p:nvPr>
            <p:ph idx="1" type="subTitle"/>
          </p:nvPr>
        </p:nvSpPr>
        <p:spPr>
          <a:xfrm>
            <a:off x="770575" y="1167425"/>
            <a:ext cx="7875000" cy="117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212121"/>
                </a:solidFill>
                <a:latin typeface="Jost"/>
                <a:ea typeface="Jost"/>
                <a:cs typeface="Jost"/>
                <a:sym typeface="Jost"/>
              </a:rPr>
              <a:t>PIPS Strategy</a:t>
            </a:r>
            <a:endParaRPr b="1" sz="1700">
              <a:solidFill>
                <a:srgbClr val="212121"/>
              </a:solidFill>
              <a:latin typeface="Jost"/>
              <a:ea typeface="Jost"/>
              <a:cs typeface="Jost"/>
              <a:sym typeface="Jost"/>
            </a:endParaRPr>
          </a:p>
          <a:p>
            <a:pPr indent="0" lvl="0" marL="0" rtl="0" algn="l">
              <a:spcBef>
                <a:spcPts val="0"/>
              </a:spcBef>
              <a:spcAft>
                <a:spcPts val="0"/>
              </a:spcAft>
              <a:buNone/>
            </a:pPr>
            <a:r>
              <a:rPr lang="en" sz="1700">
                <a:solidFill>
                  <a:srgbClr val="212121"/>
                </a:solidFill>
                <a:latin typeface="Jost"/>
                <a:ea typeface="Jost"/>
                <a:cs typeface="Jost"/>
                <a:sym typeface="Jost"/>
              </a:rPr>
              <a:t>For each risk factor in each of the </a:t>
            </a:r>
            <a:r>
              <a:rPr b="1" lang="en" sz="1700">
                <a:solidFill>
                  <a:srgbClr val="212121"/>
                </a:solidFill>
                <a:latin typeface="Jost"/>
                <a:ea typeface="Jost"/>
                <a:cs typeface="Jost"/>
                <a:sym typeface="Jost"/>
              </a:rPr>
              <a:t>PIPS</a:t>
            </a:r>
            <a:r>
              <a:rPr lang="en" sz="1700">
                <a:solidFill>
                  <a:srgbClr val="212121"/>
                </a:solidFill>
                <a:latin typeface="Jost"/>
                <a:ea typeface="Jost"/>
                <a:cs typeface="Jost"/>
                <a:sym typeface="Jost"/>
              </a:rPr>
              <a:t> areas of the diagram.  Come up with </a:t>
            </a:r>
            <a:r>
              <a:rPr b="1" lang="en" sz="1700">
                <a:solidFill>
                  <a:srgbClr val="212121"/>
                </a:solidFill>
                <a:latin typeface="Jost"/>
                <a:ea typeface="Jost"/>
                <a:cs typeface="Jost"/>
                <a:sym typeface="Jost"/>
              </a:rPr>
              <a:t>Personal, Interpersonal and Societal </a:t>
            </a:r>
            <a:r>
              <a:rPr lang="en" sz="1700">
                <a:solidFill>
                  <a:srgbClr val="212121"/>
                </a:solidFill>
                <a:latin typeface="Jost"/>
                <a:ea typeface="Jost"/>
                <a:cs typeface="Jost"/>
                <a:sym typeface="Jost"/>
              </a:rPr>
              <a:t>strategy.</a:t>
            </a:r>
            <a:endParaRPr sz="17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600">
                <a:solidFill>
                  <a:srgbClr val="212121"/>
                </a:solidFill>
                <a:latin typeface="Jost"/>
                <a:ea typeface="Jost"/>
                <a:cs typeface="Jost"/>
                <a:sym typeface="Jost"/>
              </a:rPr>
              <a:t>Example:</a:t>
            </a:r>
            <a:endParaRPr sz="1600">
              <a:solidFill>
                <a:srgbClr val="212121"/>
              </a:solidFill>
              <a:latin typeface="Jost"/>
              <a:ea typeface="Jost"/>
              <a:cs typeface="Jost"/>
              <a:sym typeface="Jost"/>
            </a:endParaRPr>
          </a:p>
          <a:p>
            <a:pPr indent="0" lvl="0" marL="0" rtl="0" algn="l">
              <a:spcBef>
                <a:spcPts val="0"/>
              </a:spcBef>
              <a:spcAft>
                <a:spcPts val="0"/>
              </a:spcAft>
              <a:buNone/>
            </a:pPr>
            <a:r>
              <a:rPr lang="en" sz="1600">
                <a:solidFill>
                  <a:srgbClr val="212121"/>
                </a:solidFill>
                <a:latin typeface="Jost"/>
                <a:ea typeface="Jost"/>
                <a:cs typeface="Jost"/>
                <a:sym typeface="Jost"/>
              </a:rPr>
              <a:t>If a personal risk factor is poor time management causing stress.  A personal strategy could be purchasing a diary to use as a tool to plan out my days, create a routine and to do lists so that I can be more prepared for each day to minimise stress levels.</a:t>
            </a:r>
            <a:endParaRPr sz="1600">
              <a:solidFill>
                <a:srgbClr val="212121"/>
              </a:solidFill>
              <a:latin typeface="Jost"/>
              <a:ea typeface="Jost"/>
              <a:cs typeface="Jost"/>
              <a:sym typeface="Jost"/>
            </a:endParaRPr>
          </a:p>
          <a:p>
            <a:pPr indent="0" lvl="0" marL="0" rtl="0" algn="l">
              <a:spcBef>
                <a:spcPts val="0"/>
              </a:spcBef>
              <a:spcAft>
                <a:spcPts val="0"/>
              </a:spcAft>
              <a:buNone/>
            </a:pPr>
            <a:r>
              <a:t/>
            </a:r>
            <a:endParaRPr sz="1600">
              <a:solidFill>
                <a:srgbClr val="212121"/>
              </a:solidFill>
              <a:latin typeface="Jost"/>
              <a:ea typeface="Jost"/>
              <a:cs typeface="Jost"/>
              <a:sym typeface="Jost"/>
            </a:endParaRPr>
          </a:p>
          <a:p>
            <a:pPr indent="0" lvl="0" marL="0" rtl="0" algn="l">
              <a:spcBef>
                <a:spcPts val="0"/>
              </a:spcBef>
              <a:spcAft>
                <a:spcPts val="0"/>
              </a:spcAft>
              <a:buNone/>
            </a:pPr>
            <a:r>
              <a:rPr lang="en" sz="1600">
                <a:solidFill>
                  <a:srgbClr val="212121"/>
                </a:solidFill>
                <a:latin typeface="Jost"/>
                <a:ea typeface="Jost"/>
                <a:cs typeface="Jost"/>
                <a:sym typeface="Jost"/>
              </a:rPr>
              <a:t>If a interpersonal risk factor is having friends vape when someone is trying to give up.  A interpersonal strategy </a:t>
            </a:r>
            <a:r>
              <a:rPr lang="en" sz="1600">
                <a:solidFill>
                  <a:srgbClr val="212121"/>
                </a:solidFill>
                <a:latin typeface="Jost"/>
                <a:ea typeface="Jost"/>
                <a:cs typeface="Jost"/>
                <a:sym typeface="Jost"/>
              </a:rPr>
              <a:t>could be finding another group of friends to socialise with OR having a open conversation with your friends about wanting to give up vaping and ask them if they could support you by not vaping around you when you spend time with them.</a:t>
            </a:r>
            <a:endParaRPr sz="1600">
              <a:solidFill>
                <a:srgbClr val="212121"/>
              </a:solidFill>
              <a:latin typeface="Jost"/>
              <a:ea typeface="Jost"/>
              <a:cs typeface="Jost"/>
              <a:sym typeface="Jost"/>
            </a:endParaRPr>
          </a:p>
        </p:txBody>
      </p:sp>
      <p:sp>
        <p:nvSpPr>
          <p:cNvPr id="2622" name="Google Shape;2622;p98"/>
          <p:cNvSpPr txBox="1"/>
          <p:nvPr/>
        </p:nvSpPr>
        <p:spPr>
          <a:xfrm>
            <a:off x="1005850" y="3259825"/>
            <a:ext cx="79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latin typeface="Arvo"/>
              <a:ea typeface="Arvo"/>
              <a:cs typeface="Arvo"/>
              <a:sym typeface="Arv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6" name="Shape 2626"/>
        <p:cNvGrpSpPr/>
        <p:nvPr/>
      </p:nvGrpSpPr>
      <p:grpSpPr>
        <a:xfrm>
          <a:off x="0" y="0"/>
          <a:ext cx="0" cy="0"/>
          <a:chOff x="0" y="0"/>
          <a:chExt cx="0" cy="0"/>
        </a:xfrm>
      </p:grpSpPr>
      <p:pic>
        <p:nvPicPr>
          <p:cNvPr id="2627" name="Google Shape;2627;p99"/>
          <p:cNvPicPr preferRelativeResize="0"/>
          <p:nvPr/>
        </p:nvPicPr>
        <p:blipFill>
          <a:blip r:embed="rId3">
            <a:alphaModFix/>
          </a:blip>
          <a:stretch>
            <a:fillRect/>
          </a:stretch>
        </p:blipFill>
        <p:spPr>
          <a:xfrm>
            <a:off x="1862500" y="201175"/>
            <a:ext cx="4670876" cy="502120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1" name="Shape 2631"/>
        <p:cNvGrpSpPr/>
        <p:nvPr/>
      </p:nvGrpSpPr>
      <p:grpSpPr>
        <a:xfrm>
          <a:off x="0" y="0"/>
          <a:ext cx="0" cy="0"/>
          <a:chOff x="0" y="0"/>
          <a:chExt cx="0" cy="0"/>
        </a:xfrm>
      </p:grpSpPr>
      <p:sp>
        <p:nvSpPr>
          <p:cNvPr id="2632" name="Google Shape;2632;p100"/>
          <p:cNvSpPr txBox="1"/>
          <p:nvPr>
            <p:ph type="ctrTitle"/>
          </p:nvPr>
        </p:nvSpPr>
        <p:spPr>
          <a:xfrm>
            <a:off x="2194950" y="252975"/>
            <a:ext cx="4192800" cy="16878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L2 health</a:t>
            </a:r>
            <a:endParaRPr sz="4600">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Do now - WK 5</a:t>
            </a:r>
            <a:endParaRPr sz="4600">
              <a:solidFill>
                <a:srgbClr val="212121"/>
              </a:solidFill>
              <a:latin typeface="Luckiest Guy"/>
              <a:ea typeface="Luckiest Guy"/>
              <a:cs typeface="Luckiest Guy"/>
              <a:sym typeface="Luckiest Guy"/>
            </a:endParaRPr>
          </a:p>
        </p:txBody>
      </p:sp>
      <p:sp>
        <p:nvSpPr>
          <p:cNvPr id="2633" name="Google Shape;2633;p100"/>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100"/>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100"/>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100"/>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100"/>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100"/>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100"/>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100"/>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100"/>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100"/>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100"/>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100"/>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100"/>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100"/>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100"/>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100"/>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100"/>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100"/>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100"/>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100"/>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100"/>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100"/>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100"/>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100"/>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100"/>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100"/>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100"/>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100"/>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100"/>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100"/>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100"/>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2664" name="Google Shape;2664;p100" title="10 Minute Timer">
            <a:hlinkClick r:id="rId3"/>
          </p:cNvPr>
          <p:cNvPicPr preferRelativeResize="0"/>
          <p:nvPr/>
        </p:nvPicPr>
        <p:blipFill>
          <a:blip r:embed="rId4">
            <a:alphaModFix/>
          </a:blip>
          <a:stretch>
            <a:fillRect/>
          </a:stretch>
        </p:blipFill>
        <p:spPr>
          <a:xfrm>
            <a:off x="6695538" y="656137"/>
            <a:ext cx="1716525" cy="965550"/>
          </a:xfrm>
          <a:prstGeom prst="rect">
            <a:avLst/>
          </a:prstGeom>
          <a:noFill/>
          <a:ln>
            <a:noFill/>
          </a:ln>
        </p:spPr>
      </p:pic>
      <p:sp>
        <p:nvSpPr>
          <p:cNvPr id="2665" name="Google Shape;2665;p100"/>
          <p:cNvSpPr txBox="1"/>
          <p:nvPr>
            <p:ph idx="1" type="subTitle"/>
          </p:nvPr>
        </p:nvSpPr>
        <p:spPr>
          <a:xfrm>
            <a:off x="1852725" y="2149425"/>
            <a:ext cx="5452500" cy="2770800"/>
          </a:xfrm>
          <a:prstGeom prst="rect">
            <a:avLst/>
          </a:prstGeom>
          <a:solidFill>
            <a:schemeClr val="accent6"/>
          </a:solidFill>
        </p:spPr>
        <p:txBody>
          <a:bodyPr anchorCtr="0" anchor="t" bIns="91425" lIns="91425" spcFirstLastPara="1" rIns="91425" wrap="square" tIns="91425">
            <a:noAutofit/>
          </a:bodyPr>
          <a:lstStyle/>
          <a:p>
            <a:pPr indent="-342900" lvl="0" marL="457200" rtl="0" algn="ctr">
              <a:spcBef>
                <a:spcPts val="0"/>
              </a:spcBef>
              <a:spcAft>
                <a:spcPts val="0"/>
              </a:spcAft>
              <a:buSzPts val="1800"/>
              <a:buFont typeface="Jost"/>
              <a:buAutoNum type="arabicPeriod"/>
            </a:pPr>
            <a:r>
              <a:rPr lang="en">
                <a:latin typeface="Jost"/>
                <a:ea typeface="Jost"/>
                <a:cs typeface="Jost"/>
                <a:sym typeface="Jost"/>
              </a:rPr>
              <a:t>Collect a Resilient Role Model Checklist and Planning Doc</a:t>
            </a:r>
            <a:endParaRPr>
              <a:latin typeface="Jost"/>
              <a:ea typeface="Jost"/>
              <a:cs typeface="Jost"/>
              <a:sym typeface="Jost"/>
            </a:endParaRPr>
          </a:p>
          <a:p>
            <a:pPr indent="-342900" lvl="0" marL="457200" rtl="0" algn="ctr">
              <a:spcBef>
                <a:spcPts val="0"/>
              </a:spcBef>
              <a:spcAft>
                <a:spcPts val="0"/>
              </a:spcAft>
              <a:buSzPts val="1800"/>
              <a:buFont typeface="Jost"/>
              <a:buAutoNum type="arabicPeriod"/>
            </a:pPr>
            <a:r>
              <a:rPr lang="en">
                <a:latin typeface="Jost"/>
                <a:ea typeface="Jost"/>
                <a:cs typeface="Jost"/>
                <a:sym typeface="Jost"/>
              </a:rPr>
              <a:t>Write your name on both</a:t>
            </a:r>
            <a:endParaRPr>
              <a:latin typeface="Jost"/>
              <a:ea typeface="Jost"/>
              <a:cs typeface="Jost"/>
              <a:sym typeface="Jost"/>
            </a:endParaRPr>
          </a:p>
          <a:p>
            <a:pPr indent="-342900" lvl="0" marL="457200" rtl="0" algn="ctr">
              <a:spcBef>
                <a:spcPts val="0"/>
              </a:spcBef>
              <a:spcAft>
                <a:spcPts val="0"/>
              </a:spcAft>
              <a:buSzPts val="1800"/>
              <a:buFont typeface="Jost"/>
              <a:buAutoNum type="arabicPeriod"/>
            </a:pPr>
            <a:r>
              <a:rPr lang="en">
                <a:latin typeface="Jost"/>
                <a:ea typeface="Jost"/>
                <a:cs typeface="Jost"/>
                <a:sym typeface="Jost"/>
              </a:rPr>
              <a:t>This we be collected at the end of each lesson from now and until you complete your assessment</a:t>
            </a:r>
            <a:endParaRPr>
              <a:latin typeface="Jost"/>
              <a:ea typeface="Jost"/>
              <a:cs typeface="Jost"/>
              <a:sym typeface="Jost"/>
            </a:endParaRPr>
          </a:p>
          <a:p>
            <a:pPr indent="0" lvl="0" marL="0" rtl="0" algn="ctr">
              <a:spcBef>
                <a:spcPts val="0"/>
              </a:spcBef>
              <a:spcAft>
                <a:spcPts val="0"/>
              </a:spcAft>
              <a:buNone/>
            </a:pPr>
            <a:r>
              <a:t/>
            </a:r>
            <a:endParaRPr>
              <a:latin typeface="Jost"/>
              <a:ea typeface="Jost"/>
              <a:cs typeface="Jost"/>
              <a:sym typeface="Jost"/>
            </a:endParaRPr>
          </a:p>
          <a:p>
            <a:pPr indent="0" lvl="0" marL="0" rtl="0" algn="ctr">
              <a:spcBef>
                <a:spcPts val="0"/>
              </a:spcBef>
              <a:spcAft>
                <a:spcPts val="0"/>
              </a:spcAft>
              <a:buNone/>
            </a:pPr>
            <a:r>
              <a:rPr lang="en">
                <a:latin typeface="Jost"/>
                <a:ea typeface="Jost"/>
                <a:cs typeface="Jost"/>
                <a:sym typeface="Jost"/>
              </a:rPr>
              <a:t>We will be watching a documentary on James Rolleston and using the planning document as a practice for our actual Resilient Role model</a:t>
            </a:r>
            <a:endParaRPr>
              <a:latin typeface="Jost"/>
              <a:ea typeface="Jost"/>
              <a:cs typeface="Jost"/>
              <a:sym typeface="Jos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47"/>
                                        </p:tgtEl>
                                        <p:attrNameLst>
                                          <p:attrName>style.visibility</p:attrName>
                                        </p:attrNameLst>
                                      </p:cBhvr>
                                      <p:to>
                                        <p:strVal val="visible"/>
                                      </p:to>
                                    </p:set>
                                    <p:anim calcmode="lin" valueType="num">
                                      <p:cBhvr additive="base">
                                        <p:cTn dur="200"/>
                                        <p:tgtEl>
                                          <p:spTgt spid="2647"/>
                                        </p:tgtEl>
                                        <p:attrNameLst>
                                          <p:attrName>ppt_w</p:attrName>
                                        </p:attrNameLst>
                                      </p:cBhvr>
                                      <p:tavLst>
                                        <p:tav fmla="" tm="0">
                                          <p:val>
                                            <p:strVal val="0"/>
                                          </p:val>
                                        </p:tav>
                                        <p:tav fmla="" tm="100000">
                                          <p:val>
                                            <p:strVal val="#ppt_w"/>
                                          </p:val>
                                        </p:tav>
                                      </p:tavLst>
                                    </p:anim>
                                    <p:anim calcmode="lin" valueType="num">
                                      <p:cBhvr additive="base">
                                        <p:cTn dur="200"/>
                                        <p:tgtEl>
                                          <p:spTgt spid="2647"/>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654"/>
                                        </p:tgtEl>
                                        <p:attrNameLst>
                                          <p:attrName>style.visibility</p:attrName>
                                        </p:attrNameLst>
                                      </p:cBhvr>
                                      <p:to>
                                        <p:strVal val="visible"/>
                                      </p:to>
                                    </p:set>
                                    <p:anim calcmode="lin" valueType="num">
                                      <p:cBhvr additive="base">
                                        <p:cTn dur="200"/>
                                        <p:tgtEl>
                                          <p:spTgt spid="2654"/>
                                        </p:tgtEl>
                                        <p:attrNameLst>
                                          <p:attrName>ppt_w</p:attrName>
                                        </p:attrNameLst>
                                      </p:cBhvr>
                                      <p:tavLst>
                                        <p:tav fmla="" tm="0">
                                          <p:val>
                                            <p:strVal val="0"/>
                                          </p:val>
                                        </p:tav>
                                        <p:tav fmla="" tm="100000">
                                          <p:val>
                                            <p:strVal val="#ppt_w"/>
                                          </p:val>
                                        </p:tav>
                                      </p:tavLst>
                                    </p:anim>
                                    <p:anim calcmode="lin" valueType="num">
                                      <p:cBhvr additive="base">
                                        <p:cTn dur="200"/>
                                        <p:tgtEl>
                                          <p:spTgt spid="2654"/>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643"/>
                                        </p:tgtEl>
                                        <p:attrNameLst>
                                          <p:attrName>style.visibility</p:attrName>
                                        </p:attrNameLst>
                                      </p:cBhvr>
                                      <p:to>
                                        <p:strVal val="visible"/>
                                      </p:to>
                                    </p:set>
                                    <p:anim calcmode="lin" valueType="num">
                                      <p:cBhvr additive="base">
                                        <p:cTn dur="200"/>
                                        <p:tgtEl>
                                          <p:spTgt spid="2643"/>
                                        </p:tgtEl>
                                        <p:attrNameLst>
                                          <p:attrName>ppt_w</p:attrName>
                                        </p:attrNameLst>
                                      </p:cBhvr>
                                      <p:tavLst>
                                        <p:tav fmla="" tm="0">
                                          <p:val>
                                            <p:strVal val="0"/>
                                          </p:val>
                                        </p:tav>
                                        <p:tav fmla="" tm="100000">
                                          <p:val>
                                            <p:strVal val="#ppt_w"/>
                                          </p:val>
                                        </p:tav>
                                      </p:tavLst>
                                    </p:anim>
                                    <p:anim calcmode="lin" valueType="num">
                                      <p:cBhvr additive="base">
                                        <p:cTn dur="200"/>
                                        <p:tgtEl>
                                          <p:spTgt spid="264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632"/>
                                        </p:tgtEl>
                                        <p:attrNameLst>
                                          <p:attrName>style.visibility</p:attrName>
                                        </p:attrNameLst>
                                      </p:cBhvr>
                                      <p:to>
                                        <p:strVal val="visible"/>
                                      </p:to>
                                    </p:set>
                                    <p:animEffect filter="fade" transition="in">
                                      <p:cBhvr>
                                        <p:cTn dur="300"/>
                                        <p:tgtEl>
                                          <p:spTgt spid="2632"/>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634"/>
                                        </p:tgtEl>
                                        <p:attrNameLst>
                                          <p:attrName>style.visibility</p:attrName>
                                        </p:attrNameLst>
                                      </p:cBhvr>
                                      <p:to>
                                        <p:strVal val="visible"/>
                                      </p:to>
                                    </p:set>
                                    <p:anim calcmode="lin" valueType="num">
                                      <p:cBhvr additive="base">
                                        <p:cTn dur="200"/>
                                        <p:tgtEl>
                                          <p:spTgt spid="2634"/>
                                        </p:tgtEl>
                                        <p:attrNameLst>
                                          <p:attrName>ppt_w</p:attrName>
                                        </p:attrNameLst>
                                      </p:cBhvr>
                                      <p:tavLst>
                                        <p:tav fmla="" tm="0">
                                          <p:val>
                                            <p:strVal val="0"/>
                                          </p:val>
                                        </p:tav>
                                        <p:tav fmla="" tm="100000">
                                          <p:val>
                                            <p:strVal val="#ppt_w"/>
                                          </p:val>
                                        </p:tav>
                                      </p:tavLst>
                                    </p:anim>
                                    <p:anim calcmode="lin" valueType="num">
                                      <p:cBhvr additive="base">
                                        <p:cTn dur="200"/>
                                        <p:tgtEl>
                                          <p:spTgt spid="2634"/>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648"/>
                                        </p:tgtEl>
                                        <p:attrNameLst>
                                          <p:attrName>style.visibility</p:attrName>
                                        </p:attrNameLst>
                                      </p:cBhvr>
                                      <p:to>
                                        <p:strVal val="visible"/>
                                      </p:to>
                                    </p:set>
                                    <p:anim calcmode="lin" valueType="num">
                                      <p:cBhvr additive="base">
                                        <p:cTn dur="200"/>
                                        <p:tgtEl>
                                          <p:spTgt spid="2648"/>
                                        </p:tgtEl>
                                        <p:attrNameLst>
                                          <p:attrName>ppt_w</p:attrName>
                                        </p:attrNameLst>
                                      </p:cBhvr>
                                      <p:tavLst>
                                        <p:tav fmla="" tm="0">
                                          <p:val>
                                            <p:strVal val="0"/>
                                          </p:val>
                                        </p:tav>
                                        <p:tav fmla="" tm="100000">
                                          <p:val>
                                            <p:strVal val="#ppt_w"/>
                                          </p:val>
                                        </p:tav>
                                      </p:tavLst>
                                    </p:anim>
                                    <p:anim calcmode="lin" valueType="num">
                                      <p:cBhvr additive="base">
                                        <p:cTn dur="200"/>
                                        <p:tgtEl>
                                          <p:spTgt spid="2648"/>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636"/>
                                        </p:tgtEl>
                                        <p:attrNameLst>
                                          <p:attrName>style.visibility</p:attrName>
                                        </p:attrNameLst>
                                      </p:cBhvr>
                                      <p:to>
                                        <p:strVal val="visible"/>
                                      </p:to>
                                    </p:set>
                                    <p:anim calcmode="lin" valueType="num">
                                      <p:cBhvr additive="base">
                                        <p:cTn dur="200"/>
                                        <p:tgtEl>
                                          <p:spTgt spid="2636"/>
                                        </p:tgtEl>
                                        <p:attrNameLst>
                                          <p:attrName>ppt_w</p:attrName>
                                        </p:attrNameLst>
                                      </p:cBhvr>
                                      <p:tavLst>
                                        <p:tav fmla="" tm="0">
                                          <p:val>
                                            <p:strVal val="0"/>
                                          </p:val>
                                        </p:tav>
                                        <p:tav fmla="" tm="100000">
                                          <p:val>
                                            <p:strVal val="#ppt_w"/>
                                          </p:val>
                                        </p:tav>
                                      </p:tavLst>
                                    </p:anim>
                                    <p:anim calcmode="lin" valueType="num">
                                      <p:cBhvr additive="base">
                                        <p:cTn dur="200"/>
                                        <p:tgtEl>
                                          <p:spTgt spid="2636"/>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646"/>
                                        </p:tgtEl>
                                        <p:attrNameLst>
                                          <p:attrName>style.visibility</p:attrName>
                                        </p:attrNameLst>
                                      </p:cBhvr>
                                      <p:to>
                                        <p:strVal val="visible"/>
                                      </p:to>
                                    </p:set>
                                    <p:anim calcmode="lin" valueType="num">
                                      <p:cBhvr additive="base">
                                        <p:cTn dur="200"/>
                                        <p:tgtEl>
                                          <p:spTgt spid="2646"/>
                                        </p:tgtEl>
                                        <p:attrNameLst>
                                          <p:attrName>ppt_w</p:attrName>
                                        </p:attrNameLst>
                                      </p:cBhvr>
                                      <p:tavLst>
                                        <p:tav fmla="" tm="0">
                                          <p:val>
                                            <p:strVal val="0"/>
                                          </p:val>
                                        </p:tav>
                                        <p:tav fmla="" tm="100000">
                                          <p:val>
                                            <p:strVal val="#ppt_w"/>
                                          </p:val>
                                        </p:tav>
                                      </p:tavLst>
                                    </p:anim>
                                    <p:anim calcmode="lin" valueType="num">
                                      <p:cBhvr additive="base">
                                        <p:cTn dur="200"/>
                                        <p:tgtEl>
                                          <p:spTgt spid="2646"/>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638"/>
                                        </p:tgtEl>
                                        <p:attrNameLst>
                                          <p:attrName>style.visibility</p:attrName>
                                        </p:attrNameLst>
                                      </p:cBhvr>
                                      <p:to>
                                        <p:strVal val="visible"/>
                                      </p:to>
                                    </p:set>
                                    <p:anim calcmode="lin" valueType="num">
                                      <p:cBhvr additive="base">
                                        <p:cTn dur="200"/>
                                        <p:tgtEl>
                                          <p:spTgt spid="2638"/>
                                        </p:tgtEl>
                                        <p:attrNameLst>
                                          <p:attrName>ppt_w</p:attrName>
                                        </p:attrNameLst>
                                      </p:cBhvr>
                                      <p:tavLst>
                                        <p:tav fmla="" tm="0">
                                          <p:val>
                                            <p:strVal val="0"/>
                                          </p:val>
                                        </p:tav>
                                        <p:tav fmla="" tm="100000">
                                          <p:val>
                                            <p:strVal val="#ppt_w"/>
                                          </p:val>
                                        </p:tav>
                                      </p:tavLst>
                                    </p:anim>
                                    <p:anim calcmode="lin" valueType="num">
                                      <p:cBhvr additive="base">
                                        <p:cTn dur="200"/>
                                        <p:tgtEl>
                                          <p:spTgt spid="2638"/>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656"/>
                                        </p:tgtEl>
                                        <p:attrNameLst>
                                          <p:attrName>style.visibility</p:attrName>
                                        </p:attrNameLst>
                                      </p:cBhvr>
                                      <p:to>
                                        <p:strVal val="visible"/>
                                      </p:to>
                                    </p:set>
                                    <p:anim calcmode="lin" valueType="num">
                                      <p:cBhvr additive="base">
                                        <p:cTn dur="200"/>
                                        <p:tgtEl>
                                          <p:spTgt spid="2656"/>
                                        </p:tgtEl>
                                        <p:attrNameLst>
                                          <p:attrName>ppt_w</p:attrName>
                                        </p:attrNameLst>
                                      </p:cBhvr>
                                      <p:tavLst>
                                        <p:tav fmla="" tm="0">
                                          <p:val>
                                            <p:strVal val="0"/>
                                          </p:val>
                                        </p:tav>
                                        <p:tav fmla="" tm="100000">
                                          <p:val>
                                            <p:strVal val="#ppt_w"/>
                                          </p:val>
                                        </p:tav>
                                      </p:tavLst>
                                    </p:anim>
                                    <p:anim calcmode="lin" valueType="num">
                                      <p:cBhvr additive="base">
                                        <p:cTn dur="200"/>
                                        <p:tgtEl>
                                          <p:spTgt spid="2656"/>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642"/>
                                        </p:tgtEl>
                                        <p:attrNameLst>
                                          <p:attrName>style.visibility</p:attrName>
                                        </p:attrNameLst>
                                      </p:cBhvr>
                                      <p:to>
                                        <p:strVal val="visible"/>
                                      </p:to>
                                    </p:set>
                                    <p:anim calcmode="lin" valueType="num">
                                      <p:cBhvr additive="base">
                                        <p:cTn dur="200"/>
                                        <p:tgtEl>
                                          <p:spTgt spid="2642"/>
                                        </p:tgtEl>
                                        <p:attrNameLst>
                                          <p:attrName>ppt_w</p:attrName>
                                        </p:attrNameLst>
                                      </p:cBhvr>
                                      <p:tavLst>
                                        <p:tav fmla="" tm="0">
                                          <p:val>
                                            <p:strVal val="0"/>
                                          </p:val>
                                        </p:tav>
                                        <p:tav fmla="" tm="100000">
                                          <p:val>
                                            <p:strVal val="#ppt_w"/>
                                          </p:val>
                                        </p:tav>
                                      </p:tavLst>
                                    </p:anim>
                                    <p:anim calcmode="lin" valueType="num">
                                      <p:cBhvr additive="base">
                                        <p:cTn dur="200"/>
                                        <p:tgtEl>
                                          <p:spTgt spid="2642"/>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635"/>
                                        </p:tgtEl>
                                        <p:attrNameLst>
                                          <p:attrName>style.visibility</p:attrName>
                                        </p:attrNameLst>
                                      </p:cBhvr>
                                      <p:to>
                                        <p:strVal val="visible"/>
                                      </p:to>
                                    </p:set>
                                    <p:anim calcmode="lin" valueType="num">
                                      <p:cBhvr additive="base">
                                        <p:cTn dur="200"/>
                                        <p:tgtEl>
                                          <p:spTgt spid="2635"/>
                                        </p:tgtEl>
                                        <p:attrNameLst>
                                          <p:attrName>ppt_w</p:attrName>
                                        </p:attrNameLst>
                                      </p:cBhvr>
                                      <p:tavLst>
                                        <p:tav fmla="" tm="0">
                                          <p:val>
                                            <p:strVal val="0"/>
                                          </p:val>
                                        </p:tav>
                                        <p:tav fmla="" tm="100000">
                                          <p:val>
                                            <p:strVal val="#ppt_w"/>
                                          </p:val>
                                        </p:tav>
                                      </p:tavLst>
                                    </p:anim>
                                    <p:anim calcmode="lin" valueType="num">
                                      <p:cBhvr additive="base">
                                        <p:cTn dur="200"/>
                                        <p:tgtEl>
                                          <p:spTgt spid="2635"/>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633"/>
                                        </p:tgtEl>
                                        <p:attrNameLst>
                                          <p:attrName>style.visibility</p:attrName>
                                        </p:attrNameLst>
                                      </p:cBhvr>
                                      <p:to>
                                        <p:strVal val="visible"/>
                                      </p:to>
                                    </p:set>
                                    <p:anim calcmode="lin" valueType="num">
                                      <p:cBhvr additive="base">
                                        <p:cTn dur="200"/>
                                        <p:tgtEl>
                                          <p:spTgt spid="2633"/>
                                        </p:tgtEl>
                                        <p:attrNameLst>
                                          <p:attrName>ppt_w</p:attrName>
                                        </p:attrNameLst>
                                      </p:cBhvr>
                                      <p:tavLst>
                                        <p:tav fmla="" tm="0">
                                          <p:val>
                                            <p:strVal val="0"/>
                                          </p:val>
                                        </p:tav>
                                        <p:tav fmla="" tm="100000">
                                          <p:val>
                                            <p:strVal val="#ppt_w"/>
                                          </p:val>
                                        </p:tav>
                                      </p:tavLst>
                                    </p:anim>
                                    <p:anim calcmode="lin" valueType="num">
                                      <p:cBhvr additive="base">
                                        <p:cTn dur="200"/>
                                        <p:tgtEl>
                                          <p:spTgt spid="2633"/>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637"/>
                                        </p:tgtEl>
                                        <p:attrNameLst>
                                          <p:attrName>style.visibility</p:attrName>
                                        </p:attrNameLst>
                                      </p:cBhvr>
                                      <p:to>
                                        <p:strVal val="visible"/>
                                      </p:to>
                                    </p:set>
                                    <p:anim calcmode="lin" valueType="num">
                                      <p:cBhvr additive="base">
                                        <p:cTn dur="200"/>
                                        <p:tgtEl>
                                          <p:spTgt spid="2637"/>
                                        </p:tgtEl>
                                        <p:attrNameLst>
                                          <p:attrName>ppt_w</p:attrName>
                                        </p:attrNameLst>
                                      </p:cBhvr>
                                      <p:tavLst>
                                        <p:tav fmla="" tm="0">
                                          <p:val>
                                            <p:strVal val="0"/>
                                          </p:val>
                                        </p:tav>
                                        <p:tav fmla="" tm="100000">
                                          <p:val>
                                            <p:strVal val="#ppt_w"/>
                                          </p:val>
                                        </p:tav>
                                      </p:tavLst>
                                    </p:anim>
                                    <p:anim calcmode="lin" valueType="num">
                                      <p:cBhvr additive="base">
                                        <p:cTn dur="200"/>
                                        <p:tgtEl>
                                          <p:spTgt spid="2637"/>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649"/>
                                        </p:tgtEl>
                                        <p:attrNameLst>
                                          <p:attrName>style.visibility</p:attrName>
                                        </p:attrNameLst>
                                      </p:cBhvr>
                                      <p:to>
                                        <p:strVal val="visible"/>
                                      </p:to>
                                    </p:set>
                                    <p:anim calcmode="lin" valueType="num">
                                      <p:cBhvr additive="base">
                                        <p:cTn dur="200"/>
                                        <p:tgtEl>
                                          <p:spTgt spid="2649"/>
                                        </p:tgtEl>
                                        <p:attrNameLst>
                                          <p:attrName>ppt_w</p:attrName>
                                        </p:attrNameLst>
                                      </p:cBhvr>
                                      <p:tavLst>
                                        <p:tav fmla="" tm="0">
                                          <p:val>
                                            <p:strVal val="0"/>
                                          </p:val>
                                        </p:tav>
                                        <p:tav fmla="" tm="100000">
                                          <p:val>
                                            <p:strVal val="#ppt_w"/>
                                          </p:val>
                                        </p:tav>
                                      </p:tavLst>
                                    </p:anim>
                                    <p:anim calcmode="lin" valueType="num">
                                      <p:cBhvr additive="base">
                                        <p:cTn dur="200"/>
                                        <p:tgtEl>
                                          <p:spTgt spid="2649"/>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657"/>
                                        </p:tgtEl>
                                        <p:attrNameLst>
                                          <p:attrName>style.visibility</p:attrName>
                                        </p:attrNameLst>
                                      </p:cBhvr>
                                      <p:to>
                                        <p:strVal val="visible"/>
                                      </p:to>
                                    </p:set>
                                    <p:anim calcmode="lin" valueType="num">
                                      <p:cBhvr additive="base">
                                        <p:cTn dur="200"/>
                                        <p:tgtEl>
                                          <p:spTgt spid="2657"/>
                                        </p:tgtEl>
                                        <p:attrNameLst>
                                          <p:attrName>ppt_w</p:attrName>
                                        </p:attrNameLst>
                                      </p:cBhvr>
                                      <p:tavLst>
                                        <p:tav fmla="" tm="0">
                                          <p:val>
                                            <p:strVal val="0"/>
                                          </p:val>
                                        </p:tav>
                                        <p:tav fmla="" tm="100000">
                                          <p:val>
                                            <p:strVal val="#ppt_w"/>
                                          </p:val>
                                        </p:tav>
                                      </p:tavLst>
                                    </p:anim>
                                    <p:anim calcmode="lin" valueType="num">
                                      <p:cBhvr additive="base">
                                        <p:cTn dur="200"/>
                                        <p:tgtEl>
                                          <p:spTgt spid="2657"/>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640"/>
                                        </p:tgtEl>
                                        <p:attrNameLst>
                                          <p:attrName>style.visibility</p:attrName>
                                        </p:attrNameLst>
                                      </p:cBhvr>
                                      <p:to>
                                        <p:strVal val="visible"/>
                                      </p:to>
                                    </p:set>
                                    <p:anim calcmode="lin" valueType="num">
                                      <p:cBhvr additive="base">
                                        <p:cTn dur="200"/>
                                        <p:tgtEl>
                                          <p:spTgt spid="2640"/>
                                        </p:tgtEl>
                                        <p:attrNameLst>
                                          <p:attrName>ppt_w</p:attrName>
                                        </p:attrNameLst>
                                      </p:cBhvr>
                                      <p:tavLst>
                                        <p:tav fmla="" tm="0">
                                          <p:val>
                                            <p:strVal val="0"/>
                                          </p:val>
                                        </p:tav>
                                        <p:tav fmla="" tm="100000">
                                          <p:val>
                                            <p:strVal val="#ppt_w"/>
                                          </p:val>
                                        </p:tav>
                                      </p:tavLst>
                                    </p:anim>
                                    <p:anim calcmode="lin" valueType="num">
                                      <p:cBhvr additive="base">
                                        <p:cTn dur="200"/>
                                        <p:tgtEl>
                                          <p:spTgt spid="2640"/>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641"/>
                                        </p:tgtEl>
                                        <p:attrNameLst>
                                          <p:attrName>style.visibility</p:attrName>
                                        </p:attrNameLst>
                                      </p:cBhvr>
                                      <p:to>
                                        <p:strVal val="visible"/>
                                      </p:to>
                                    </p:set>
                                    <p:anim calcmode="lin" valueType="num">
                                      <p:cBhvr additive="base">
                                        <p:cTn dur="200"/>
                                        <p:tgtEl>
                                          <p:spTgt spid="2641"/>
                                        </p:tgtEl>
                                        <p:attrNameLst>
                                          <p:attrName>ppt_w</p:attrName>
                                        </p:attrNameLst>
                                      </p:cBhvr>
                                      <p:tavLst>
                                        <p:tav fmla="" tm="0">
                                          <p:val>
                                            <p:strVal val="0"/>
                                          </p:val>
                                        </p:tav>
                                        <p:tav fmla="" tm="100000">
                                          <p:val>
                                            <p:strVal val="#ppt_w"/>
                                          </p:val>
                                        </p:tav>
                                      </p:tavLst>
                                    </p:anim>
                                    <p:anim calcmode="lin" valueType="num">
                                      <p:cBhvr additive="base">
                                        <p:cTn dur="200"/>
                                        <p:tgtEl>
                                          <p:spTgt spid="2641"/>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650"/>
                                        </p:tgtEl>
                                        <p:attrNameLst>
                                          <p:attrName>style.visibility</p:attrName>
                                        </p:attrNameLst>
                                      </p:cBhvr>
                                      <p:to>
                                        <p:strVal val="visible"/>
                                      </p:to>
                                    </p:set>
                                    <p:anim calcmode="lin" valueType="num">
                                      <p:cBhvr additive="base">
                                        <p:cTn dur="200"/>
                                        <p:tgtEl>
                                          <p:spTgt spid="2650"/>
                                        </p:tgtEl>
                                        <p:attrNameLst>
                                          <p:attrName>ppt_w</p:attrName>
                                        </p:attrNameLst>
                                      </p:cBhvr>
                                      <p:tavLst>
                                        <p:tav fmla="" tm="0">
                                          <p:val>
                                            <p:strVal val="0"/>
                                          </p:val>
                                        </p:tav>
                                        <p:tav fmla="" tm="100000">
                                          <p:val>
                                            <p:strVal val="#ppt_w"/>
                                          </p:val>
                                        </p:tav>
                                      </p:tavLst>
                                    </p:anim>
                                    <p:anim calcmode="lin" valueType="num">
                                      <p:cBhvr additive="base">
                                        <p:cTn dur="200"/>
                                        <p:tgtEl>
                                          <p:spTgt spid="2650"/>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639"/>
                                        </p:tgtEl>
                                        <p:attrNameLst>
                                          <p:attrName>style.visibility</p:attrName>
                                        </p:attrNameLst>
                                      </p:cBhvr>
                                      <p:to>
                                        <p:strVal val="visible"/>
                                      </p:to>
                                    </p:set>
                                    <p:anim calcmode="lin" valueType="num">
                                      <p:cBhvr additive="base">
                                        <p:cTn dur="200"/>
                                        <p:tgtEl>
                                          <p:spTgt spid="2639"/>
                                        </p:tgtEl>
                                        <p:attrNameLst>
                                          <p:attrName>ppt_w</p:attrName>
                                        </p:attrNameLst>
                                      </p:cBhvr>
                                      <p:tavLst>
                                        <p:tav fmla="" tm="0">
                                          <p:val>
                                            <p:strVal val="0"/>
                                          </p:val>
                                        </p:tav>
                                        <p:tav fmla="" tm="100000">
                                          <p:val>
                                            <p:strVal val="#ppt_w"/>
                                          </p:val>
                                        </p:tav>
                                      </p:tavLst>
                                    </p:anim>
                                    <p:anim calcmode="lin" valueType="num">
                                      <p:cBhvr additive="base">
                                        <p:cTn dur="200"/>
                                        <p:tgtEl>
                                          <p:spTgt spid="2639"/>
                                        </p:tgtEl>
                                        <p:attrNameLst>
                                          <p:attrName>ppt_h</p:attrName>
                                        </p:attrNameLst>
                                      </p:cBhvr>
                                      <p:tavLst>
                                        <p:tav fmla="" tm="0">
                                          <p:val>
                                            <p:strVal val="0"/>
                                          </p:val>
                                        </p:tav>
                                        <p:tav fmla="" tm="100000">
                                          <p:val>
                                            <p:strVal val="#ppt_h"/>
                                          </p:val>
                                        </p:tav>
                                      </p:tavLst>
                                    </p:anim>
                                  </p:childTnLst>
                                </p:cTn>
                              </p:par>
                            </p:childTnLst>
                          </p:cTn>
                        </p:par>
                        <p:par>
                          <p:cTn fill="hold">
                            <p:stCondLst>
                              <p:cond delay="3900"/>
                            </p:stCondLst>
                            <p:childTnLst>
                              <p:par>
                                <p:cTn fill="hold" nodeType="afterEffect" presetClass="entr" presetID="23" presetSubtype="16">
                                  <p:stCondLst>
                                    <p:cond delay="0"/>
                                  </p:stCondLst>
                                  <p:childTnLst>
                                    <p:set>
                                      <p:cBhvr>
                                        <p:cTn dur="1" fill="hold">
                                          <p:stCondLst>
                                            <p:cond delay="0"/>
                                          </p:stCondLst>
                                        </p:cTn>
                                        <p:tgtEl>
                                          <p:spTgt spid="2651"/>
                                        </p:tgtEl>
                                        <p:attrNameLst>
                                          <p:attrName>style.visibility</p:attrName>
                                        </p:attrNameLst>
                                      </p:cBhvr>
                                      <p:to>
                                        <p:strVal val="visible"/>
                                      </p:to>
                                    </p:set>
                                    <p:anim calcmode="lin" valueType="num">
                                      <p:cBhvr additive="base">
                                        <p:cTn dur="200"/>
                                        <p:tgtEl>
                                          <p:spTgt spid="2651"/>
                                        </p:tgtEl>
                                        <p:attrNameLst>
                                          <p:attrName>ppt_w</p:attrName>
                                        </p:attrNameLst>
                                      </p:cBhvr>
                                      <p:tavLst>
                                        <p:tav fmla="" tm="0">
                                          <p:val>
                                            <p:strVal val="0"/>
                                          </p:val>
                                        </p:tav>
                                        <p:tav fmla="" tm="100000">
                                          <p:val>
                                            <p:strVal val="#ppt_w"/>
                                          </p:val>
                                        </p:tav>
                                      </p:tavLst>
                                    </p:anim>
                                    <p:anim calcmode="lin" valueType="num">
                                      <p:cBhvr additive="base">
                                        <p:cTn dur="200"/>
                                        <p:tgtEl>
                                          <p:spTgt spid="2651"/>
                                        </p:tgtEl>
                                        <p:attrNameLst>
                                          <p:attrName>ppt_h</p:attrName>
                                        </p:attrNameLst>
                                      </p:cBhvr>
                                      <p:tavLst>
                                        <p:tav fmla="" tm="0">
                                          <p:val>
                                            <p:strVal val="0"/>
                                          </p:val>
                                        </p:tav>
                                        <p:tav fmla="" tm="100000">
                                          <p:val>
                                            <p:strVal val="#ppt_h"/>
                                          </p:val>
                                        </p:tav>
                                      </p:tavLst>
                                    </p:anim>
                                  </p:childTnLst>
                                </p:cTn>
                              </p:par>
                            </p:childTnLst>
                          </p:cTn>
                        </p:par>
                        <p:par>
                          <p:cTn fill="hold">
                            <p:stCondLst>
                              <p:cond delay="4100"/>
                            </p:stCondLst>
                            <p:childTnLst>
                              <p:par>
                                <p:cTn fill="hold" nodeType="afterEffect" presetClass="entr" presetID="23" presetSubtype="16">
                                  <p:stCondLst>
                                    <p:cond delay="0"/>
                                  </p:stCondLst>
                                  <p:childTnLst>
                                    <p:set>
                                      <p:cBhvr>
                                        <p:cTn dur="1" fill="hold">
                                          <p:stCondLst>
                                            <p:cond delay="0"/>
                                          </p:stCondLst>
                                        </p:cTn>
                                        <p:tgtEl>
                                          <p:spTgt spid="2655"/>
                                        </p:tgtEl>
                                        <p:attrNameLst>
                                          <p:attrName>style.visibility</p:attrName>
                                        </p:attrNameLst>
                                      </p:cBhvr>
                                      <p:to>
                                        <p:strVal val="visible"/>
                                      </p:to>
                                    </p:set>
                                    <p:anim calcmode="lin" valueType="num">
                                      <p:cBhvr additive="base">
                                        <p:cTn dur="200"/>
                                        <p:tgtEl>
                                          <p:spTgt spid="2655"/>
                                        </p:tgtEl>
                                        <p:attrNameLst>
                                          <p:attrName>ppt_w</p:attrName>
                                        </p:attrNameLst>
                                      </p:cBhvr>
                                      <p:tavLst>
                                        <p:tav fmla="" tm="0">
                                          <p:val>
                                            <p:strVal val="0"/>
                                          </p:val>
                                        </p:tav>
                                        <p:tav fmla="" tm="100000">
                                          <p:val>
                                            <p:strVal val="#ppt_w"/>
                                          </p:val>
                                        </p:tav>
                                      </p:tavLst>
                                    </p:anim>
                                    <p:anim calcmode="lin" valueType="num">
                                      <p:cBhvr additive="base">
                                        <p:cTn dur="200"/>
                                        <p:tgtEl>
                                          <p:spTgt spid="2655"/>
                                        </p:tgtEl>
                                        <p:attrNameLst>
                                          <p:attrName>ppt_h</p:attrName>
                                        </p:attrNameLst>
                                      </p:cBhvr>
                                      <p:tavLst>
                                        <p:tav fmla="" tm="0">
                                          <p:val>
                                            <p:strVal val="0"/>
                                          </p:val>
                                        </p:tav>
                                        <p:tav fmla="" tm="100000">
                                          <p:val>
                                            <p:strVal val="#ppt_h"/>
                                          </p:val>
                                        </p:tav>
                                      </p:tavLst>
                                    </p:anim>
                                  </p:childTnLst>
                                </p:cTn>
                              </p:par>
                            </p:childTnLst>
                          </p:cTn>
                        </p:par>
                        <p:par>
                          <p:cTn fill="hold">
                            <p:stCondLst>
                              <p:cond delay="4300"/>
                            </p:stCondLst>
                            <p:childTnLst>
                              <p:par>
                                <p:cTn fill="hold" nodeType="afterEffect" presetClass="entr" presetID="23" presetSubtype="16">
                                  <p:stCondLst>
                                    <p:cond delay="0"/>
                                  </p:stCondLst>
                                  <p:childTnLst>
                                    <p:set>
                                      <p:cBhvr>
                                        <p:cTn dur="1" fill="hold">
                                          <p:stCondLst>
                                            <p:cond delay="0"/>
                                          </p:stCondLst>
                                        </p:cTn>
                                        <p:tgtEl>
                                          <p:spTgt spid="2653"/>
                                        </p:tgtEl>
                                        <p:attrNameLst>
                                          <p:attrName>style.visibility</p:attrName>
                                        </p:attrNameLst>
                                      </p:cBhvr>
                                      <p:to>
                                        <p:strVal val="visible"/>
                                      </p:to>
                                    </p:set>
                                    <p:anim calcmode="lin" valueType="num">
                                      <p:cBhvr additive="base">
                                        <p:cTn dur="200"/>
                                        <p:tgtEl>
                                          <p:spTgt spid="2653"/>
                                        </p:tgtEl>
                                        <p:attrNameLst>
                                          <p:attrName>ppt_w</p:attrName>
                                        </p:attrNameLst>
                                      </p:cBhvr>
                                      <p:tavLst>
                                        <p:tav fmla="" tm="0">
                                          <p:val>
                                            <p:strVal val="0"/>
                                          </p:val>
                                        </p:tav>
                                        <p:tav fmla="" tm="100000">
                                          <p:val>
                                            <p:strVal val="#ppt_w"/>
                                          </p:val>
                                        </p:tav>
                                      </p:tavLst>
                                    </p:anim>
                                    <p:anim calcmode="lin" valueType="num">
                                      <p:cBhvr additive="base">
                                        <p:cTn dur="200"/>
                                        <p:tgtEl>
                                          <p:spTgt spid="2653"/>
                                        </p:tgtEl>
                                        <p:attrNameLst>
                                          <p:attrName>ppt_h</p:attrName>
                                        </p:attrNameLst>
                                      </p:cBhvr>
                                      <p:tavLst>
                                        <p:tav fmla="" tm="0">
                                          <p:val>
                                            <p:strVal val="0"/>
                                          </p:val>
                                        </p:tav>
                                        <p:tav fmla="" tm="100000">
                                          <p:val>
                                            <p:strVal val="#ppt_h"/>
                                          </p:val>
                                        </p:tav>
                                      </p:tavLst>
                                    </p:anim>
                                  </p:childTnLst>
                                </p:cTn>
                              </p:par>
                            </p:childTnLst>
                          </p:cTn>
                        </p:par>
                        <p:par>
                          <p:cTn fill="hold">
                            <p:stCondLst>
                              <p:cond delay="4500"/>
                            </p:stCondLst>
                            <p:childTnLst>
                              <p:par>
                                <p:cTn fill="hold" nodeType="afterEffect" presetClass="entr" presetID="23" presetSubtype="16">
                                  <p:stCondLst>
                                    <p:cond delay="0"/>
                                  </p:stCondLst>
                                  <p:childTnLst>
                                    <p:set>
                                      <p:cBhvr>
                                        <p:cTn dur="1" fill="hold">
                                          <p:stCondLst>
                                            <p:cond delay="0"/>
                                          </p:stCondLst>
                                        </p:cTn>
                                        <p:tgtEl>
                                          <p:spTgt spid="2652"/>
                                        </p:tgtEl>
                                        <p:attrNameLst>
                                          <p:attrName>style.visibility</p:attrName>
                                        </p:attrNameLst>
                                      </p:cBhvr>
                                      <p:to>
                                        <p:strVal val="visible"/>
                                      </p:to>
                                    </p:set>
                                    <p:anim calcmode="lin" valueType="num">
                                      <p:cBhvr additive="base">
                                        <p:cTn dur="200"/>
                                        <p:tgtEl>
                                          <p:spTgt spid="2652"/>
                                        </p:tgtEl>
                                        <p:attrNameLst>
                                          <p:attrName>ppt_w</p:attrName>
                                        </p:attrNameLst>
                                      </p:cBhvr>
                                      <p:tavLst>
                                        <p:tav fmla="" tm="0">
                                          <p:val>
                                            <p:strVal val="0"/>
                                          </p:val>
                                        </p:tav>
                                        <p:tav fmla="" tm="100000">
                                          <p:val>
                                            <p:strVal val="#ppt_w"/>
                                          </p:val>
                                        </p:tav>
                                      </p:tavLst>
                                    </p:anim>
                                    <p:anim calcmode="lin" valueType="num">
                                      <p:cBhvr additive="base">
                                        <p:cTn dur="200"/>
                                        <p:tgtEl>
                                          <p:spTgt spid="2652"/>
                                        </p:tgtEl>
                                        <p:attrNameLst>
                                          <p:attrName>ppt_h</p:attrName>
                                        </p:attrNameLst>
                                      </p:cBhvr>
                                      <p:tavLst>
                                        <p:tav fmla="" tm="0">
                                          <p:val>
                                            <p:strVal val="0"/>
                                          </p:val>
                                        </p:tav>
                                        <p:tav fmla="" tm="100000">
                                          <p:val>
                                            <p:strVal val="#ppt_h"/>
                                          </p:val>
                                        </p:tav>
                                      </p:tavLst>
                                    </p:anim>
                                  </p:childTnLst>
                                </p:cTn>
                              </p:par>
                            </p:childTnLst>
                          </p:cTn>
                        </p:par>
                        <p:par>
                          <p:cTn fill="hold">
                            <p:stCondLst>
                              <p:cond delay="4700"/>
                            </p:stCondLst>
                            <p:childTnLst>
                              <p:par>
                                <p:cTn fill="hold" nodeType="afterEffect" presetClass="entr" presetID="23" presetSubtype="16">
                                  <p:stCondLst>
                                    <p:cond delay="0"/>
                                  </p:stCondLst>
                                  <p:childTnLst>
                                    <p:set>
                                      <p:cBhvr>
                                        <p:cTn dur="1" fill="hold">
                                          <p:stCondLst>
                                            <p:cond delay="0"/>
                                          </p:stCondLst>
                                        </p:cTn>
                                        <p:tgtEl>
                                          <p:spTgt spid="2644"/>
                                        </p:tgtEl>
                                        <p:attrNameLst>
                                          <p:attrName>style.visibility</p:attrName>
                                        </p:attrNameLst>
                                      </p:cBhvr>
                                      <p:to>
                                        <p:strVal val="visible"/>
                                      </p:to>
                                    </p:set>
                                    <p:anim calcmode="lin" valueType="num">
                                      <p:cBhvr additive="base">
                                        <p:cTn dur="200"/>
                                        <p:tgtEl>
                                          <p:spTgt spid="2644"/>
                                        </p:tgtEl>
                                        <p:attrNameLst>
                                          <p:attrName>ppt_w</p:attrName>
                                        </p:attrNameLst>
                                      </p:cBhvr>
                                      <p:tavLst>
                                        <p:tav fmla="" tm="0">
                                          <p:val>
                                            <p:strVal val="0"/>
                                          </p:val>
                                        </p:tav>
                                        <p:tav fmla="" tm="100000">
                                          <p:val>
                                            <p:strVal val="#ppt_w"/>
                                          </p:val>
                                        </p:tav>
                                      </p:tavLst>
                                    </p:anim>
                                    <p:anim calcmode="lin" valueType="num">
                                      <p:cBhvr additive="base">
                                        <p:cTn dur="200"/>
                                        <p:tgtEl>
                                          <p:spTgt spid="2644"/>
                                        </p:tgtEl>
                                        <p:attrNameLst>
                                          <p:attrName>ppt_h</p:attrName>
                                        </p:attrNameLst>
                                      </p:cBhvr>
                                      <p:tavLst>
                                        <p:tav fmla="" tm="0">
                                          <p:val>
                                            <p:strVal val="0"/>
                                          </p:val>
                                        </p:tav>
                                        <p:tav fmla="" tm="100000">
                                          <p:val>
                                            <p:strVal val="#ppt_h"/>
                                          </p:val>
                                        </p:tav>
                                      </p:tavLst>
                                    </p:anim>
                                  </p:childTnLst>
                                </p:cTn>
                              </p:par>
                            </p:childTnLst>
                          </p:cTn>
                        </p:par>
                        <p:par>
                          <p:cTn fill="hold">
                            <p:stCondLst>
                              <p:cond delay="4900"/>
                            </p:stCondLst>
                            <p:childTnLst>
                              <p:par>
                                <p:cTn fill="hold" nodeType="afterEffect" presetClass="entr" presetID="23" presetSubtype="16">
                                  <p:stCondLst>
                                    <p:cond delay="0"/>
                                  </p:stCondLst>
                                  <p:childTnLst>
                                    <p:set>
                                      <p:cBhvr>
                                        <p:cTn dur="1" fill="hold">
                                          <p:stCondLst>
                                            <p:cond delay="0"/>
                                          </p:stCondLst>
                                        </p:cTn>
                                        <p:tgtEl>
                                          <p:spTgt spid="2645"/>
                                        </p:tgtEl>
                                        <p:attrNameLst>
                                          <p:attrName>style.visibility</p:attrName>
                                        </p:attrNameLst>
                                      </p:cBhvr>
                                      <p:to>
                                        <p:strVal val="visible"/>
                                      </p:to>
                                    </p:set>
                                    <p:anim calcmode="lin" valueType="num">
                                      <p:cBhvr additive="base">
                                        <p:cTn dur="200"/>
                                        <p:tgtEl>
                                          <p:spTgt spid="2645"/>
                                        </p:tgtEl>
                                        <p:attrNameLst>
                                          <p:attrName>ppt_w</p:attrName>
                                        </p:attrNameLst>
                                      </p:cBhvr>
                                      <p:tavLst>
                                        <p:tav fmla="" tm="0">
                                          <p:val>
                                            <p:strVal val="0"/>
                                          </p:val>
                                        </p:tav>
                                        <p:tav fmla="" tm="100000">
                                          <p:val>
                                            <p:strVal val="#ppt_w"/>
                                          </p:val>
                                        </p:tav>
                                      </p:tavLst>
                                    </p:anim>
                                    <p:anim calcmode="lin" valueType="num">
                                      <p:cBhvr additive="base">
                                        <p:cTn dur="200"/>
                                        <p:tgtEl>
                                          <p:spTgt spid="2645"/>
                                        </p:tgtEl>
                                        <p:attrNameLst>
                                          <p:attrName>ppt_h</p:attrName>
                                        </p:attrNameLst>
                                      </p:cBhvr>
                                      <p:tavLst>
                                        <p:tav fmla="" tm="0">
                                          <p:val>
                                            <p:strVal val="0"/>
                                          </p:val>
                                        </p:tav>
                                        <p:tav fmla="" tm="100000">
                                          <p:val>
                                            <p:strVal val="#ppt_h"/>
                                          </p:val>
                                        </p:tav>
                                      </p:tavLst>
                                    </p:anim>
                                  </p:childTnLst>
                                </p:cTn>
                              </p:par>
                            </p:childTnLst>
                          </p:cTn>
                        </p:par>
                        <p:par>
                          <p:cTn fill="hold">
                            <p:stCondLst>
                              <p:cond delay="5100"/>
                            </p:stCondLst>
                            <p:childTnLst>
                              <p:par>
                                <p:cTn fill="hold" nodeType="afterEffect" presetClass="entr" presetID="23" presetSubtype="16">
                                  <p:stCondLst>
                                    <p:cond delay="0"/>
                                  </p:stCondLst>
                                  <p:childTnLst>
                                    <p:set>
                                      <p:cBhvr>
                                        <p:cTn dur="1" fill="hold">
                                          <p:stCondLst>
                                            <p:cond delay="0"/>
                                          </p:stCondLst>
                                        </p:cTn>
                                        <p:tgtEl>
                                          <p:spTgt spid="2637"/>
                                        </p:tgtEl>
                                        <p:attrNameLst>
                                          <p:attrName>style.visibility</p:attrName>
                                        </p:attrNameLst>
                                      </p:cBhvr>
                                      <p:to>
                                        <p:strVal val="visible"/>
                                      </p:to>
                                    </p:set>
                                    <p:anim calcmode="lin" valueType="num">
                                      <p:cBhvr additive="base">
                                        <p:cTn dur="200"/>
                                        <p:tgtEl>
                                          <p:spTgt spid="2637"/>
                                        </p:tgtEl>
                                        <p:attrNameLst>
                                          <p:attrName>ppt_w</p:attrName>
                                        </p:attrNameLst>
                                      </p:cBhvr>
                                      <p:tavLst>
                                        <p:tav fmla="" tm="0">
                                          <p:val>
                                            <p:strVal val="0"/>
                                          </p:val>
                                        </p:tav>
                                        <p:tav fmla="" tm="100000">
                                          <p:val>
                                            <p:strVal val="#ppt_w"/>
                                          </p:val>
                                        </p:tav>
                                      </p:tavLst>
                                    </p:anim>
                                    <p:anim calcmode="lin" valueType="num">
                                      <p:cBhvr additive="base">
                                        <p:cTn dur="200"/>
                                        <p:tgtEl>
                                          <p:spTgt spid="2637"/>
                                        </p:tgtEl>
                                        <p:attrNameLst>
                                          <p:attrName>ppt_h</p:attrName>
                                        </p:attrNameLst>
                                      </p:cBhvr>
                                      <p:tavLst>
                                        <p:tav fmla="" tm="0">
                                          <p:val>
                                            <p:strVal val="0"/>
                                          </p:val>
                                        </p:tav>
                                        <p:tav fmla="" tm="100000">
                                          <p:val>
                                            <p:strVal val="#ppt_h"/>
                                          </p:val>
                                        </p:tav>
                                      </p:tavLst>
                                    </p:anim>
                                  </p:childTnLst>
                                </p:cTn>
                              </p:par>
                            </p:childTnLst>
                          </p:cTn>
                        </p:par>
                        <p:par>
                          <p:cTn fill="hold">
                            <p:stCondLst>
                              <p:cond delay="5300"/>
                            </p:stCondLst>
                            <p:childTnLst>
                              <p:par>
                                <p:cTn fill="hold" nodeType="afterEffect" presetClass="entr" presetID="23" presetSubtype="16">
                                  <p:stCondLst>
                                    <p:cond delay="0"/>
                                  </p:stCondLst>
                                  <p:childTnLst>
                                    <p:set>
                                      <p:cBhvr>
                                        <p:cTn dur="1" fill="hold">
                                          <p:stCondLst>
                                            <p:cond delay="0"/>
                                          </p:stCondLst>
                                        </p:cTn>
                                        <p:tgtEl>
                                          <p:spTgt spid="2660"/>
                                        </p:tgtEl>
                                        <p:attrNameLst>
                                          <p:attrName>style.visibility</p:attrName>
                                        </p:attrNameLst>
                                      </p:cBhvr>
                                      <p:to>
                                        <p:strVal val="visible"/>
                                      </p:to>
                                    </p:set>
                                    <p:anim calcmode="lin" valueType="num">
                                      <p:cBhvr additive="base">
                                        <p:cTn dur="200"/>
                                        <p:tgtEl>
                                          <p:spTgt spid="2660"/>
                                        </p:tgtEl>
                                        <p:attrNameLst>
                                          <p:attrName>ppt_w</p:attrName>
                                        </p:attrNameLst>
                                      </p:cBhvr>
                                      <p:tavLst>
                                        <p:tav fmla="" tm="0">
                                          <p:val>
                                            <p:strVal val="0"/>
                                          </p:val>
                                        </p:tav>
                                        <p:tav fmla="" tm="100000">
                                          <p:val>
                                            <p:strVal val="#ppt_w"/>
                                          </p:val>
                                        </p:tav>
                                      </p:tavLst>
                                    </p:anim>
                                    <p:anim calcmode="lin" valueType="num">
                                      <p:cBhvr additive="base">
                                        <p:cTn dur="200"/>
                                        <p:tgtEl>
                                          <p:spTgt spid="2660"/>
                                        </p:tgtEl>
                                        <p:attrNameLst>
                                          <p:attrName>ppt_h</p:attrName>
                                        </p:attrNameLst>
                                      </p:cBhvr>
                                      <p:tavLst>
                                        <p:tav fmla="" tm="0">
                                          <p:val>
                                            <p:strVal val="0"/>
                                          </p:val>
                                        </p:tav>
                                        <p:tav fmla="" tm="100000">
                                          <p:val>
                                            <p:strVal val="#ppt_h"/>
                                          </p:val>
                                        </p:tav>
                                      </p:tavLst>
                                    </p:anim>
                                  </p:childTnLst>
                                </p:cTn>
                              </p:par>
                            </p:childTnLst>
                          </p:cTn>
                        </p:par>
                        <p:par>
                          <p:cTn fill="hold">
                            <p:stCondLst>
                              <p:cond delay="5500"/>
                            </p:stCondLst>
                            <p:childTnLst>
                              <p:par>
                                <p:cTn fill="hold" nodeType="afterEffect" presetClass="entr" presetID="23" presetSubtype="16">
                                  <p:stCondLst>
                                    <p:cond delay="0"/>
                                  </p:stCondLst>
                                  <p:childTnLst>
                                    <p:set>
                                      <p:cBhvr>
                                        <p:cTn dur="1" fill="hold">
                                          <p:stCondLst>
                                            <p:cond delay="0"/>
                                          </p:stCondLst>
                                        </p:cTn>
                                        <p:tgtEl>
                                          <p:spTgt spid="2658"/>
                                        </p:tgtEl>
                                        <p:attrNameLst>
                                          <p:attrName>style.visibility</p:attrName>
                                        </p:attrNameLst>
                                      </p:cBhvr>
                                      <p:to>
                                        <p:strVal val="visible"/>
                                      </p:to>
                                    </p:set>
                                    <p:anim calcmode="lin" valueType="num">
                                      <p:cBhvr additive="base">
                                        <p:cTn dur="200"/>
                                        <p:tgtEl>
                                          <p:spTgt spid="2658"/>
                                        </p:tgtEl>
                                        <p:attrNameLst>
                                          <p:attrName>ppt_w</p:attrName>
                                        </p:attrNameLst>
                                      </p:cBhvr>
                                      <p:tavLst>
                                        <p:tav fmla="" tm="0">
                                          <p:val>
                                            <p:strVal val="0"/>
                                          </p:val>
                                        </p:tav>
                                        <p:tav fmla="" tm="100000">
                                          <p:val>
                                            <p:strVal val="#ppt_w"/>
                                          </p:val>
                                        </p:tav>
                                      </p:tavLst>
                                    </p:anim>
                                    <p:anim calcmode="lin" valueType="num">
                                      <p:cBhvr additive="base">
                                        <p:cTn dur="200"/>
                                        <p:tgtEl>
                                          <p:spTgt spid="2658"/>
                                        </p:tgtEl>
                                        <p:attrNameLst>
                                          <p:attrName>ppt_h</p:attrName>
                                        </p:attrNameLst>
                                      </p:cBhvr>
                                      <p:tavLst>
                                        <p:tav fmla="" tm="0">
                                          <p:val>
                                            <p:strVal val="0"/>
                                          </p:val>
                                        </p:tav>
                                        <p:tav fmla="" tm="100000">
                                          <p:val>
                                            <p:strVal val="#ppt_h"/>
                                          </p:val>
                                        </p:tav>
                                      </p:tavLst>
                                    </p:anim>
                                  </p:childTnLst>
                                </p:cTn>
                              </p:par>
                            </p:childTnLst>
                          </p:cTn>
                        </p:par>
                        <p:par>
                          <p:cTn fill="hold">
                            <p:stCondLst>
                              <p:cond delay="5700"/>
                            </p:stCondLst>
                            <p:childTnLst>
                              <p:par>
                                <p:cTn fill="hold" nodeType="afterEffect" presetClass="entr" presetID="23" presetSubtype="16">
                                  <p:stCondLst>
                                    <p:cond delay="0"/>
                                  </p:stCondLst>
                                  <p:childTnLst>
                                    <p:set>
                                      <p:cBhvr>
                                        <p:cTn dur="1" fill="hold">
                                          <p:stCondLst>
                                            <p:cond delay="0"/>
                                          </p:stCondLst>
                                        </p:cTn>
                                        <p:tgtEl>
                                          <p:spTgt spid="2662"/>
                                        </p:tgtEl>
                                        <p:attrNameLst>
                                          <p:attrName>style.visibility</p:attrName>
                                        </p:attrNameLst>
                                      </p:cBhvr>
                                      <p:to>
                                        <p:strVal val="visible"/>
                                      </p:to>
                                    </p:set>
                                    <p:anim calcmode="lin" valueType="num">
                                      <p:cBhvr additive="base">
                                        <p:cTn dur="200"/>
                                        <p:tgtEl>
                                          <p:spTgt spid="2662"/>
                                        </p:tgtEl>
                                        <p:attrNameLst>
                                          <p:attrName>ppt_w</p:attrName>
                                        </p:attrNameLst>
                                      </p:cBhvr>
                                      <p:tavLst>
                                        <p:tav fmla="" tm="0">
                                          <p:val>
                                            <p:strVal val="0"/>
                                          </p:val>
                                        </p:tav>
                                        <p:tav fmla="" tm="100000">
                                          <p:val>
                                            <p:strVal val="#ppt_w"/>
                                          </p:val>
                                        </p:tav>
                                      </p:tavLst>
                                    </p:anim>
                                    <p:anim calcmode="lin" valueType="num">
                                      <p:cBhvr additive="base">
                                        <p:cTn dur="200"/>
                                        <p:tgtEl>
                                          <p:spTgt spid="2662"/>
                                        </p:tgtEl>
                                        <p:attrNameLst>
                                          <p:attrName>ppt_h</p:attrName>
                                        </p:attrNameLst>
                                      </p:cBhvr>
                                      <p:tavLst>
                                        <p:tav fmla="" tm="0">
                                          <p:val>
                                            <p:strVal val="0"/>
                                          </p:val>
                                        </p:tav>
                                        <p:tav fmla="" tm="100000">
                                          <p:val>
                                            <p:strVal val="#ppt_h"/>
                                          </p:val>
                                        </p:tav>
                                      </p:tavLst>
                                    </p:anim>
                                  </p:childTnLst>
                                </p:cTn>
                              </p:par>
                            </p:childTnLst>
                          </p:cTn>
                        </p:par>
                        <p:par>
                          <p:cTn fill="hold">
                            <p:stCondLst>
                              <p:cond delay="5900"/>
                            </p:stCondLst>
                            <p:childTnLst>
                              <p:par>
                                <p:cTn fill="hold" nodeType="afterEffect" presetClass="entr" presetID="23" presetSubtype="16">
                                  <p:stCondLst>
                                    <p:cond delay="0"/>
                                  </p:stCondLst>
                                  <p:childTnLst>
                                    <p:set>
                                      <p:cBhvr>
                                        <p:cTn dur="1" fill="hold">
                                          <p:stCondLst>
                                            <p:cond delay="0"/>
                                          </p:stCondLst>
                                        </p:cTn>
                                        <p:tgtEl>
                                          <p:spTgt spid="2663"/>
                                        </p:tgtEl>
                                        <p:attrNameLst>
                                          <p:attrName>style.visibility</p:attrName>
                                        </p:attrNameLst>
                                      </p:cBhvr>
                                      <p:to>
                                        <p:strVal val="visible"/>
                                      </p:to>
                                    </p:set>
                                    <p:anim calcmode="lin" valueType="num">
                                      <p:cBhvr additive="base">
                                        <p:cTn dur="200"/>
                                        <p:tgtEl>
                                          <p:spTgt spid="2663"/>
                                        </p:tgtEl>
                                        <p:attrNameLst>
                                          <p:attrName>ppt_w</p:attrName>
                                        </p:attrNameLst>
                                      </p:cBhvr>
                                      <p:tavLst>
                                        <p:tav fmla="" tm="0">
                                          <p:val>
                                            <p:strVal val="0"/>
                                          </p:val>
                                        </p:tav>
                                        <p:tav fmla="" tm="100000">
                                          <p:val>
                                            <p:strVal val="#ppt_w"/>
                                          </p:val>
                                        </p:tav>
                                      </p:tavLst>
                                    </p:anim>
                                    <p:anim calcmode="lin" valueType="num">
                                      <p:cBhvr additive="base">
                                        <p:cTn dur="200"/>
                                        <p:tgtEl>
                                          <p:spTgt spid="2663"/>
                                        </p:tgtEl>
                                        <p:attrNameLst>
                                          <p:attrName>ppt_h</p:attrName>
                                        </p:attrNameLst>
                                      </p:cBhvr>
                                      <p:tavLst>
                                        <p:tav fmla="" tm="0">
                                          <p:val>
                                            <p:strVal val="0"/>
                                          </p:val>
                                        </p:tav>
                                        <p:tav fmla="" tm="100000">
                                          <p:val>
                                            <p:strVal val="#ppt_h"/>
                                          </p:val>
                                        </p:tav>
                                      </p:tavLst>
                                    </p:anim>
                                  </p:childTnLst>
                                </p:cTn>
                              </p:par>
                            </p:childTnLst>
                          </p:cTn>
                        </p:par>
                        <p:par>
                          <p:cTn fill="hold">
                            <p:stCondLst>
                              <p:cond delay="6100"/>
                            </p:stCondLst>
                            <p:childTnLst>
                              <p:par>
                                <p:cTn fill="hold" nodeType="afterEffect" presetClass="entr" presetID="23" presetSubtype="16">
                                  <p:stCondLst>
                                    <p:cond delay="0"/>
                                  </p:stCondLst>
                                  <p:childTnLst>
                                    <p:set>
                                      <p:cBhvr>
                                        <p:cTn dur="1" fill="hold">
                                          <p:stCondLst>
                                            <p:cond delay="0"/>
                                          </p:stCondLst>
                                        </p:cTn>
                                        <p:tgtEl>
                                          <p:spTgt spid="2661"/>
                                        </p:tgtEl>
                                        <p:attrNameLst>
                                          <p:attrName>style.visibility</p:attrName>
                                        </p:attrNameLst>
                                      </p:cBhvr>
                                      <p:to>
                                        <p:strVal val="visible"/>
                                      </p:to>
                                    </p:set>
                                    <p:anim calcmode="lin" valueType="num">
                                      <p:cBhvr additive="base">
                                        <p:cTn dur="200"/>
                                        <p:tgtEl>
                                          <p:spTgt spid="2661"/>
                                        </p:tgtEl>
                                        <p:attrNameLst>
                                          <p:attrName>ppt_w</p:attrName>
                                        </p:attrNameLst>
                                      </p:cBhvr>
                                      <p:tavLst>
                                        <p:tav fmla="" tm="0">
                                          <p:val>
                                            <p:strVal val="0"/>
                                          </p:val>
                                        </p:tav>
                                        <p:tav fmla="" tm="100000">
                                          <p:val>
                                            <p:strVal val="#ppt_w"/>
                                          </p:val>
                                        </p:tav>
                                      </p:tavLst>
                                    </p:anim>
                                    <p:anim calcmode="lin" valueType="num">
                                      <p:cBhvr additive="base">
                                        <p:cTn dur="200"/>
                                        <p:tgtEl>
                                          <p:spTgt spid="2661"/>
                                        </p:tgtEl>
                                        <p:attrNameLst>
                                          <p:attrName>ppt_h</p:attrName>
                                        </p:attrNameLst>
                                      </p:cBhvr>
                                      <p:tavLst>
                                        <p:tav fmla="" tm="0">
                                          <p:val>
                                            <p:strVal val="0"/>
                                          </p:val>
                                        </p:tav>
                                        <p:tav fmla="" tm="100000">
                                          <p:val>
                                            <p:strVal val="#ppt_h"/>
                                          </p:val>
                                        </p:tav>
                                      </p:tavLst>
                                    </p:anim>
                                  </p:childTnLst>
                                </p:cTn>
                              </p:par>
                            </p:childTnLst>
                          </p:cTn>
                        </p:par>
                        <p:par>
                          <p:cTn fill="hold">
                            <p:stCondLst>
                              <p:cond delay="6300"/>
                            </p:stCondLst>
                            <p:childTnLst>
                              <p:par>
                                <p:cTn fill="hold" nodeType="afterEffect" presetClass="entr" presetID="23" presetSubtype="16">
                                  <p:stCondLst>
                                    <p:cond delay="0"/>
                                  </p:stCondLst>
                                  <p:childTnLst>
                                    <p:set>
                                      <p:cBhvr>
                                        <p:cTn dur="1" fill="hold">
                                          <p:stCondLst>
                                            <p:cond delay="0"/>
                                          </p:stCondLst>
                                        </p:cTn>
                                        <p:tgtEl>
                                          <p:spTgt spid="2659"/>
                                        </p:tgtEl>
                                        <p:attrNameLst>
                                          <p:attrName>style.visibility</p:attrName>
                                        </p:attrNameLst>
                                      </p:cBhvr>
                                      <p:to>
                                        <p:strVal val="visible"/>
                                      </p:to>
                                    </p:set>
                                    <p:anim calcmode="lin" valueType="num">
                                      <p:cBhvr additive="base">
                                        <p:cTn dur="200"/>
                                        <p:tgtEl>
                                          <p:spTgt spid="2659"/>
                                        </p:tgtEl>
                                        <p:attrNameLst>
                                          <p:attrName>ppt_w</p:attrName>
                                        </p:attrNameLst>
                                      </p:cBhvr>
                                      <p:tavLst>
                                        <p:tav fmla="" tm="0">
                                          <p:val>
                                            <p:strVal val="0"/>
                                          </p:val>
                                        </p:tav>
                                        <p:tav fmla="" tm="100000">
                                          <p:val>
                                            <p:strVal val="#ppt_w"/>
                                          </p:val>
                                        </p:tav>
                                      </p:tavLst>
                                    </p:anim>
                                    <p:anim calcmode="lin" valueType="num">
                                      <p:cBhvr additive="base">
                                        <p:cTn dur="200"/>
                                        <p:tgtEl>
                                          <p:spTgt spid="265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4"/>
                                        </p:tgtEl>
                                        <p:attrNameLst>
                                          <p:attrName>style.visibility</p:attrName>
                                        </p:attrNameLst>
                                      </p:cBhvr>
                                      <p:to>
                                        <p:strVal val="visible"/>
                                      </p:to>
                                    </p:set>
                                    <p:animEffect filter="fade" transition="in">
                                      <p:cBhvr>
                                        <p:cTn dur="1000"/>
                                        <p:tgtEl>
                                          <p:spTgt spid="2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9" name="Shape 2669"/>
        <p:cNvGrpSpPr/>
        <p:nvPr/>
      </p:nvGrpSpPr>
      <p:grpSpPr>
        <a:xfrm>
          <a:off x="0" y="0"/>
          <a:ext cx="0" cy="0"/>
          <a:chOff x="0" y="0"/>
          <a:chExt cx="0" cy="0"/>
        </a:xfrm>
      </p:grpSpPr>
      <p:sp>
        <p:nvSpPr>
          <p:cNvPr id="2670" name="Google Shape;2670;p101"/>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Learning </a:t>
            </a:r>
            <a:r>
              <a:rPr lang="en" sz="6100">
                <a:solidFill>
                  <a:schemeClr val="accent2"/>
                </a:solidFill>
                <a:latin typeface="Luckiest Guy"/>
                <a:ea typeface="Luckiest Guy"/>
                <a:cs typeface="Luckiest Guy"/>
                <a:sym typeface="Luckiest Guy"/>
              </a:rPr>
              <a:t>objective</a:t>
            </a:r>
            <a:endParaRPr sz="6100">
              <a:solidFill>
                <a:schemeClr val="accent2"/>
              </a:solidFill>
              <a:latin typeface="Luckiest Guy"/>
              <a:ea typeface="Luckiest Guy"/>
              <a:cs typeface="Luckiest Guy"/>
              <a:sym typeface="Luckiest Guy"/>
            </a:endParaRPr>
          </a:p>
        </p:txBody>
      </p:sp>
      <p:sp>
        <p:nvSpPr>
          <p:cNvPr id="2671" name="Google Shape;2671;p101"/>
          <p:cNvSpPr txBox="1"/>
          <p:nvPr>
            <p:ph idx="1" type="subTitle"/>
          </p:nvPr>
        </p:nvSpPr>
        <p:spPr>
          <a:xfrm>
            <a:off x="4904575" y="1939924"/>
            <a:ext cx="3526200" cy="16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WE ARE LEARNING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TAKE ACTION TO IDENTIFY PIPS RISK AND PROTECTIVE FACTORS IN REAL LIFE EXAMPLES OF RESILIENCE</a:t>
            </a:r>
            <a:endParaRPr sz="1600">
              <a:latin typeface="Jost"/>
              <a:ea typeface="Jost"/>
              <a:cs typeface="Jost"/>
              <a:sym typeface="Jos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5" name="Shape 2675"/>
        <p:cNvGrpSpPr/>
        <p:nvPr/>
      </p:nvGrpSpPr>
      <p:grpSpPr>
        <a:xfrm>
          <a:off x="0" y="0"/>
          <a:ext cx="0" cy="0"/>
          <a:chOff x="0" y="0"/>
          <a:chExt cx="0" cy="0"/>
        </a:xfrm>
      </p:grpSpPr>
      <p:sp>
        <p:nvSpPr>
          <p:cNvPr id="2676" name="Google Shape;2676;p102"/>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SUCCESS </a:t>
            </a:r>
            <a:r>
              <a:rPr lang="en" sz="6100">
                <a:solidFill>
                  <a:schemeClr val="accent2"/>
                </a:solidFill>
                <a:latin typeface="Luckiest Guy"/>
                <a:ea typeface="Luckiest Guy"/>
                <a:cs typeface="Luckiest Guy"/>
                <a:sym typeface="Luckiest Guy"/>
              </a:rPr>
              <a:t>CRITERIA</a:t>
            </a:r>
            <a:endParaRPr sz="6100">
              <a:solidFill>
                <a:schemeClr val="accent2"/>
              </a:solidFill>
              <a:latin typeface="Luckiest Guy"/>
              <a:ea typeface="Luckiest Guy"/>
              <a:cs typeface="Luckiest Guy"/>
              <a:sym typeface="Luckiest Guy"/>
            </a:endParaRPr>
          </a:p>
        </p:txBody>
      </p:sp>
      <p:sp>
        <p:nvSpPr>
          <p:cNvPr id="2677" name="Google Shape;2677;p102"/>
          <p:cNvSpPr txBox="1"/>
          <p:nvPr>
            <p:ph idx="1" type="subTitle"/>
          </p:nvPr>
        </p:nvSpPr>
        <p:spPr>
          <a:xfrm>
            <a:off x="4904575" y="1939925"/>
            <a:ext cx="3526200" cy="24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BY THE END OF THE LESSON, I SHOULD BE ABLE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COMPLETE THE PRACTICE PLANNING DOCUMENT FOR MY RESILIENT ROLE ASSESSMENT</a:t>
            </a:r>
            <a:endParaRPr sz="1600">
              <a:latin typeface="Jost"/>
              <a:ea typeface="Jost"/>
              <a:cs typeface="Jost"/>
              <a:sym typeface="Jos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1" name="Shape 2681"/>
        <p:cNvGrpSpPr/>
        <p:nvPr/>
      </p:nvGrpSpPr>
      <p:grpSpPr>
        <a:xfrm>
          <a:off x="0" y="0"/>
          <a:ext cx="0" cy="0"/>
          <a:chOff x="0" y="0"/>
          <a:chExt cx="0" cy="0"/>
        </a:xfrm>
      </p:grpSpPr>
      <p:sp>
        <p:nvSpPr>
          <p:cNvPr id="2682" name="Google Shape;2682;p103"/>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JAMES ROLLESTON</a:t>
            </a:r>
            <a:endParaRPr sz="3200">
              <a:solidFill>
                <a:srgbClr val="212121"/>
              </a:solidFill>
              <a:latin typeface="Luckiest Guy"/>
              <a:ea typeface="Luckiest Guy"/>
              <a:cs typeface="Luckiest Guy"/>
              <a:sym typeface="Luckiest Guy"/>
            </a:endParaRPr>
          </a:p>
        </p:txBody>
      </p:sp>
      <p:sp>
        <p:nvSpPr>
          <p:cNvPr id="2683" name="Google Shape;2683;p103"/>
          <p:cNvSpPr txBox="1"/>
          <p:nvPr>
            <p:ph idx="1" type="subTitle"/>
          </p:nvPr>
        </p:nvSpPr>
        <p:spPr>
          <a:xfrm>
            <a:off x="770575" y="1167425"/>
            <a:ext cx="7875000" cy="117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What do we already know about him?</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Are there any risk factors or protective factors we can identify before we watch the documentary?</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Which Social determinants of Health do you feel might impact him before and after the change?</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b="1" sz="1800">
              <a:solidFill>
                <a:srgbClr val="212121"/>
              </a:solidFill>
              <a:latin typeface="Jost"/>
              <a:ea typeface="Jost"/>
              <a:cs typeface="Jost"/>
              <a:sym typeface="Jost"/>
            </a:endParaRPr>
          </a:p>
          <a:p>
            <a:pPr indent="0" lvl="0" marL="0" rtl="0" algn="l">
              <a:spcBef>
                <a:spcPts val="0"/>
              </a:spcBef>
              <a:spcAft>
                <a:spcPts val="0"/>
              </a:spcAft>
              <a:buNone/>
            </a:pPr>
            <a:r>
              <a:rPr b="1" lang="en" sz="1800">
                <a:solidFill>
                  <a:srgbClr val="212121"/>
                </a:solidFill>
                <a:latin typeface="Jost"/>
                <a:ea typeface="Jost"/>
                <a:cs typeface="Jost"/>
                <a:sym typeface="Jost"/>
              </a:rPr>
              <a:t>REMINDER:</a:t>
            </a:r>
            <a:endParaRPr b="1"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When watching the documentary remember to always have the </a:t>
            </a:r>
            <a:r>
              <a:rPr b="1" lang="en" sz="1800">
                <a:solidFill>
                  <a:srgbClr val="212121"/>
                </a:solidFill>
                <a:latin typeface="Jost"/>
                <a:ea typeface="Jost"/>
                <a:cs typeface="Jost"/>
                <a:sym typeface="Jost"/>
              </a:rPr>
              <a:t>SIGNIFICANT CHANGE</a:t>
            </a:r>
            <a:r>
              <a:rPr lang="en" sz="1800">
                <a:solidFill>
                  <a:srgbClr val="212121"/>
                </a:solidFill>
                <a:latin typeface="Jost"/>
                <a:ea typeface="Jost"/>
                <a:cs typeface="Jost"/>
                <a:sym typeface="Jost"/>
              </a:rPr>
              <a:t> in mind when identifying PIPS risk and protective factors.  This is important as it will help you develop PIPS strategies, as practice for your assessment.</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b="1" sz="1800">
              <a:solidFill>
                <a:srgbClr val="212121"/>
              </a:solidFill>
              <a:latin typeface="Jost"/>
              <a:ea typeface="Jost"/>
              <a:cs typeface="Jost"/>
              <a:sym typeface="Jos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7" name="Shape 2687"/>
        <p:cNvGrpSpPr/>
        <p:nvPr/>
      </p:nvGrpSpPr>
      <p:grpSpPr>
        <a:xfrm>
          <a:off x="0" y="0"/>
          <a:ext cx="0" cy="0"/>
          <a:chOff x="0" y="0"/>
          <a:chExt cx="0" cy="0"/>
        </a:xfrm>
      </p:grpSpPr>
      <p:sp>
        <p:nvSpPr>
          <p:cNvPr id="2688" name="Google Shape;2688;p104"/>
          <p:cNvSpPr txBox="1"/>
          <p:nvPr>
            <p:ph type="ctrTitle"/>
          </p:nvPr>
        </p:nvSpPr>
        <p:spPr>
          <a:xfrm>
            <a:off x="2194950" y="252975"/>
            <a:ext cx="4192800" cy="16878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L2 health</a:t>
            </a:r>
            <a:endParaRPr sz="4600">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Do now - WK 5</a:t>
            </a:r>
            <a:endParaRPr sz="4600">
              <a:solidFill>
                <a:srgbClr val="212121"/>
              </a:solidFill>
              <a:latin typeface="Luckiest Guy"/>
              <a:ea typeface="Luckiest Guy"/>
              <a:cs typeface="Luckiest Guy"/>
              <a:sym typeface="Luckiest Guy"/>
            </a:endParaRPr>
          </a:p>
        </p:txBody>
      </p:sp>
      <p:sp>
        <p:nvSpPr>
          <p:cNvPr id="2689" name="Google Shape;2689;p104"/>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104"/>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104"/>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104"/>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104"/>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104"/>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104"/>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104"/>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104"/>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104"/>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104"/>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104"/>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104"/>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104"/>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104"/>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104"/>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104"/>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104"/>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104"/>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104"/>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104"/>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104"/>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104"/>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104"/>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104"/>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104"/>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104"/>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104"/>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104"/>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104"/>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104"/>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2720" name="Google Shape;2720;p104" title="10 Minute Timer">
            <a:hlinkClick r:id="rId3"/>
          </p:cNvPr>
          <p:cNvPicPr preferRelativeResize="0"/>
          <p:nvPr/>
        </p:nvPicPr>
        <p:blipFill>
          <a:blip r:embed="rId4">
            <a:alphaModFix/>
          </a:blip>
          <a:stretch>
            <a:fillRect/>
          </a:stretch>
        </p:blipFill>
        <p:spPr>
          <a:xfrm>
            <a:off x="6695538" y="656137"/>
            <a:ext cx="1716525" cy="965550"/>
          </a:xfrm>
          <a:prstGeom prst="rect">
            <a:avLst/>
          </a:prstGeom>
          <a:noFill/>
          <a:ln>
            <a:noFill/>
          </a:ln>
        </p:spPr>
      </p:pic>
      <p:sp>
        <p:nvSpPr>
          <p:cNvPr id="2721" name="Google Shape;2721;p104"/>
          <p:cNvSpPr txBox="1"/>
          <p:nvPr>
            <p:ph idx="1" type="subTitle"/>
          </p:nvPr>
        </p:nvSpPr>
        <p:spPr>
          <a:xfrm>
            <a:off x="1852725" y="1910500"/>
            <a:ext cx="5452500" cy="3009600"/>
          </a:xfrm>
          <a:prstGeom prst="rect">
            <a:avLst/>
          </a:prstGeom>
          <a:solidFill>
            <a:schemeClr val="accent6"/>
          </a:solidFill>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Jost"/>
                <a:ea typeface="Jost"/>
                <a:cs typeface="Jost"/>
                <a:sym typeface="Jost"/>
              </a:rPr>
              <a:t>Get out your chromebooks</a:t>
            </a:r>
            <a:endParaRPr>
              <a:latin typeface="Jost"/>
              <a:ea typeface="Jost"/>
              <a:cs typeface="Jost"/>
              <a:sym typeface="Jost"/>
            </a:endParaRPr>
          </a:p>
          <a:p>
            <a:pPr indent="-342900" lvl="0" marL="457200" rtl="0" algn="ctr">
              <a:spcBef>
                <a:spcPts val="0"/>
              </a:spcBef>
              <a:spcAft>
                <a:spcPts val="0"/>
              </a:spcAft>
              <a:buSzPts val="1800"/>
              <a:buFont typeface="Jost"/>
              <a:buAutoNum type="arabicPeriod"/>
            </a:pPr>
            <a:r>
              <a:rPr lang="en">
                <a:latin typeface="Jost"/>
                <a:ea typeface="Jost"/>
                <a:cs typeface="Jost"/>
                <a:sym typeface="Jost"/>
              </a:rPr>
              <a:t>Open at least 3 different types of information sources (websites, articles etc) that you are going to help complete your My Resilient Role model assessment</a:t>
            </a:r>
            <a:endParaRPr>
              <a:latin typeface="Jost"/>
              <a:ea typeface="Jost"/>
              <a:cs typeface="Jost"/>
              <a:sym typeface="Jost"/>
            </a:endParaRPr>
          </a:p>
          <a:p>
            <a:pPr indent="0" lvl="0" marL="0" rtl="0" algn="ctr">
              <a:spcBef>
                <a:spcPts val="0"/>
              </a:spcBef>
              <a:spcAft>
                <a:spcPts val="0"/>
              </a:spcAft>
              <a:buNone/>
            </a:pPr>
            <a:r>
              <a:t/>
            </a:r>
            <a:endParaRPr>
              <a:latin typeface="Jost"/>
              <a:ea typeface="Jost"/>
              <a:cs typeface="Jost"/>
              <a:sym typeface="Jost"/>
            </a:endParaRPr>
          </a:p>
          <a:p>
            <a:pPr indent="0" lvl="0" marL="0" rtl="0" algn="ctr">
              <a:spcBef>
                <a:spcPts val="0"/>
              </a:spcBef>
              <a:spcAft>
                <a:spcPts val="0"/>
              </a:spcAft>
              <a:buNone/>
            </a:pPr>
            <a:r>
              <a:rPr b="1" lang="en">
                <a:latin typeface="Jost"/>
                <a:ea typeface="Jost"/>
                <a:cs typeface="Jost"/>
                <a:sym typeface="Jost"/>
              </a:rPr>
              <a:t>Note</a:t>
            </a:r>
            <a:r>
              <a:rPr lang="en">
                <a:latin typeface="Jost"/>
                <a:ea typeface="Jost"/>
                <a:cs typeface="Jost"/>
                <a:sym typeface="Jost"/>
              </a:rPr>
              <a:t>: These dont have to be sources that have information about your resilient role model they can be related the health concepts we have been learning about in class</a:t>
            </a:r>
            <a:endParaRPr>
              <a:latin typeface="Jost"/>
              <a:ea typeface="Jost"/>
              <a:cs typeface="Jost"/>
              <a:sym typeface="Jos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03"/>
                                        </p:tgtEl>
                                        <p:attrNameLst>
                                          <p:attrName>style.visibility</p:attrName>
                                        </p:attrNameLst>
                                      </p:cBhvr>
                                      <p:to>
                                        <p:strVal val="visible"/>
                                      </p:to>
                                    </p:set>
                                    <p:anim calcmode="lin" valueType="num">
                                      <p:cBhvr additive="base">
                                        <p:cTn dur="200"/>
                                        <p:tgtEl>
                                          <p:spTgt spid="2703"/>
                                        </p:tgtEl>
                                        <p:attrNameLst>
                                          <p:attrName>ppt_w</p:attrName>
                                        </p:attrNameLst>
                                      </p:cBhvr>
                                      <p:tavLst>
                                        <p:tav fmla="" tm="0">
                                          <p:val>
                                            <p:strVal val="0"/>
                                          </p:val>
                                        </p:tav>
                                        <p:tav fmla="" tm="100000">
                                          <p:val>
                                            <p:strVal val="#ppt_w"/>
                                          </p:val>
                                        </p:tav>
                                      </p:tavLst>
                                    </p:anim>
                                    <p:anim calcmode="lin" valueType="num">
                                      <p:cBhvr additive="base">
                                        <p:cTn dur="200"/>
                                        <p:tgtEl>
                                          <p:spTgt spid="2703"/>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710"/>
                                        </p:tgtEl>
                                        <p:attrNameLst>
                                          <p:attrName>style.visibility</p:attrName>
                                        </p:attrNameLst>
                                      </p:cBhvr>
                                      <p:to>
                                        <p:strVal val="visible"/>
                                      </p:to>
                                    </p:set>
                                    <p:anim calcmode="lin" valueType="num">
                                      <p:cBhvr additive="base">
                                        <p:cTn dur="200"/>
                                        <p:tgtEl>
                                          <p:spTgt spid="2710"/>
                                        </p:tgtEl>
                                        <p:attrNameLst>
                                          <p:attrName>ppt_w</p:attrName>
                                        </p:attrNameLst>
                                      </p:cBhvr>
                                      <p:tavLst>
                                        <p:tav fmla="" tm="0">
                                          <p:val>
                                            <p:strVal val="0"/>
                                          </p:val>
                                        </p:tav>
                                        <p:tav fmla="" tm="100000">
                                          <p:val>
                                            <p:strVal val="#ppt_w"/>
                                          </p:val>
                                        </p:tav>
                                      </p:tavLst>
                                    </p:anim>
                                    <p:anim calcmode="lin" valueType="num">
                                      <p:cBhvr additive="base">
                                        <p:cTn dur="200"/>
                                        <p:tgtEl>
                                          <p:spTgt spid="2710"/>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699"/>
                                        </p:tgtEl>
                                        <p:attrNameLst>
                                          <p:attrName>style.visibility</p:attrName>
                                        </p:attrNameLst>
                                      </p:cBhvr>
                                      <p:to>
                                        <p:strVal val="visible"/>
                                      </p:to>
                                    </p:set>
                                    <p:anim calcmode="lin" valueType="num">
                                      <p:cBhvr additive="base">
                                        <p:cTn dur="200"/>
                                        <p:tgtEl>
                                          <p:spTgt spid="2699"/>
                                        </p:tgtEl>
                                        <p:attrNameLst>
                                          <p:attrName>ppt_w</p:attrName>
                                        </p:attrNameLst>
                                      </p:cBhvr>
                                      <p:tavLst>
                                        <p:tav fmla="" tm="0">
                                          <p:val>
                                            <p:strVal val="0"/>
                                          </p:val>
                                        </p:tav>
                                        <p:tav fmla="" tm="100000">
                                          <p:val>
                                            <p:strVal val="#ppt_w"/>
                                          </p:val>
                                        </p:tav>
                                      </p:tavLst>
                                    </p:anim>
                                    <p:anim calcmode="lin" valueType="num">
                                      <p:cBhvr additive="base">
                                        <p:cTn dur="200"/>
                                        <p:tgtEl>
                                          <p:spTgt spid="269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688"/>
                                        </p:tgtEl>
                                        <p:attrNameLst>
                                          <p:attrName>style.visibility</p:attrName>
                                        </p:attrNameLst>
                                      </p:cBhvr>
                                      <p:to>
                                        <p:strVal val="visible"/>
                                      </p:to>
                                    </p:set>
                                    <p:animEffect filter="fade" transition="in">
                                      <p:cBhvr>
                                        <p:cTn dur="300"/>
                                        <p:tgtEl>
                                          <p:spTgt spid="2688"/>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690"/>
                                        </p:tgtEl>
                                        <p:attrNameLst>
                                          <p:attrName>style.visibility</p:attrName>
                                        </p:attrNameLst>
                                      </p:cBhvr>
                                      <p:to>
                                        <p:strVal val="visible"/>
                                      </p:to>
                                    </p:set>
                                    <p:anim calcmode="lin" valueType="num">
                                      <p:cBhvr additive="base">
                                        <p:cTn dur="200"/>
                                        <p:tgtEl>
                                          <p:spTgt spid="2690"/>
                                        </p:tgtEl>
                                        <p:attrNameLst>
                                          <p:attrName>ppt_w</p:attrName>
                                        </p:attrNameLst>
                                      </p:cBhvr>
                                      <p:tavLst>
                                        <p:tav fmla="" tm="0">
                                          <p:val>
                                            <p:strVal val="0"/>
                                          </p:val>
                                        </p:tav>
                                        <p:tav fmla="" tm="100000">
                                          <p:val>
                                            <p:strVal val="#ppt_w"/>
                                          </p:val>
                                        </p:tav>
                                      </p:tavLst>
                                    </p:anim>
                                    <p:anim calcmode="lin" valueType="num">
                                      <p:cBhvr additive="base">
                                        <p:cTn dur="200"/>
                                        <p:tgtEl>
                                          <p:spTgt spid="2690"/>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704"/>
                                        </p:tgtEl>
                                        <p:attrNameLst>
                                          <p:attrName>style.visibility</p:attrName>
                                        </p:attrNameLst>
                                      </p:cBhvr>
                                      <p:to>
                                        <p:strVal val="visible"/>
                                      </p:to>
                                    </p:set>
                                    <p:anim calcmode="lin" valueType="num">
                                      <p:cBhvr additive="base">
                                        <p:cTn dur="200"/>
                                        <p:tgtEl>
                                          <p:spTgt spid="2704"/>
                                        </p:tgtEl>
                                        <p:attrNameLst>
                                          <p:attrName>ppt_w</p:attrName>
                                        </p:attrNameLst>
                                      </p:cBhvr>
                                      <p:tavLst>
                                        <p:tav fmla="" tm="0">
                                          <p:val>
                                            <p:strVal val="0"/>
                                          </p:val>
                                        </p:tav>
                                        <p:tav fmla="" tm="100000">
                                          <p:val>
                                            <p:strVal val="#ppt_w"/>
                                          </p:val>
                                        </p:tav>
                                      </p:tavLst>
                                    </p:anim>
                                    <p:anim calcmode="lin" valueType="num">
                                      <p:cBhvr additive="base">
                                        <p:cTn dur="200"/>
                                        <p:tgtEl>
                                          <p:spTgt spid="2704"/>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692"/>
                                        </p:tgtEl>
                                        <p:attrNameLst>
                                          <p:attrName>style.visibility</p:attrName>
                                        </p:attrNameLst>
                                      </p:cBhvr>
                                      <p:to>
                                        <p:strVal val="visible"/>
                                      </p:to>
                                    </p:set>
                                    <p:anim calcmode="lin" valueType="num">
                                      <p:cBhvr additive="base">
                                        <p:cTn dur="200"/>
                                        <p:tgtEl>
                                          <p:spTgt spid="2692"/>
                                        </p:tgtEl>
                                        <p:attrNameLst>
                                          <p:attrName>ppt_w</p:attrName>
                                        </p:attrNameLst>
                                      </p:cBhvr>
                                      <p:tavLst>
                                        <p:tav fmla="" tm="0">
                                          <p:val>
                                            <p:strVal val="0"/>
                                          </p:val>
                                        </p:tav>
                                        <p:tav fmla="" tm="100000">
                                          <p:val>
                                            <p:strVal val="#ppt_w"/>
                                          </p:val>
                                        </p:tav>
                                      </p:tavLst>
                                    </p:anim>
                                    <p:anim calcmode="lin" valueType="num">
                                      <p:cBhvr additive="base">
                                        <p:cTn dur="200"/>
                                        <p:tgtEl>
                                          <p:spTgt spid="2692"/>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702"/>
                                        </p:tgtEl>
                                        <p:attrNameLst>
                                          <p:attrName>style.visibility</p:attrName>
                                        </p:attrNameLst>
                                      </p:cBhvr>
                                      <p:to>
                                        <p:strVal val="visible"/>
                                      </p:to>
                                    </p:set>
                                    <p:anim calcmode="lin" valueType="num">
                                      <p:cBhvr additive="base">
                                        <p:cTn dur="200"/>
                                        <p:tgtEl>
                                          <p:spTgt spid="2702"/>
                                        </p:tgtEl>
                                        <p:attrNameLst>
                                          <p:attrName>ppt_w</p:attrName>
                                        </p:attrNameLst>
                                      </p:cBhvr>
                                      <p:tavLst>
                                        <p:tav fmla="" tm="0">
                                          <p:val>
                                            <p:strVal val="0"/>
                                          </p:val>
                                        </p:tav>
                                        <p:tav fmla="" tm="100000">
                                          <p:val>
                                            <p:strVal val="#ppt_w"/>
                                          </p:val>
                                        </p:tav>
                                      </p:tavLst>
                                    </p:anim>
                                    <p:anim calcmode="lin" valueType="num">
                                      <p:cBhvr additive="base">
                                        <p:cTn dur="200"/>
                                        <p:tgtEl>
                                          <p:spTgt spid="2702"/>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694"/>
                                        </p:tgtEl>
                                        <p:attrNameLst>
                                          <p:attrName>style.visibility</p:attrName>
                                        </p:attrNameLst>
                                      </p:cBhvr>
                                      <p:to>
                                        <p:strVal val="visible"/>
                                      </p:to>
                                    </p:set>
                                    <p:anim calcmode="lin" valueType="num">
                                      <p:cBhvr additive="base">
                                        <p:cTn dur="200"/>
                                        <p:tgtEl>
                                          <p:spTgt spid="2694"/>
                                        </p:tgtEl>
                                        <p:attrNameLst>
                                          <p:attrName>ppt_w</p:attrName>
                                        </p:attrNameLst>
                                      </p:cBhvr>
                                      <p:tavLst>
                                        <p:tav fmla="" tm="0">
                                          <p:val>
                                            <p:strVal val="0"/>
                                          </p:val>
                                        </p:tav>
                                        <p:tav fmla="" tm="100000">
                                          <p:val>
                                            <p:strVal val="#ppt_w"/>
                                          </p:val>
                                        </p:tav>
                                      </p:tavLst>
                                    </p:anim>
                                    <p:anim calcmode="lin" valueType="num">
                                      <p:cBhvr additive="base">
                                        <p:cTn dur="200"/>
                                        <p:tgtEl>
                                          <p:spTgt spid="2694"/>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712"/>
                                        </p:tgtEl>
                                        <p:attrNameLst>
                                          <p:attrName>style.visibility</p:attrName>
                                        </p:attrNameLst>
                                      </p:cBhvr>
                                      <p:to>
                                        <p:strVal val="visible"/>
                                      </p:to>
                                    </p:set>
                                    <p:anim calcmode="lin" valueType="num">
                                      <p:cBhvr additive="base">
                                        <p:cTn dur="200"/>
                                        <p:tgtEl>
                                          <p:spTgt spid="2712"/>
                                        </p:tgtEl>
                                        <p:attrNameLst>
                                          <p:attrName>ppt_w</p:attrName>
                                        </p:attrNameLst>
                                      </p:cBhvr>
                                      <p:tavLst>
                                        <p:tav fmla="" tm="0">
                                          <p:val>
                                            <p:strVal val="0"/>
                                          </p:val>
                                        </p:tav>
                                        <p:tav fmla="" tm="100000">
                                          <p:val>
                                            <p:strVal val="#ppt_w"/>
                                          </p:val>
                                        </p:tav>
                                      </p:tavLst>
                                    </p:anim>
                                    <p:anim calcmode="lin" valueType="num">
                                      <p:cBhvr additive="base">
                                        <p:cTn dur="200"/>
                                        <p:tgtEl>
                                          <p:spTgt spid="2712"/>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698"/>
                                        </p:tgtEl>
                                        <p:attrNameLst>
                                          <p:attrName>style.visibility</p:attrName>
                                        </p:attrNameLst>
                                      </p:cBhvr>
                                      <p:to>
                                        <p:strVal val="visible"/>
                                      </p:to>
                                    </p:set>
                                    <p:anim calcmode="lin" valueType="num">
                                      <p:cBhvr additive="base">
                                        <p:cTn dur="200"/>
                                        <p:tgtEl>
                                          <p:spTgt spid="2698"/>
                                        </p:tgtEl>
                                        <p:attrNameLst>
                                          <p:attrName>ppt_w</p:attrName>
                                        </p:attrNameLst>
                                      </p:cBhvr>
                                      <p:tavLst>
                                        <p:tav fmla="" tm="0">
                                          <p:val>
                                            <p:strVal val="0"/>
                                          </p:val>
                                        </p:tav>
                                        <p:tav fmla="" tm="100000">
                                          <p:val>
                                            <p:strVal val="#ppt_w"/>
                                          </p:val>
                                        </p:tav>
                                      </p:tavLst>
                                    </p:anim>
                                    <p:anim calcmode="lin" valueType="num">
                                      <p:cBhvr additive="base">
                                        <p:cTn dur="200"/>
                                        <p:tgtEl>
                                          <p:spTgt spid="2698"/>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691"/>
                                        </p:tgtEl>
                                        <p:attrNameLst>
                                          <p:attrName>style.visibility</p:attrName>
                                        </p:attrNameLst>
                                      </p:cBhvr>
                                      <p:to>
                                        <p:strVal val="visible"/>
                                      </p:to>
                                    </p:set>
                                    <p:anim calcmode="lin" valueType="num">
                                      <p:cBhvr additive="base">
                                        <p:cTn dur="200"/>
                                        <p:tgtEl>
                                          <p:spTgt spid="2691"/>
                                        </p:tgtEl>
                                        <p:attrNameLst>
                                          <p:attrName>ppt_w</p:attrName>
                                        </p:attrNameLst>
                                      </p:cBhvr>
                                      <p:tavLst>
                                        <p:tav fmla="" tm="0">
                                          <p:val>
                                            <p:strVal val="0"/>
                                          </p:val>
                                        </p:tav>
                                        <p:tav fmla="" tm="100000">
                                          <p:val>
                                            <p:strVal val="#ppt_w"/>
                                          </p:val>
                                        </p:tav>
                                      </p:tavLst>
                                    </p:anim>
                                    <p:anim calcmode="lin" valueType="num">
                                      <p:cBhvr additive="base">
                                        <p:cTn dur="200"/>
                                        <p:tgtEl>
                                          <p:spTgt spid="2691"/>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689"/>
                                        </p:tgtEl>
                                        <p:attrNameLst>
                                          <p:attrName>style.visibility</p:attrName>
                                        </p:attrNameLst>
                                      </p:cBhvr>
                                      <p:to>
                                        <p:strVal val="visible"/>
                                      </p:to>
                                    </p:set>
                                    <p:anim calcmode="lin" valueType="num">
                                      <p:cBhvr additive="base">
                                        <p:cTn dur="200"/>
                                        <p:tgtEl>
                                          <p:spTgt spid="2689"/>
                                        </p:tgtEl>
                                        <p:attrNameLst>
                                          <p:attrName>ppt_w</p:attrName>
                                        </p:attrNameLst>
                                      </p:cBhvr>
                                      <p:tavLst>
                                        <p:tav fmla="" tm="0">
                                          <p:val>
                                            <p:strVal val="0"/>
                                          </p:val>
                                        </p:tav>
                                        <p:tav fmla="" tm="100000">
                                          <p:val>
                                            <p:strVal val="#ppt_w"/>
                                          </p:val>
                                        </p:tav>
                                      </p:tavLst>
                                    </p:anim>
                                    <p:anim calcmode="lin" valueType="num">
                                      <p:cBhvr additive="base">
                                        <p:cTn dur="200"/>
                                        <p:tgtEl>
                                          <p:spTgt spid="2689"/>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693"/>
                                        </p:tgtEl>
                                        <p:attrNameLst>
                                          <p:attrName>style.visibility</p:attrName>
                                        </p:attrNameLst>
                                      </p:cBhvr>
                                      <p:to>
                                        <p:strVal val="visible"/>
                                      </p:to>
                                    </p:set>
                                    <p:anim calcmode="lin" valueType="num">
                                      <p:cBhvr additive="base">
                                        <p:cTn dur="200"/>
                                        <p:tgtEl>
                                          <p:spTgt spid="2693"/>
                                        </p:tgtEl>
                                        <p:attrNameLst>
                                          <p:attrName>ppt_w</p:attrName>
                                        </p:attrNameLst>
                                      </p:cBhvr>
                                      <p:tavLst>
                                        <p:tav fmla="" tm="0">
                                          <p:val>
                                            <p:strVal val="0"/>
                                          </p:val>
                                        </p:tav>
                                        <p:tav fmla="" tm="100000">
                                          <p:val>
                                            <p:strVal val="#ppt_w"/>
                                          </p:val>
                                        </p:tav>
                                      </p:tavLst>
                                    </p:anim>
                                    <p:anim calcmode="lin" valueType="num">
                                      <p:cBhvr additive="base">
                                        <p:cTn dur="200"/>
                                        <p:tgtEl>
                                          <p:spTgt spid="2693"/>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705"/>
                                        </p:tgtEl>
                                        <p:attrNameLst>
                                          <p:attrName>style.visibility</p:attrName>
                                        </p:attrNameLst>
                                      </p:cBhvr>
                                      <p:to>
                                        <p:strVal val="visible"/>
                                      </p:to>
                                    </p:set>
                                    <p:anim calcmode="lin" valueType="num">
                                      <p:cBhvr additive="base">
                                        <p:cTn dur="200"/>
                                        <p:tgtEl>
                                          <p:spTgt spid="2705"/>
                                        </p:tgtEl>
                                        <p:attrNameLst>
                                          <p:attrName>ppt_w</p:attrName>
                                        </p:attrNameLst>
                                      </p:cBhvr>
                                      <p:tavLst>
                                        <p:tav fmla="" tm="0">
                                          <p:val>
                                            <p:strVal val="0"/>
                                          </p:val>
                                        </p:tav>
                                        <p:tav fmla="" tm="100000">
                                          <p:val>
                                            <p:strVal val="#ppt_w"/>
                                          </p:val>
                                        </p:tav>
                                      </p:tavLst>
                                    </p:anim>
                                    <p:anim calcmode="lin" valueType="num">
                                      <p:cBhvr additive="base">
                                        <p:cTn dur="200"/>
                                        <p:tgtEl>
                                          <p:spTgt spid="2705"/>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713"/>
                                        </p:tgtEl>
                                        <p:attrNameLst>
                                          <p:attrName>style.visibility</p:attrName>
                                        </p:attrNameLst>
                                      </p:cBhvr>
                                      <p:to>
                                        <p:strVal val="visible"/>
                                      </p:to>
                                    </p:set>
                                    <p:anim calcmode="lin" valueType="num">
                                      <p:cBhvr additive="base">
                                        <p:cTn dur="200"/>
                                        <p:tgtEl>
                                          <p:spTgt spid="2713"/>
                                        </p:tgtEl>
                                        <p:attrNameLst>
                                          <p:attrName>ppt_w</p:attrName>
                                        </p:attrNameLst>
                                      </p:cBhvr>
                                      <p:tavLst>
                                        <p:tav fmla="" tm="0">
                                          <p:val>
                                            <p:strVal val="0"/>
                                          </p:val>
                                        </p:tav>
                                        <p:tav fmla="" tm="100000">
                                          <p:val>
                                            <p:strVal val="#ppt_w"/>
                                          </p:val>
                                        </p:tav>
                                      </p:tavLst>
                                    </p:anim>
                                    <p:anim calcmode="lin" valueType="num">
                                      <p:cBhvr additive="base">
                                        <p:cTn dur="200"/>
                                        <p:tgtEl>
                                          <p:spTgt spid="2713"/>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696"/>
                                        </p:tgtEl>
                                        <p:attrNameLst>
                                          <p:attrName>style.visibility</p:attrName>
                                        </p:attrNameLst>
                                      </p:cBhvr>
                                      <p:to>
                                        <p:strVal val="visible"/>
                                      </p:to>
                                    </p:set>
                                    <p:anim calcmode="lin" valueType="num">
                                      <p:cBhvr additive="base">
                                        <p:cTn dur="200"/>
                                        <p:tgtEl>
                                          <p:spTgt spid="2696"/>
                                        </p:tgtEl>
                                        <p:attrNameLst>
                                          <p:attrName>ppt_w</p:attrName>
                                        </p:attrNameLst>
                                      </p:cBhvr>
                                      <p:tavLst>
                                        <p:tav fmla="" tm="0">
                                          <p:val>
                                            <p:strVal val="0"/>
                                          </p:val>
                                        </p:tav>
                                        <p:tav fmla="" tm="100000">
                                          <p:val>
                                            <p:strVal val="#ppt_w"/>
                                          </p:val>
                                        </p:tav>
                                      </p:tavLst>
                                    </p:anim>
                                    <p:anim calcmode="lin" valueType="num">
                                      <p:cBhvr additive="base">
                                        <p:cTn dur="200"/>
                                        <p:tgtEl>
                                          <p:spTgt spid="2696"/>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697"/>
                                        </p:tgtEl>
                                        <p:attrNameLst>
                                          <p:attrName>style.visibility</p:attrName>
                                        </p:attrNameLst>
                                      </p:cBhvr>
                                      <p:to>
                                        <p:strVal val="visible"/>
                                      </p:to>
                                    </p:set>
                                    <p:anim calcmode="lin" valueType="num">
                                      <p:cBhvr additive="base">
                                        <p:cTn dur="200"/>
                                        <p:tgtEl>
                                          <p:spTgt spid="2697"/>
                                        </p:tgtEl>
                                        <p:attrNameLst>
                                          <p:attrName>ppt_w</p:attrName>
                                        </p:attrNameLst>
                                      </p:cBhvr>
                                      <p:tavLst>
                                        <p:tav fmla="" tm="0">
                                          <p:val>
                                            <p:strVal val="0"/>
                                          </p:val>
                                        </p:tav>
                                        <p:tav fmla="" tm="100000">
                                          <p:val>
                                            <p:strVal val="#ppt_w"/>
                                          </p:val>
                                        </p:tav>
                                      </p:tavLst>
                                    </p:anim>
                                    <p:anim calcmode="lin" valueType="num">
                                      <p:cBhvr additive="base">
                                        <p:cTn dur="200"/>
                                        <p:tgtEl>
                                          <p:spTgt spid="2697"/>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706"/>
                                        </p:tgtEl>
                                        <p:attrNameLst>
                                          <p:attrName>style.visibility</p:attrName>
                                        </p:attrNameLst>
                                      </p:cBhvr>
                                      <p:to>
                                        <p:strVal val="visible"/>
                                      </p:to>
                                    </p:set>
                                    <p:anim calcmode="lin" valueType="num">
                                      <p:cBhvr additive="base">
                                        <p:cTn dur="200"/>
                                        <p:tgtEl>
                                          <p:spTgt spid="2706"/>
                                        </p:tgtEl>
                                        <p:attrNameLst>
                                          <p:attrName>ppt_w</p:attrName>
                                        </p:attrNameLst>
                                      </p:cBhvr>
                                      <p:tavLst>
                                        <p:tav fmla="" tm="0">
                                          <p:val>
                                            <p:strVal val="0"/>
                                          </p:val>
                                        </p:tav>
                                        <p:tav fmla="" tm="100000">
                                          <p:val>
                                            <p:strVal val="#ppt_w"/>
                                          </p:val>
                                        </p:tav>
                                      </p:tavLst>
                                    </p:anim>
                                    <p:anim calcmode="lin" valueType="num">
                                      <p:cBhvr additive="base">
                                        <p:cTn dur="200"/>
                                        <p:tgtEl>
                                          <p:spTgt spid="2706"/>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695"/>
                                        </p:tgtEl>
                                        <p:attrNameLst>
                                          <p:attrName>style.visibility</p:attrName>
                                        </p:attrNameLst>
                                      </p:cBhvr>
                                      <p:to>
                                        <p:strVal val="visible"/>
                                      </p:to>
                                    </p:set>
                                    <p:anim calcmode="lin" valueType="num">
                                      <p:cBhvr additive="base">
                                        <p:cTn dur="200"/>
                                        <p:tgtEl>
                                          <p:spTgt spid="2695"/>
                                        </p:tgtEl>
                                        <p:attrNameLst>
                                          <p:attrName>ppt_w</p:attrName>
                                        </p:attrNameLst>
                                      </p:cBhvr>
                                      <p:tavLst>
                                        <p:tav fmla="" tm="0">
                                          <p:val>
                                            <p:strVal val="0"/>
                                          </p:val>
                                        </p:tav>
                                        <p:tav fmla="" tm="100000">
                                          <p:val>
                                            <p:strVal val="#ppt_w"/>
                                          </p:val>
                                        </p:tav>
                                      </p:tavLst>
                                    </p:anim>
                                    <p:anim calcmode="lin" valueType="num">
                                      <p:cBhvr additive="base">
                                        <p:cTn dur="200"/>
                                        <p:tgtEl>
                                          <p:spTgt spid="2695"/>
                                        </p:tgtEl>
                                        <p:attrNameLst>
                                          <p:attrName>ppt_h</p:attrName>
                                        </p:attrNameLst>
                                      </p:cBhvr>
                                      <p:tavLst>
                                        <p:tav fmla="" tm="0">
                                          <p:val>
                                            <p:strVal val="0"/>
                                          </p:val>
                                        </p:tav>
                                        <p:tav fmla="" tm="100000">
                                          <p:val>
                                            <p:strVal val="#ppt_h"/>
                                          </p:val>
                                        </p:tav>
                                      </p:tavLst>
                                    </p:anim>
                                  </p:childTnLst>
                                </p:cTn>
                              </p:par>
                            </p:childTnLst>
                          </p:cTn>
                        </p:par>
                        <p:par>
                          <p:cTn fill="hold">
                            <p:stCondLst>
                              <p:cond delay="3900"/>
                            </p:stCondLst>
                            <p:childTnLst>
                              <p:par>
                                <p:cTn fill="hold" nodeType="afterEffect" presetClass="entr" presetID="23" presetSubtype="16">
                                  <p:stCondLst>
                                    <p:cond delay="0"/>
                                  </p:stCondLst>
                                  <p:childTnLst>
                                    <p:set>
                                      <p:cBhvr>
                                        <p:cTn dur="1" fill="hold">
                                          <p:stCondLst>
                                            <p:cond delay="0"/>
                                          </p:stCondLst>
                                        </p:cTn>
                                        <p:tgtEl>
                                          <p:spTgt spid="2707"/>
                                        </p:tgtEl>
                                        <p:attrNameLst>
                                          <p:attrName>style.visibility</p:attrName>
                                        </p:attrNameLst>
                                      </p:cBhvr>
                                      <p:to>
                                        <p:strVal val="visible"/>
                                      </p:to>
                                    </p:set>
                                    <p:anim calcmode="lin" valueType="num">
                                      <p:cBhvr additive="base">
                                        <p:cTn dur="200"/>
                                        <p:tgtEl>
                                          <p:spTgt spid="2707"/>
                                        </p:tgtEl>
                                        <p:attrNameLst>
                                          <p:attrName>ppt_w</p:attrName>
                                        </p:attrNameLst>
                                      </p:cBhvr>
                                      <p:tavLst>
                                        <p:tav fmla="" tm="0">
                                          <p:val>
                                            <p:strVal val="0"/>
                                          </p:val>
                                        </p:tav>
                                        <p:tav fmla="" tm="100000">
                                          <p:val>
                                            <p:strVal val="#ppt_w"/>
                                          </p:val>
                                        </p:tav>
                                      </p:tavLst>
                                    </p:anim>
                                    <p:anim calcmode="lin" valueType="num">
                                      <p:cBhvr additive="base">
                                        <p:cTn dur="200"/>
                                        <p:tgtEl>
                                          <p:spTgt spid="2707"/>
                                        </p:tgtEl>
                                        <p:attrNameLst>
                                          <p:attrName>ppt_h</p:attrName>
                                        </p:attrNameLst>
                                      </p:cBhvr>
                                      <p:tavLst>
                                        <p:tav fmla="" tm="0">
                                          <p:val>
                                            <p:strVal val="0"/>
                                          </p:val>
                                        </p:tav>
                                        <p:tav fmla="" tm="100000">
                                          <p:val>
                                            <p:strVal val="#ppt_h"/>
                                          </p:val>
                                        </p:tav>
                                      </p:tavLst>
                                    </p:anim>
                                  </p:childTnLst>
                                </p:cTn>
                              </p:par>
                            </p:childTnLst>
                          </p:cTn>
                        </p:par>
                        <p:par>
                          <p:cTn fill="hold">
                            <p:stCondLst>
                              <p:cond delay="4100"/>
                            </p:stCondLst>
                            <p:childTnLst>
                              <p:par>
                                <p:cTn fill="hold" nodeType="afterEffect" presetClass="entr" presetID="23" presetSubtype="16">
                                  <p:stCondLst>
                                    <p:cond delay="0"/>
                                  </p:stCondLst>
                                  <p:childTnLst>
                                    <p:set>
                                      <p:cBhvr>
                                        <p:cTn dur="1" fill="hold">
                                          <p:stCondLst>
                                            <p:cond delay="0"/>
                                          </p:stCondLst>
                                        </p:cTn>
                                        <p:tgtEl>
                                          <p:spTgt spid="2711"/>
                                        </p:tgtEl>
                                        <p:attrNameLst>
                                          <p:attrName>style.visibility</p:attrName>
                                        </p:attrNameLst>
                                      </p:cBhvr>
                                      <p:to>
                                        <p:strVal val="visible"/>
                                      </p:to>
                                    </p:set>
                                    <p:anim calcmode="lin" valueType="num">
                                      <p:cBhvr additive="base">
                                        <p:cTn dur="200"/>
                                        <p:tgtEl>
                                          <p:spTgt spid="2711"/>
                                        </p:tgtEl>
                                        <p:attrNameLst>
                                          <p:attrName>ppt_w</p:attrName>
                                        </p:attrNameLst>
                                      </p:cBhvr>
                                      <p:tavLst>
                                        <p:tav fmla="" tm="0">
                                          <p:val>
                                            <p:strVal val="0"/>
                                          </p:val>
                                        </p:tav>
                                        <p:tav fmla="" tm="100000">
                                          <p:val>
                                            <p:strVal val="#ppt_w"/>
                                          </p:val>
                                        </p:tav>
                                      </p:tavLst>
                                    </p:anim>
                                    <p:anim calcmode="lin" valueType="num">
                                      <p:cBhvr additive="base">
                                        <p:cTn dur="200"/>
                                        <p:tgtEl>
                                          <p:spTgt spid="2711"/>
                                        </p:tgtEl>
                                        <p:attrNameLst>
                                          <p:attrName>ppt_h</p:attrName>
                                        </p:attrNameLst>
                                      </p:cBhvr>
                                      <p:tavLst>
                                        <p:tav fmla="" tm="0">
                                          <p:val>
                                            <p:strVal val="0"/>
                                          </p:val>
                                        </p:tav>
                                        <p:tav fmla="" tm="100000">
                                          <p:val>
                                            <p:strVal val="#ppt_h"/>
                                          </p:val>
                                        </p:tav>
                                      </p:tavLst>
                                    </p:anim>
                                  </p:childTnLst>
                                </p:cTn>
                              </p:par>
                            </p:childTnLst>
                          </p:cTn>
                        </p:par>
                        <p:par>
                          <p:cTn fill="hold">
                            <p:stCondLst>
                              <p:cond delay="4300"/>
                            </p:stCondLst>
                            <p:childTnLst>
                              <p:par>
                                <p:cTn fill="hold" nodeType="afterEffect" presetClass="entr" presetID="23" presetSubtype="16">
                                  <p:stCondLst>
                                    <p:cond delay="0"/>
                                  </p:stCondLst>
                                  <p:childTnLst>
                                    <p:set>
                                      <p:cBhvr>
                                        <p:cTn dur="1" fill="hold">
                                          <p:stCondLst>
                                            <p:cond delay="0"/>
                                          </p:stCondLst>
                                        </p:cTn>
                                        <p:tgtEl>
                                          <p:spTgt spid="2709"/>
                                        </p:tgtEl>
                                        <p:attrNameLst>
                                          <p:attrName>style.visibility</p:attrName>
                                        </p:attrNameLst>
                                      </p:cBhvr>
                                      <p:to>
                                        <p:strVal val="visible"/>
                                      </p:to>
                                    </p:set>
                                    <p:anim calcmode="lin" valueType="num">
                                      <p:cBhvr additive="base">
                                        <p:cTn dur="200"/>
                                        <p:tgtEl>
                                          <p:spTgt spid="2709"/>
                                        </p:tgtEl>
                                        <p:attrNameLst>
                                          <p:attrName>ppt_w</p:attrName>
                                        </p:attrNameLst>
                                      </p:cBhvr>
                                      <p:tavLst>
                                        <p:tav fmla="" tm="0">
                                          <p:val>
                                            <p:strVal val="0"/>
                                          </p:val>
                                        </p:tav>
                                        <p:tav fmla="" tm="100000">
                                          <p:val>
                                            <p:strVal val="#ppt_w"/>
                                          </p:val>
                                        </p:tav>
                                      </p:tavLst>
                                    </p:anim>
                                    <p:anim calcmode="lin" valueType="num">
                                      <p:cBhvr additive="base">
                                        <p:cTn dur="200"/>
                                        <p:tgtEl>
                                          <p:spTgt spid="2709"/>
                                        </p:tgtEl>
                                        <p:attrNameLst>
                                          <p:attrName>ppt_h</p:attrName>
                                        </p:attrNameLst>
                                      </p:cBhvr>
                                      <p:tavLst>
                                        <p:tav fmla="" tm="0">
                                          <p:val>
                                            <p:strVal val="0"/>
                                          </p:val>
                                        </p:tav>
                                        <p:tav fmla="" tm="100000">
                                          <p:val>
                                            <p:strVal val="#ppt_h"/>
                                          </p:val>
                                        </p:tav>
                                      </p:tavLst>
                                    </p:anim>
                                  </p:childTnLst>
                                </p:cTn>
                              </p:par>
                            </p:childTnLst>
                          </p:cTn>
                        </p:par>
                        <p:par>
                          <p:cTn fill="hold">
                            <p:stCondLst>
                              <p:cond delay="4500"/>
                            </p:stCondLst>
                            <p:childTnLst>
                              <p:par>
                                <p:cTn fill="hold" nodeType="afterEffect" presetClass="entr" presetID="23" presetSubtype="16">
                                  <p:stCondLst>
                                    <p:cond delay="0"/>
                                  </p:stCondLst>
                                  <p:childTnLst>
                                    <p:set>
                                      <p:cBhvr>
                                        <p:cTn dur="1" fill="hold">
                                          <p:stCondLst>
                                            <p:cond delay="0"/>
                                          </p:stCondLst>
                                        </p:cTn>
                                        <p:tgtEl>
                                          <p:spTgt spid="2708"/>
                                        </p:tgtEl>
                                        <p:attrNameLst>
                                          <p:attrName>style.visibility</p:attrName>
                                        </p:attrNameLst>
                                      </p:cBhvr>
                                      <p:to>
                                        <p:strVal val="visible"/>
                                      </p:to>
                                    </p:set>
                                    <p:anim calcmode="lin" valueType="num">
                                      <p:cBhvr additive="base">
                                        <p:cTn dur="200"/>
                                        <p:tgtEl>
                                          <p:spTgt spid="2708"/>
                                        </p:tgtEl>
                                        <p:attrNameLst>
                                          <p:attrName>ppt_w</p:attrName>
                                        </p:attrNameLst>
                                      </p:cBhvr>
                                      <p:tavLst>
                                        <p:tav fmla="" tm="0">
                                          <p:val>
                                            <p:strVal val="0"/>
                                          </p:val>
                                        </p:tav>
                                        <p:tav fmla="" tm="100000">
                                          <p:val>
                                            <p:strVal val="#ppt_w"/>
                                          </p:val>
                                        </p:tav>
                                      </p:tavLst>
                                    </p:anim>
                                    <p:anim calcmode="lin" valueType="num">
                                      <p:cBhvr additive="base">
                                        <p:cTn dur="200"/>
                                        <p:tgtEl>
                                          <p:spTgt spid="2708"/>
                                        </p:tgtEl>
                                        <p:attrNameLst>
                                          <p:attrName>ppt_h</p:attrName>
                                        </p:attrNameLst>
                                      </p:cBhvr>
                                      <p:tavLst>
                                        <p:tav fmla="" tm="0">
                                          <p:val>
                                            <p:strVal val="0"/>
                                          </p:val>
                                        </p:tav>
                                        <p:tav fmla="" tm="100000">
                                          <p:val>
                                            <p:strVal val="#ppt_h"/>
                                          </p:val>
                                        </p:tav>
                                      </p:tavLst>
                                    </p:anim>
                                  </p:childTnLst>
                                </p:cTn>
                              </p:par>
                            </p:childTnLst>
                          </p:cTn>
                        </p:par>
                        <p:par>
                          <p:cTn fill="hold">
                            <p:stCondLst>
                              <p:cond delay="4700"/>
                            </p:stCondLst>
                            <p:childTnLst>
                              <p:par>
                                <p:cTn fill="hold" nodeType="afterEffect" presetClass="entr" presetID="23" presetSubtype="16">
                                  <p:stCondLst>
                                    <p:cond delay="0"/>
                                  </p:stCondLst>
                                  <p:childTnLst>
                                    <p:set>
                                      <p:cBhvr>
                                        <p:cTn dur="1" fill="hold">
                                          <p:stCondLst>
                                            <p:cond delay="0"/>
                                          </p:stCondLst>
                                        </p:cTn>
                                        <p:tgtEl>
                                          <p:spTgt spid="2700"/>
                                        </p:tgtEl>
                                        <p:attrNameLst>
                                          <p:attrName>style.visibility</p:attrName>
                                        </p:attrNameLst>
                                      </p:cBhvr>
                                      <p:to>
                                        <p:strVal val="visible"/>
                                      </p:to>
                                    </p:set>
                                    <p:anim calcmode="lin" valueType="num">
                                      <p:cBhvr additive="base">
                                        <p:cTn dur="200"/>
                                        <p:tgtEl>
                                          <p:spTgt spid="2700"/>
                                        </p:tgtEl>
                                        <p:attrNameLst>
                                          <p:attrName>ppt_w</p:attrName>
                                        </p:attrNameLst>
                                      </p:cBhvr>
                                      <p:tavLst>
                                        <p:tav fmla="" tm="0">
                                          <p:val>
                                            <p:strVal val="0"/>
                                          </p:val>
                                        </p:tav>
                                        <p:tav fmla="" tm="100000">
                                          <p:val>
                                            <p:strVal val="#ppt_w"/>
                                          </p:val>
                                        </p:tav>
                                      </p:tavLst>
                                    </p:anim>
                                    <p:anim calcmode="lin" valueType="num">
                                      <p:cBhvr additive="base">
                                        <p:cTn dur="200"/>
                                        <p:tgtEl>
                                          <p:spTgt spid="2700"/>
                                        </p:tgtEl>
                                        <p:attrNameLst>
                                          <p:attrName>ppt_h</p:attrName>
                                        </p:attrNameLst>
                                      </p:cBhvr>
                                      <p:tavLst>
                                        <p:tav fmla="" tm="0">
                                          <p:val>
                                            <p:strVal val="0"/>
                                          </p:val>
                                        </p:tav>
                                        <p:tav fmla="" tm="100000">
                                          <p:val>
                                            <p:strVal val="#ppt_h"/>
                                          </p:val>
                                        </p:tav>
                                      </p:tavLst>
                                    </p:anim>
                                  </p:childTnLst>
                                </p:cTn>
                              </p:par>
                            </p:childTnLst>
                          </p:cTn>
                        </p:par>
                        <p:par>
                          <p:cTn fill="hold">
                            <p:stCondLst>
                              <p:cond delay="4900"/>
                            </p:stCondLst>
                            <p:childTnLst>
                              <p:par>
                                <p:cTn fill="hold" nodeType="afterEffect" presetClass="entr" presetID="23" presetSubtype="16">
                                  <p:stCondLst>
                                    <p:cond delay="0"/>
                                  </p:stCondLst>
                                  <p:childTnLst>
                                    <p:set>
                                      <p:cBhvr>
                                        <p:cTn dur="1" fill="hold">
                                          <p:stCondLst>
                                            <p:cond delay="0"/>
                                          </p:stCondLst>
                                        </p:cTn>
                                        <p:tgtEl>
                                          <p:spTgt spid="2701"/>
                                        </p:tgtEl>
                                        <p:attrNameLst>
                                          <p:attrName>style.visibility</p:attrName>
                                        </p:attrNameLst>
                                      </p:cBhvr>
                                      <p:to>
                                        <p:strVal val="visible"/>
                                      </p:to>
                                    </p:set>
                                    <p:anim calcmode="lin" valueType="num">
                                      <p:cBhvr additive="base">
                                        <p:cTn dur="200"/>
                                        <p:tgtEl>
                                          <p:spTgt spid="2701"/>
                                        </p:tgtEl>
                                        <p:attrNameLst>
                                          <p:attrName>ppt_w</p:attrName>
                                        </p:attrNameLst>
                                      </p:cBhvr>
                                      <p:tavLst>
                                        <p:tav fmla="" tm="0">
                                          <p:val>
                                            <p:strVal val="0"/>
                                          </p:val>
                                        </p:tav>
                                        <p:tav fmla="" tm="100000">
                                          <p:val>
                                            <p:strVal val="#ppt_w"/>
                                          </p:val>
                                        </p:tav>
                                      </p:tavLst>
                                    </p:anim>
                                    <p:anim calcmode="lin" valueType="num">
                                      <p:cBhvr additive="base">
                                        <p:cTn dur="200"/>
                                        <p:tgtEl>
                                          <p:spTgt spid="2701"/>
                                        </p:tgtEl>
                                        <p:attrNameLst>
                                          <p:attrName>ppt_h</p:attrName>
                                        </p:attrNameLst>
                                      </p:cBhvr>
                                      <p:tavLst>
                                        <p:tav fmla="" tm="0">
                                          <p:val>
                                            <p:strVal val="0"/>
                                          </p:val>
                                        </p:tav>
                                        <p:tav fmla="" tm="100000">
                                          <p:val>
                                            <p:strVal val="#ppt_h"/>
                                          </p:val>
                                        </p:tav>
                                      </p:tavLst>
                                    </p:anim>
                                  </p:childTnLst>
                                </p:cTn>
                              </p:par>
                            </p:childTnLst>
                          </p:cTn>
                        </p:par>
                        <p:par>
                          <p:cTn fill="hold">
                            <p:stCondLst>
                              <p:cond delay="5100"/>
                            </p:stCondLst>
                            <p:childTnLst>
                              <p:par>
                                <p:cTn fill="hold" nodeType="afterEffect" presetClass="entr" presetID="23" presetSubtype="16">
                                  <p:stCondLst>
                                    <p:cond delay="0"/>
                                  </p:stCondLst>
                                  <p:childTnLst>
                                    <p:set>
                                      <p:cBhvr>
                                        <p:cTn dur="1" fill="hold">
                                          <p:stCondLst>
                                            <p:cond delay="0"/>
                                          </p:stCondLst>
                                        </p:cTn>
                                        <p:tgtEl>
                                          <p:spTgt spid="2693"/>
                                        </p:tgtEl>
                                        <p:attrNameLst>
                                          <p:attrName>style.visibility</p:attrName>
                                        </p:attrNameLst>
                                      </p:cBhvr>
                                      <p:to>
                                        <p:strVal val="visible"/>
                                      </p:to>
                                    </p:set>
                                    <p:anim calcmode="lin" valueType="num">
                                      <p:cBhvr additive="base">
                                        <p:cTn dur="200"/>
                                        <p:tgtEl>
                                          <p:spTgt spid="2693"/>
                                        </p:tgtEl>
                                        <p:attrNameLst>
                                          <p:attrName>ppt_w</p:attrName>
                                        </p:attrNameLst>
                                      </p:cBhvr>
                                      <p:tavLst>
                                        <p:tav fmla="" tm="0">
                                          <p:val>
                                            <p:strVal val="0"/>
                                          </p:val>
                                        </p:tav>
                                        <p:tav fmla="" tm="100000">
                                          <p:val>
                                            <p:strVal val="#ppt_w"/>
                                          </p:val>
                                        </p:tav>
                                      </p:tavLst>
                                    </p:anim>
                                    <p:anim calcmode="lin" valueType="num">
                                      <p:cBhvr additive="base">
                                        <p:cTn dur="200"/>
                                        <p:tgtEl>
                                          <p:spTgt spid="2693"/>
                                        </p:tgtEl>
                                        <p:attrNameLst>
                                          <p:attrName>ppt_h</p:attrName>
                                        </p:attrNameLst>
                                      </p:cBhvr>
                                      <p:tavLst>
                                        <p:tav fmla="" tm="0">
                                          <p:val>
                                            <p:strVal val="0"/>
                                          </p:val>
                                        </p:tav>
                                        <p:tav fmla="" tm="100000">
                                          <p:val>
                                            <p:strVal val="#ppt_h"/>
                                          </p:val>
                                        </p:tav>
                                      </p:tavLst>
                                    </p:anim>
                                  </p:childTnLst>
                                </p:cTn>
                              </p:par>
                            </p:childTnLst>
                          </p:cTn>
                        </p:par>
                        <p:par>
                          <p:cTn fill="hold">
                            <p:stCondLst>
                              <p:cond delay="5300"/>
                            </p:stCondLst>
                            <p:childTnLst>
                              <p:par>
                                <p:cTn fill="hold" nodeType="afterEffect" presetClass="entr" presetID="23" presetSubtype="16">
                                  <p:stCondLst>
                                    <p:cond delay="0"/>
                                  </p:stCondLst>
                                  <p:childTnLst>
                                    <p:set>
                                      <p:cBhvr>
                                        <p:cTn dur="1" fill="hold">
                                          <p:stCondLst>
                                            <p:cond delay="0"/>
                                          </p:stCondLst>
                                        </p:cTn>
                                        <p:tgtEl>
                                          <p:spTgt spid="2716"/>
                                        </p:tgtEl>
                                        <p:attrNameLst>
                                          <p:attrName>style.visibility</p:attrName>
                                        </p:attrNameLst>
                                      </p:cBhvr>
                                      <p:to>
                                        <p:strVal val="visible"/>
                                      </p:to>
                                    </p:set>
                                    <p:anim calcmode="lin" valueType="num">
                                      <p:cBhvr additive="base">
                                        <p:cTn dur="200"/>
                                        <p:tgtEl>
                                          <p:spTgt spid="2716"/>
                                        </p:tgtEl>
                                        <p:attrNameLst>
                                          <p:attrName>ppt_w</p:attrName>
                                        </p:attrNameLst>
                                      </p:cBhvr>
                                      <p:tavLst>
                                        <p:tav fmla="" tm="0">
                                          <p:val>
                                            <p:strVal val="0"/>
                                          </p:val>
                                        </p:tav>
                                        <p:tav fmla="" tm="100000">
                                          <p:val>
                                            <p:strVal val="#ppt_w"/>
                                          </p:val>
                                        </p:tav>
                                      </p:tavLst>
                                    </p:anim>
                                    <p:anim calcmode="lin" valueType="num">
                                      <p:cBhvr additive="base">
                                        <p:cTn dur="200"/>
                                        <p:tgtEl>
                                          <p:spTgt spid="2716"/>
                                        </p:tgtEl>
                                        <p:attrNameLst>
                                          <p:attrName>ppt_h</p:attrName>
                                        </p:attrNameLst>
                                      </p:cBhvr>
                                      <p:tavLst>
                                        <p:tav fmla="" tm="0">
                                          <p:val>
                                            <p:strVal val="0"/>
                                          </p:val>
                                        </p:tav>
                                        <p:tav fmla="" tm="100000">
                                          <p:val>
                                            <p:strVal val="#ppt_h"/>
                                          </p:val>
                                        </p:tav>
                                      </p:tavLst>
                                    </p:anim>
                                  </p:childTnLst>
                                </p:cTn>
                              </p:par>
                            </p:childTnLst>
                          </p:cTn>
                        </p:par>
                        <p:par>
                          <p:cTn fill="hold">
                            <p:stCondLst>
                              <p:cond delay="5500"/>
                            </p:stCondLst>
                            <p:childTnLst>
                              <p:par>
                                <p:cTn fill="hold" nodeType="afterEffect" presetClass="entr" presetID="23" presetSubtype="16">
                                  <p:stCondLst>
                                    <p:cond delay="0"/>
                                  </p:stCondLst>
                                  <p:childTnLst>
                                    <p:set>
                                      <p:cBhvr>
                                        <p:cTn dur="1" fill="hold">
                                          <p:stCondLst>
                                            <p:cond delay="0"/>
                                          </p:stCondLst>
                                        </p:cTn>
                                        <p:tgtEl>
                                          <p:spTgt spid="2714"/>
                                        </p:tgtEl>
                                        <p:attrNameLst>
                                          <p:attrName>style.visibility</p:attrName>
                                        </p:attrNameLst>
                                      </p:cBhvr>
                                      <p:to>
                                        <p:strVal val="visible"/>
                                      </p:to>
                                    </p:set>
                                    <p:anim calcmode="lin" valueType="num">
                                      <p:cBhvr additive="base">
                                        <p:cTn dur="200"/>
                                        <p:tgtEl>
                                          <p:spTgt spid="2714"/>
                                        </p:tgtEl>
                                        <p:attrNameLst>
                                          <p:attrName>ppt_w</p:attrName>
                                        </p:attrNameLst>
                                      </p:cBhvr>
                                      <p:tavLst>
                                        <p:tav fmla="" tm="0">
                                          <p:val>
                                            <p:strVal val="0"/>
                                          </p:val>
                                        </p:tav>
                                        <p:tav fmla="" tm="100000">
                                          <p:val>
                                            <p:strVal val="#ppt_w"/>
                                          </p:val>
                                        </p:tav>
                                      </p:tavLst>
                                    </p:anim>
                                    <p:anim calcmode="lin" valueType="num">
                                      <p:cBhvr additive="base">
                                        <p:cTn dur="200"/>
                                        <p:tgtEl>
                                          <p:spTgt spid="2714"/>
                                        </p:tgtEl>
                                        <p:attrNameLst>
                                          <p:attrName>ppt_h</p:attrName>
                                        </p:attrNameLst>
                                      </p:cBhvr>
                                      <p:tavLst>
                                        <p:tav fmla="" tm="0">
                                          <p:val>
                                            <p:strVal val="0"/>
                                          </p:val>
                                        </p:tav>
                                        <p:tav fmla="" tm="100000">
                                          <p:val>
                                            <p:strVal val="#ppt_h"/>
                                          </p:val>
                                        </p:tav>
                                      </p:tavLst>
                                    </p:anim>
                                  </p:childTnLst>
                                </p:cTn>
                              </p:par>
                            </p:childTnLst>
                          </p:cTn>
                        </p:par>
                        <p:par>
                          <p:cTn fill="hold">
                            <p:stCondLst>
                              <p:cond delay="5700"/>
                            </p:stCondLst>
                            <p:childTnLst>
                              <p:par>
                                <p:cTn fill="hold" nodeType="afterEffect" presetClass="entr" presetID="23" presetSubtype="16">
                                  <p:stCondLst>
                                    <p:cond delay="0"/>
                                  </p:stCondLst>
                                  <p:childTnLst>
                                    <p:set>
                                      <p:cBhvr>
                                        <p:cTn dur="1" fill="hold">
                                          <p:stCondLst>
                                            <p:cond delay="0"/>
                                          </p:stCondLst>
                                        </p:cTn>
                                        <p:tgtEl>
                                          <p:spTgt spid="2718"/>
                                        </p:tgtEl>
                                        <p:attrNameLst>
                                          <p:attrName>style.visibility</p:attrName>
                                        </p:attrNameLst>
                                      </p:cBhvr>
                                      <p:to>
                                        <p:strVal val="visible"/>
                                      </p:to>
                                    </p:set>
                                    <p:anim calcmode="lin" valueType="num">
                                      <p:cBhvr additive="base">
                                        <p:cTn dur="200"/>
                                        <p:tgtEl>
                                          <p:spTgt spid="2718"/>
                                        </p:tgtEl>
                                        <p:attrNameLst>
                                          <p:attrName>ppt_w</p:attrName>
                                        </p:attrNameLst>
                                      </p:cBhvr>
                                      <p:tavLst>
                                        <p:tav fmla="" tm="0">
                                          <p:val>
                                            <p:strVal val="0"/>
                                          </p:val>
                                        </p:tav>
                                        <p:tav fmla="" tm="100000">
                                          <p:val>
                                            <p:strVal val="#ppt_w"/>
                                          </p:val>
                                        </p:tav>
                                      </p:tavLst>
                                    </p:anim>
                                    <p:anim calcmode="lin" valueType="num">
                                      <p:cBhvr additive="base">
                                        <p:cTn dur="200"/>
                                        <p:tgtEl>
                                          <p:spTgt spid="2718"/>
                                        </p:tgtEl>
                                        <p:attrNameLst>
                                          <p:attrName>ppt_h</p:attrName>
                                        </p:attrNameLst>
                                      </p:cBhvr>
                                      <p:tavLst>
                                        <p:tav fmla="" tm="0">
                                          <p:val>
                                            <p:strVal val="0"/>
                                          </p:val>
                                        </p:tav>
                                        <p:tav fmla="" tm="100000">
                                          <p:val>
                                            <p:strVal val="#ppt_h"/>
                                          </p:val>
                                        </p:tav>
                                      </p:tavLst>
                                    </p:anim>
                                  </p:childTnLst>
                                </p:cTn>
                              </p:par>
                            </p:childTnLst>
                          </p:cTn>
                        </p:par>
                        <p:par>
                          <p:cTn fill="hold">
                            <p:stCondLst>
                              <p:cond delay="5900"/>
                            </p:stCondLst>
                            <p:childTnLst>
                              <p:par>
                                <p:cTn fill="hold" nodeType="afterEffect" presetClass="entr" presetID="23" presetSubtype="16">
                                  <p:stCondLst>
                                    <p:cond delay="0"/>
                                  </p:stCondLst>
                                  <p:childTnLst>
                                    <p:set>
                                      <p:cBhvr>
                                        <p:cTn dur="1" fill="hold">
                                          <p:stCondLst>
                                            <p:cond delay="0"/>
                                          </p:stCondLst>
                                        </p:cTn>
                                        <p:tgtEl>
                                          <p:spTgt spid="2719"/>
                                        </p:tgtEl>
                                        <p:attrNameLst>
                                          <p:attrName>style.visibility</p:attrName>
                                        </p:attrNameLst>
                                      </p:cBhvr>
                                      <p:to>
                                        <p:strVal val="visible"/>
                                      </p:to>
                                    </p:set>
                                    <p:anim calcmode="lin" valueType="num">
                                      <p:cBhvr additive="base">
                                        <p:cTn dur="200"/>
                                        <p:tgtEl>
                                          <p:spTgt spid="2719"/>
                                        </p:tgtEl>
                                        <p:attrNameLst>
                                          <p:attrName>ppt_w</p:attrName>
                                        </p:attrNameLst>
                                      </p:cBhvr>
                                      <p:tavLst>
                                        <p:tav fmla="" tm="0">
                                          <p:val>
                                            <p:strVal val="0"/>
                                          </p:val>
                                        </p:tav>
                                        <p:tav fmla="" tm="100000">
                                          <p:val>
                                            <p:strVal val="#ppt_w"/>
                                          </p:val>
                                        </p:tav>
                                      </p:tavLst>
                                    </p:anim>
                                    <p:anim calcmode="lin" valueType="num">
                                      <p:cBhvr additive="base">
                                        <p:cTn dur="200"/>
                                        <p:tgtEl>
                                          <p:spTgt spid="2719"/>
                                        </p:tgtEl>
                                        <p:attrNameLst>
                                          <p:attrName>ppt_h</p:attrName>
                                        </p:attrNameLst>
                                      </p:cBhvr>
                                      <p:tavLst>
                                        <p:tav fmla="" tm="0">
                                          <p:val>
                                            <p:strVal val="0"/>
                                          </p:val>
                                        </p:tav>
                                        <p:tav fmla="" tm="100000">
                                          <p:val>
                                            <p:strVal val="#ppt_h"/>
                                          </p:val>
                                        </p:tav>
                                      </p:tavLst>
                                    </p:anim>
                                  </p:childTnLst>
                                </p:cTn>
                              </p:par>
                            </p:childTnLst>
                          </p:cTn>
                        </p:par>
                        <p:par>
                          <p:cTn fill="hold">
                            <p:stCondLst>
                              <p:cond delay="6100"/>
                            </p:stCondLst>
                            <p:childTnLst>
                              <p:par>
                                <p:cTn fill="hold" nodeType="afterEffect" presetClass="entr" presetID="23" presetSubtype="16">
                                  <p:stCondLst>
                                    <p:cond delay="0"/>
                                  </p:stCondLst>
                                  <p:childTnLst>
                                    <p:set>
                                      <p:cBhvr>
                                        <p:cTn dur="1" fill="hold">
                                          <p:stCondLst>
                                            <p:cond delay="0"/>
                                          </p:stCondLst>
                                        </p:cTn>
                                        <p:tgtEl>
                                          <p:spTgt spid="2717"/>
                                        </p:tgtEl>
                                        <p:attrNameLst>
                                          <p:attrName>style.visibility</p:attrName>
                                        </p:attrNameLst>
                                      </p:cBhvr>
                                      <p:to>
                                        <p:strVal val="visible"/>
                                      </p:to>
                                    </p:set>
                                    <p:anim calcmode="lin" valueType="num">
                                      <p:cBhvr additive="base">
                                        <p:cTn dur="200"/>
                                        <p:tgtEl>
                                          <p:spTgt spid="2717"/>
                                        </p:tgtEl>
                                        <p:attrNameLst>
                                          <p:attrName>ppt_w</p:attrName>
                                        </p:attrNameLst>
                                      </p:cBhvr>
                                      <p:tavLst>
                                        <p:tav fmla="" tm="0">
                                          <p:val>
                                            <p:strVal val="0"/>
                                          </p:val>
                                        </p:tav>
                                        <p:tav fmla="" tm="100000">
                                          <p:val>
                                            <p:strVal val="#ppt_w"/>
                                          </p:val>
                                        </p:tav>
                                      </p:tavLst>
                                    </p:anim>
                                    <p:anim calcmode="lin" valueType="num">
                                      <p:cBhvr additive="base">
                                        <p:cTn dur="200"/>
                                        <p:tgtEl>
                                          <p:spTgt spid="2717"/>
                                        </p:tgtEl>
                                        <p:attrNameLst>
                                          <p:attrName>ppt_h</p:attrName>
                                        </p:attrNameLst>
                                      </p:cBhvr>
                                      <p:tavLst>
                                        <p:tav fmla="" tm="0">
                                          <p:val>
                                            <p:strVal val="0"/>
                                          </p:val>
                                        </p:tav>
                                        <p:tav fmla="" tm="100000">
                                          <p:val>
                                            <p:strVal val="#ppt_h"/>
                                          </p:val>
                                        </p:tav>
                                      </p:tavLst>
                                    </p:anim>
                                  </p:childTnLst>
                                </p:cTn>
                              </p:par>
                            </p:childTnLst>
                          </p:cTn>
                        </p:par>
                        <p:par>
                          <p:cTn fill="hold">
                            <p:stCondLst>
                              <p:cond delay="6300"/>
                            </p:stCondLst>
                            <p:childTnLst>
                              <p:par>
                                <p:cTn fill="hold" nodeType="afterEffect" presetClass="entr" presetID="23" presetSubtype="16">
                                  <p:stCondLst>
                                    <p:cond delay="0"/>
                                  </p:stCondLst>
                                  <p:childTnLst>
                                    <p:set>
                                      <p:cBhvr>
                                        <p:cTn dur="1" fill="hold">
                                          <p:stCondLst>
                                            <p:cond delay="0"/>
                                          </p:stCondLst>
                                        </p:cTn>
                                        <p:tgtEl>
                                          <p:spTgt spid="2715"/>
                                        </p:tgtEl>
                                        <p:attrNameLst>
                                          <p:attrName>style.visibility</p:attrName>
                                        </p:attrNameLst>
                                      </p:cBhvr>
                                      <p:to>
                                        <p:strVal val="visible"/>
                                      </p:to>
                                    </p:set>
                                    <p:anim calcmode="lin" valueType="num">
                                      <p:cBhvr additive="base">
                                        <p:cTn dur="200"/>
                                        <p:tgtEl>
                                          <p:spTgt spid="2715"/>
                                        </p:tgtEl>
                                        <p:attrNameLst>
                                          <p:attrName>ppt_w</p:attrName>
                                        </p:attrNameLst>
                                      </p:cBhvr>
                                      <p:tavLst>
                                        <p:tav fmla="" tm="0">
                                          <p:val>
                                            <p:strVal val="0"/>
                                          </p:val>
                                        </p:tav>
                                        <p:tav fmla="" tm="100000">
                                          <p:val>
                                            <p:strVal val="#ppt_w"/>
                                          </p:val>
                                        </p:tav>
                                      </p:tavLst>
                                    </p:anim>
                                    <p:anim calcmode="lin" valueType="num">
                                      <p:cBhvr additive="base">
                                        <p:cTn dur="200"/>
                                        <p:tgtEl>
                                          <p:spTgt spid="271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0"/>
                                        </p:tgtEl>
                                        <p:attrNameLst>
                                          <p:attrName>style.visibility</p:attrName>
                                        </p:attrNameLst>
                                      </p:cBhvr>
                                      <p:to>
                                        <p:strVal val="visible"/>
                                      </p:to>
                                    </p:set>
                                    <p:animEffect filter="fade" transition="in">
                                      <p:cBhvr>
                                        <p:cTn dur="1000"/>
                                        <p:tgtEl>
                                          <p:spTgt spid="27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5" name="Shape 2725"/>
        <p:cNvGrpSpPr/>
        <p:nvPr/>
      </p:nvGrpSpPr>
      <p:grpSpPr>
        <a:xfrm>
          <a:off x="0" y="0"/>
          <a:ext cx="0" cy="0"/>
          <a:chOff x="0" y="0"/>
          <a:chExt cx="0" cy="0"/>
        </a:xfrm>
      </p:grpSpPr>
      <p:sp>
        <p:nvSpPr>
          <p:cNvPr id="2726" name="Google Shape;2726;p105"/>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Learning </a:t>
            </a:r>
            <a:r>
              <a:rPr lang="en" sz="6100">
                <a:solidFill>
                  <a:schemeClr val="accent2"/>
                </a:solidFill>
                <a:latin typeface="Luckiest Guy"/>
                <a:ea typeface="Luckiest Guy"/>
                <a:cs typeface="Luckiest Guy"/>
                <a:sym typeface="Luckiest Guy"/>
              </a:rPr>
              <a:t>objective</a:t>
            </a:r>
            <a:endParaRPr sz="6100">
              <a:solidFill>
                <a:schemeClr val="accent2"/>
              </a:solidFill>
              <a:latin typeface="Luckiest Guy"/>
              <a:ea typeface="Luckiest Guy"/>
              <a:cs typeface="Luckiest Guy"/>
              <a:sym typeface="Luckiest Guy"/>
            </a:endParaRPr>
          </a:p>
        </p:txBody>
      </p:sp>
      <p:sp>
        <p:nvSpPr>
          <p:cNvPr id="2727" name="Google Shape;2727;p105"/>
          <p:cNvSpPr txBox="1"/>
          <p:nvPr>
            <p:ph idx="1" type="subTitle"/>
          </p:nvPr>
        </p:nvSpPr>
        <p:spPr>
          <a:xfrm>
            <a:off x="4904575" y="1939924"/>
            <a:ext cx="3526200" cy="16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WE ARE LEARNING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TAKE ACTION AND PLAN OUT OUR MY 2.2 RESILIENT ROLE MODEL ASSESSMENT</a:t>
            </a:r>
            <a:endParaRPr sz="1600">
              <a:latin typeface="Jost"/>
              <a:ea typeface="Jost"/>
              <a:cs typeface="Jost"/>
              <a:sym typeface="Jos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1" name="Shape 2731"/>
        <p:cNvGrpSpPr/>
        <p:nvPr/>
      </p:nvGrpSpPr>
      <p:grpSpPr>
        <a:xfrm>
          <a:off x="0" y="0"/>
          <a:ext cx="0" cy="0"/>
          <a:chOff x="0" y="0"/>
          <a:chExt cx="0" cy="0"/>
        </a:xfrm>
      </p:grpSpPr>
      <p:sp>
        <p:nvSpPr>
          <p:cNvPr id="2732" name="Google Shape;2732;p106"/>
          <p:cNvSpPr txBox="1"/>
          <p:nvPr>
            <p:ph type="title"/>
          </p:nvPr>
        </p:nvSpPr>
        <p:spPr>
          <a:xfrm>
            <a:off x="76450" y="1891925"/>
            <a:ext cx="4161600" cy="1641900"/>
          </a:xfrm>
          <a:prstGeom prst="rect">
            <a:avLst/>
          </a:prstGeom>
        </p:spPr>
        <p:txBody>
          <a:bodyPr anchorCtr="0" anchor="ctr" bIns="0" lIns="91425" spcFirstLastPara="1" rIns="91425" wrap="square" tIns="91425">
            <a:noAutofit/>
          </a:bodyPr>
          <a:lstStyle/>
          <a:p>
            <a:pPr indent="0" lvl="0" marL="0" rtl="0" algn="r">
              <a:spcBef>
                <a:spcPts val="0"/>
              </a:spcBef>
              <a:spcAft>
                <a:spcPts val="0"/>
              </a:spcAft>
              <a:buNone/>
            </a:pPr>
            <a:r>
              <a:rPr lang="en" sz="6100">
                <a:solidFill>
                  <a:srgbClr val="000000"/>
                </a:solidFill>
                <a:latin typeface="Luckiest Guy"/>
                <a:ea typeface="Luckiest Guy"/>
                <a:cs typeface="Luckiest Guy"/>
                <a:sym typeface="Luckiest Guy"/>
              </a:rPr>
              <a:t>SUCCESS </a:t>
            </a:r>
            <a:r>
              <a:rPr lang="en" sz="6100">
                <a:solidFill>
                  <a:schemeClr val="accent2"/>
                </a:solidFill>
                <a:latin typeface="Luckiest Guy"/>
                <a:ea typeface="Luckiest Guy"/>
                <a:cs typeface="Luckiest Guy"/>
                <a:sym typeface="Luckiest Guy"/>
              </a:rPr>
              <a:t>CRITERIA</a:t>
            </a:r>
            <a:endParaRPr sz="6100">
              <a:solidFill>
                <a:schemeClr val="accent2"/>
              </a:solidFill>
              <a:latin typeface="Luckiest Guy"/>
              <a:ea typeface="Luckiest Guy"/>
              <a:cs typeface="Luckiest Guy"/>
              <a:sym typeface="Luckiest Guy"/>
            </a:endParaRPr>
          </a:p>
        </p:txBody>
      </p:sp>
      <p:sp>
        <p:nvSpPr>
          <p:cNvPr id="2733" name="Google Shape;2733;p106"/>
          <p:cNvSpPr txBox="1"/>
          <p:nvPr>
            <p:ph idx="1" type="subTitle"/>
          </p:nvPr>
        </p:nvSpPr>
        <p:spPr>
          <a:xfrm>
            <a:off x="4904575" y="1939925"/>
            <a:ext cx="3526200" cy="24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Jost"/>
                <a:ea typeface="Jost"/>
                <a:cs typeface="Jost"/>
                <a:sym typeface="Jost"/>
              </a:rPr>
              <a:t>BY THE END OF THE LESSON, I SHOULD BE ABLE TO:</a:t>
            </a:r>
            <a:endParaRPr b="1" sz="1600">
              <a:latin typeface="Jost"/>
              <a:ea typeface="Jost"/>
              <a:cs typeface="Jost"/>
              <a:sym typeface="Jost"/>
            </a:endParaRPr>
          </a:p>
          <a:p>
            <a:pPr indent="0" lvl="0" marL="0" rtl="0" algn="l">
              <a:spcBef>
                <a:spcPts val="0"/>
              </a:spcBef>
              <a:spcAft>
                <a:spcPts val="0"/>
              </a:spcAft>
              <a:buNone/>
            </a:pPr>
            <a:r>
              <a:t/>
            </a:r>
            <a:endParaRPr b="1"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COMPLETED A 1:1 WITH MRS TAMIHERE</a:t>
            </a:r>
            <a:endParaRPr sz="1600">
              <a:latin typeface="Jost"/>
              <a:ea typeface="Jost"/>
              <a:cs typeface="Jost"/>
              <a:sym typeface="Jost"/>
            </a:endParaRPr>
          </a:p>
          <a:p>
            <a:pPr indent="-330200" lvl="0" marL="457200" rtl="0" algn="l">
              <a:spcBef>
                <a:spcPts val="0"/>
              </a:spcBef>
              <a:spcAft>
                <a:spcPts val="0"/>
              </a:spcAft>
              <a:buSzPts val="1600"/>
              <a:buFont typeface="Jost"/>
              <a:buChar char="●"/>
            </a:pPr>
            <a:r>
              <a:rPr lang="en" sz="1600">
                <a:latin typeface="Jost"/>
                <a:ea typeface="Jost"/>
                <a:cs typeface="Jost"/>
                <a:sym typeface="Jost"/>
              </a:rPr>
              <a:t>MAKE SENSE OF HOW TO USE THE STRUCTURE GUIDE FOR 2.2</a:t>
            </a:r>
            <a:endParaRPr sz="1600">
              <a:latin typeface="Jost"/>
              <a:ea typeface="Jost"/>
              <a:cs typeface="Jost"/>
              <a:sym typeface="Jos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7" name="Shape 2737"/>
        <p:cNvGrpSpPr/>
        <p:nvPr/>
      </p:nvGrpSpPr>
      <p:grpSpPr>
        <a:xfrm>
          <a:off x="0" y="0"/>
          <a:ext cx="0" cy="0"/>
          <a:chOff x="0" y="0"/>
          <a:chExt cx="0" cy="0"/>
        </a:xfrm>
      </p:grpSpPr>
      <p:sp>
        <p:nvSpPr>
          <p:cNvPr id="2738" name="Google Shape;2738;p107"/>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WRiting structure</a:t>
            </a:r>
            <a:endParaRPr sz="3200">
              <a:solidFill>
                <a:srgbClr val="212121"/>
              </a:solidFill>
              <a:latin typeface="Luckiest Guy"/>
              <a:ea typeface="Luckiest Guy"/>
              <a:cs typeface="Luckiest Guy"/>
              <a:sym typeface="Luckiest Guy"/>
            </a:endParaRPr>
          </a:p>
        </p:txBody>
      </p:sp>
      <p:sp>
        <p:nvSpPr>
          <p:cNvPr id="2739" name="Google Shape;2739;p107"/>
          <p:cNvSpPr txBox="1"/>
          <p:nvPr>
            <p:ph idx="1" type="subTitle"/>
          </p:nvPr>
        </p:nvSpPr>
        <p:spPr>
          <a:xfrm>
            <a:off x="770575" y="1167425"/>
            <a:ext cx="7875000" cy="1178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212121"/>
              </a:buClr>
              <a:buSzPts val="1700"/>
              <a:buFont typeface="Jost"/>
              <a:buChar char="●"/>
            </a:pPr>
            <a:r>
              <a:rPr lang="en" sz="1700">
                <a:solidFill>
                  <a:srgbClr val="212121"/>
                </a:solidFill>
                <a:latin typeface="Jost"/>
                <a:ea typeface="Jost"/>
                <a:cs typeface="Jost"/>
                <a:sym typeface="Jost"/>
              </a:rPr>
              <a:t>Report Style Essay</a:t>
            </a:r>
            <a:endParaRPr sz="1700">
              <a:solidFill>
                <a:srgbClr val="212121"/>
              </a:solidFill>
              <a:latin typeface="Jost"/>
              <a:ea typeface="Jost"/>
              <a:cs typeface="Jost"/>
              <a:sym typeface="Jost"/>
            </a:endParaRPr>
          </a:p>
          <a:p>
            <a:pPr indent="-336550" lvl="0" marL="457200" rtl="0" algn="l">
              <a:spcBef>
                <a:spcPts val="0"/>
              </a:spcBef>
              <a:spcAft>
                <a:spcPts val="0"/>
              </a:spcAft>
              <a:buClr>
                <a:srgbClr val="212121"/>
              </a:buClr>
              <a:buSzPts val="1700"/>
              <a:buFont typeface="Jost"/>
              <a:buChar char="●"/>
            </a:pPr>
            <a:r>
              <a:rPr lang="en" sz="1700">
                <a:solidFill>
                  <a:srgbClr val="212121"/>
                </a:solidFill>
                <a:latin typeface="Jost"/>
                <a:ea typeface="Jost"/>
                <a:cs typeface="Jost"/>
                <a:sym typeface="Jost"/>
              </a:rPr>
              <a:t>Evaluation - review what has happened, review the good and the bad and review what can be improved.</a:t>
            </a:r>
            <a:endParaRPr sz="1700">
              <a:solidFill>
                <a:srgbClr val="212121"/>
              </a:solidFill>
              <a:latin typeface="Jost"/>
              <a:ea typeface="Jost"/>
              <a:cs typeface="Jost"/>
              <a:sym typeface="Jost"/>
            </a:endParaRPr>
          </a:p>
          <a:p>
            <a:pPr indent="-336550" lvl="0" marL="457200" rtl="0" algn="l">
              <a:spcBef>
                <a:spcPts val="0"/>
              </a:spcBef>
              <a:spcAft>
                <a:spcPts val="0"/>
              </a:spcAft>
              <a:buClr>
                <a:srgbClr val="212121"/>
              </a:buClr>
              <a:buSzPts val="1700"/>
              <a:buFont typeface="Jost"/>
              <a:buChar char="●"/>
            </a:pPr>
            <a:r>
              <a:rPr lang="en" sz="1700">
                <a:solidFill>
                  <a:srgbClr val="212121"/>
                </a:solidFill>
                <a:latin typeface="Jost"/>
                <a:ea typeface="Jost"/>
                <a:cs typeface="Jost"/>
                <a:sym typeface="Jost"/>
              </a:rPr>
              <a:t>For Excellence:</a:t>
            </a:r>
            <a:endParaRPr sz="1700">
              <a:solidFill>
                <a:srgbClr val="212121"/>
              </a:solidFill>
              <a:latin typeface="Jost"/>
              <a:ea typeface="Jost"/>
              <a:cs typeface="Jost"/>
              <a:sym typeface="Jost"/>
            </a:endParaRPr>
          </a:p>
          <a:p>
            <a:pPr indent="-336550" lvl="1" marL="914400" rtl="0" algn="l">
              <a:spcBef>
                <a:spcPts val="0"/>
              </a:spcBef>
              <a:spcAft>
                <a:spcPts val="0"/>
              </a:spcAft>
              <a:buClr>
                <a:srgbClr val="212121"/>
              </a:buClr>
              <a:buSzPts val="1700"/>
              <a:buFont typeface="Jost"/>
              <a:buChar char="○"/>
            </a:pPr>
            <a:r>
              <a:rPr lang="en" sz="1700">
                <a:solidFill>
                  <a:srgbClr val="212121"/>
                </a:solidFill>
                <a:latin typeface="Jost"/>
                <a:ea typeface="Jost"/>
                <a:cs typeface="Jost"/>
                <a:sym typeface="Jost"/>
              </a:rPr>
              <a:t>your evaluation needs to be </a:t>
            </a:r>
            <a:r>
              <a:rPr lang="en" sz="1700">
                <a:solidFill>
                  <a:srgbClr val="212121"/>
                </a:solidFill>
                <a:latin typeface="Jost"/>
                <a:ea typeface="Jost"/>
                <a:cs typeface="Jost"/>
                <a:sym typeface="Jost"/>
              </a:rPr>
              <a:t>critical</a:t>
            </a:r>
            <a:r>
              <a:rPr lang="en" sz="1700">
                <a:solidFill>
                  <a:srgbClr val="212121"/>
                </a:solidFill>
                <a:latin typeface="Jost"/>
                <a:ea typeface="Jost"/>
                <a:cs typeface="Jost"/>
                <a:sym typeface="Jost"/>
              </a:rPr>
              <a:t> of </a:t>
            </a:r>
            <a:r>
              <a:rPr lang="en" sz="1700">
                <a:solidFill>
                  <a:srgbClr val="212121"/>
                </a:solidFill>
                <a:latin typeface="Jost"/>
                <a:ea typeface="Jost"/>
                <a:cs typeface="Jost"/>
                <a:sym typeface="Jost"/>
              </a:rPr>
              <a:t>resilience</a:t>
            </a:r>
            <a:r>
              <a:rPr lang="en" sz="1700">
                <a:solidFill>
                  <a:srgbClr val="212121"/>
                </a:solidFill>
                <a:latin typeface="Jost"/>
                <a:ea typeface="Jost"/>
                <a:cs typeface="Jost"/>
                <a:sym typeface="Jost"/>
              </a:rPr>
              <a:t>, risk factors, protective factors and strategies now and in the future</a:t>
            </a:r>
            <a:endParaRPr sz="1700">
              <a:solidFill>
                <a:srgbClr val="212121"/>
              </a:solidFill>
              <a:latin typeface="Jost"/>
              <a:ea typeface="Jost"/>
              <a:cs typeface="Jost"/>
              <a:sym typeface="Jost"/>
            </a:endParaRPr>
          </a:p>
          <a:p>
            <a:pPr indent="-336550" lvl="1" marL="914400" rtl="0" algn="l">
              <a:spcBef>
                <a:spcPts val="0"/>
              </a:spcBef>
              <a:spcAft>
                <a:spcPts val="0"/>
              </a:spcAft>
              <a:buClr>
                <a:srgbClr val="212121"/>
              </a:buClr>
              <a:buSzPts val="1700"/>
              <a:buFont typeface="Jost"/>
              <a:buChar char="○"/>
            </a:pPr>
            <a:r>
              <a:rPr lang="en" sz="1700">
                <a:solidFill>
                  <a:srgbClr val="212121"/>
                </a:solidFill>
                <a:latin typeface="Jost"/>
                <a:ea typeface="Jost"/>
                <a:cs typeface="Jost"/>
                <a:sym typeface="Jost"/>
              </a:rPr>
              <a:t>Show an understanding of how changes connect/relate with other with other changes</a:t>
            </a:r>
            <a:endParaRPr sz="1700">
              <a:solidFill>
                <a:srgbClr val="212121"/>
              </a:solidFill>
              <a:latin typeface="Jost"/>
              <a:ea typeface="Jost"/>
              <a:cs typeface="Jost"/>
              <a:sym typeface="Jost"/>
            </a:endParaRPr>
          </a:p>
          <a:p>
            <a:pPr indent="-336550" lvl="1" marL="914400" rtl="0" algn="l">
              <a:spcBef>
                <a:spcPts val="0"/>
              </a:spcBef>
              <a:spcAft>
                <a:spcPts val="0"/>
              </a:spcAft>
              <a:buClr>
                <a:srgbClr val="212121"/>
              </a:buClr>
              <a:buSzPts val="1700"/>
              <a:buFont typeface="Jost"/>
              <a:buChar char="○"/>
            </a:pPr>
            <a:r>
              <a:rPr lang="en" sz="1700">
                <a:solidFill>
                  <a:srgbClr val="212121"/>
                </a:solidFill>
                <a:latin typeface="Jost"/>
                <a:ea typeface="Jost"/>
                <a:cs typeface="Jost"/>
                <a:sym typeface="Jost"/>
              </a:rPr>
              <a:t>Link identified risk factors to social determinants of health or resilience literature</a:t>
            </a:r>
            <a:endParaRPr sz="1700">
              <a:solidFill>
                <a:srgbClr val="212121"/>
              </a:solidFill>
              <a:latin typeface="Jost"/>
              <a:ea typeface="Jost"/>
              <a:cs typeface="Jost"/>
              <a:sym typeface="Jost"/>
            </a:endParaRPr>
          </a:p>
          <a:p>
            <a:pPr indent="-336550" lvl="1" marL="914400" rtl="0" algn="l">
              <a:spcBef>
                <a:spcPts val="0"/>
              </a:spcBef>
              <a:spcAft>
                <a:spcPts val="0"/>
              </a:spcAft>
              <a:buClr>
                <a:srgbClr val="212121"/>
              </a:buClr>
              <a:buSzPts val="1700"/>
              <a:buFont typeface="Jost"/>
              <a:buChar char="○"/>
            </a:pPr>
            <a:r>
              <a:rPr lang="en" sz="1700">
                <a:solidFill>
                  <a:srgbClr val="212121"/>
                </a:solidFill>
                <a:latin typeface="Jost"/>
                <a:ea typeface="Jost"/>
                <a:cs typeface="Jost"/>
                <a:sym typeface="Jost"/>
              </a:rPr>
              <a:t>Link and explain the relationship of risk factors to strategies</a:t>
            </a:r>
            <a:endParaRPr sz="1700">
              <a:solidFill>
                <a:srgbClr val="212121"/>
              </a:solidFill>
              <a:latin typeface="Jost"/>
              <a:ea typeface="Jost"/>
              <a:cs typeface="Jost"/>
              <a:sym typeface="Jost"/>
            </a:endParaRPr>
          </a:p>
          <a:p>
            <a:pPr indent="-336550" lvl="0" marL="457200" rtl="0" algn="l">
              <a:spcBef>
                <a:spcPts val="0"/>
              </a:spcBef>
              <a:spcAft>
                <a:spcPts val="0"/>
              </a:spcAft>
              <a:buClr>
                <a:srgbClr val="212121"/>
              </a:buClr>
              <a:buSzPts val="1700"/>
              <a:buFont typeface="Jost"/>
              <a:buChar char="●"/>
            </a:pPr>
            <a:r>
              <a:rPr lang="en" sz="1700">
                <a:solidFill>
                  <a:srgbClr val="212121"/>
                </a:solidFill>
                <a:latin typeface="Jost"/>
                <a:ea typeface="Jost"/>
                <a:cs typeface="Jost"/>
                <a:sym typeface="Jost"/>
              </a:rPr>
              <a:t>Writing structure available in your L2 Health Google Drive</a:t>
            </a:r>
            <a:endParaRPr sz="1700">
              <a:solidFill>
                <a:srgbClr val="212121"/>
              </a:solidFill>
              <a:latin typeface="Jost"/>
              <a:ea typeface="Jost"/>
              <a:cs typeface="Jost"/>
              <a:sym typeface="Jost"/>
            </a:endParaRPr>
          </a:p>
          <a:p>
            <a:pPr indent="-336550" lvl="0" marL="457200" rtl="0" algn="l">
              <a:spcBef>
                <a:spcPts val="0"/>
              </a:spcBef>
              <a:spcAft>
                <a:spcPts val="0"/>
              </a:spcAft>
              <a:buClr>
                <a:srgbClr val="212121"/>
              </a:buClr>
              <a:buSzPts val="1700"/>
              <a:buFont typeface="Jost"/>
              <a:buChar char="●"/>
            </a:pPr>
            <a:r>
              <a:rPr lang="en" sz="1700">
                <a:solidFill>
                  <a:srgbClr val="212121"/>
                </a:solidFill>
                <a:latin typeface="Jost"/>
                <a:ea typeface="Jost"/>
                <a:cs typeface="Jost"/>
                <a:sym typeface="Jost"/>
              </a:rPr>
              <a:t>Work bank that may support you with your writing on slide 58</a:t>
            </a:r>
            <a:endParaRPr sz="1700">
              <a:solidFill>
                <a:srgbClr val="212121"/>
              </a:solidFill>
              <a:latin typeface="Jost"/>
              <a:ea typeface="Jost"/>
              <a:cs typeface="Jost"/>
              <a:sym typeface="Jos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3" name="Shape 2743"/>
        <p:cNvGrpSpPr/>
        <p:nvPr/>
      </p:nvGrpSpPr>
      <p:grpSpPr>
        <a:xfrm>
          <a:off x="0" y="0"/>
          <a:ext cx="0" cy="0"/>
          <a:chOff x="0" y="0"/>
          <a:chExt cx="0" cy="0"/>
        </a:xfrm>
      </p:grpSpPr>
      <p:sp>
        <p:nvSpPr>
          <p:cNvPr id="2744" name="Google Shape;2744;p108"/>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Resilient role model to do list</a:t>
            </a:r>
            <a:endParaRPr sz="3200">
              <a:solidFill>
                <a:srgbClr val="212121"/>
              </a:solidFill>
              <a:latin typeface="Luckiest Guy"/>
              <a:ea typeface="Luckiest Guy"/>
              <a:cs typeface="Luckiest Guy"/>
              <a:sym typeface="Luckiest Guy"/>
            </a:endParaRPr>
          </a:p>
        </p:txBody>
      </p:sp>
      <p:sp>
        <p:nvSpPr>
          <p:cNvPr id="2745" name="Google Shape;2745;p108"/>
          <p:cNvSpPr txBox="1"/>
          <p:nvPr>
            <p:ph idx="1" type="subTitle"/>
          </p:nvPr>
        </p:nvSpPr>
        <p:spPr>
          <a:xfrm>
            <a:off x="770575" y="1167425"/>
            <a:ext cx="7875000" cy="32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12121"/>
                </a:solidFill>
                <a:latin typeface="Jost"/>
                <a:ea typeface="Jost"/>
                <a:cs typeface="Jost"/>
                <a:sym typeface="Jost"/>
              </a:rPr>
              <a:t>✅	Select a Role Model</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Get this signed off by Mrs Tamihere</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Start completing your Planning Doc</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Get your Planning Doc checked by Mrs Tamihere</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Complete one on one with Mrs Tamihere</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9" name="Shape 2749"/>
        <p:cNvGrpSpPr/>
        <p:nvPr/>
      </p:nvGrpSpPr>
      <p:grpSpPr>
        <a:xfrm>
          <a:off x="0" y="0"/>
          <a:ext cx="0" cy="0"/>
          <a:chOff x="0" y="0"/>
          <a:chExt cx="0" cy="0"/>
        </a:xfrm>
      </p:grpSpPr>
      <p:sp>
        <p:nvSpPr>
          <p:cNvPr id="2750" name="Google Shape;2750;p109"/>
          <p:cNvSpPr txBox="1"/>
          <p:nvPr>
            <p:ph type="ctrTitle"/>
          </p:nvPr>
        </p:nvSpPr>
        <p:spPr>
          <a:xfrm>
            <a:off x="2194950" y="252975"/>
            <a:ext cx="4192800" cy="16878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L2 health</a:t>
            </a:r>
            <a:endParaRPr sz="4600">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sz="4600">
                <a:solidFill>
                  <a:srgbClr val="212121"/>
                </a:solidFill>
                <a:latin typeface="Luckiest Guy"/>
                <a:ea typeface="Luckiest Guy"/>
                <a:cs typeface="Luckiest Guy"/>
                <a:sym typeface="Luckiest Guy"/>
              </a:rPr>
              <a:t>Do now - WK 6</a:t>
            </a:r>
            <a:endParaRPr sz="4600">
              <a:solidFill>
                <a:srgbClr val="212121"/>
              </a:solidFill>
              <a:latin typeface="Luckiest Guy"/>
              <a:ea typeface="Luckiest Guy"/>
              <a:cs typeface="Luckiest Guy"/>
              <a:sym typeface="Luckiest Guy"/>
            </a:endParaRPr>
          </a:p>
        </p:txBody>
      </p:sp>
      <p:sp>
        <p:nvSpPr>
          <p:cNvPr id="2751" name="Google Shape;2751;p109"/>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109"/>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109"/>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109"/>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109"/>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109"/>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109"/>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109"/>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109"/>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109"/>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109"/>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109"/>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109"/>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109"/>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109"/>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109"/>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109"/>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109"/>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109"/>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109"/>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109"/>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109"/>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109"/>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109"/>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109"/>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109"/>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109"/>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109"/>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109"/>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109"/>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109"/>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2782" name="Google Shape;2782;p109" title="10 Minute Timer">
            <a:hlinkClick r:id="rId3"/>
          </p:cNvPr>
          <p:cNvPicPr preferRelativeResize="0"/>
          <p:nvPr/>
        </p:nvPicPr>
        <p:blipFill>
          <a:blip r:embed="rId4">
            <a:alphaModFix/>
          </a:blip>
          <a:stretch>
            <a:fillRect/>
          </a:stretch>
        </p:blipFill>
        <p:spPr>
          <a:xfrm>
            <a:off x="6695538" y="656137"/>
            <a:ext cx="1716525" cy="965550"/>
          </a:xfrm>
          <a:prstGeom prst="rect">
            <a:avLst/>
          </a:prstGeom>
          <a:noFill/>
          <a:ln>
            <a:noFill/>
          </a:ln>
        </p:spPr>
      </p:pic>
      <p:sp>
        <p:nvSpPr>
          <p:cNvPr id="2783" name="Google Shape;2783;p109"/>
          <p:cNvSpPr txBox="1"/>
          <p:nvPr>
            <p:ph idx="1" type="subTitle"/>
          </p:nvPr>
        </p:nvSpPr>
        <p:spPr>
          <a:xfrm>
            <a:off x="2031313" y="1912350"/>
            <a:ext cx="6148200" cy="2687700"/>
          </a:xfrm>
          <a:prstGeom prst="rect">
            <a:avLst/>
          </a:prstGeom>
          <a:solidFill>
            <a:schemeClr val="accent6"/>
          </a:solidFill>
        </p:spPr>
        <p:txBody>
          <a:bodyPr anchorCtr="0" anchor="t" bIns="91425" lIns="91425" spcFirstLastPara="1" rIns="91425" wrap="square" tIns="91425">
            <a:noAutofit/>
          </a:bodyPr>
          <a:lstStyle/>
          <a:p>
            <a:pPr indent="-323850" lvl="0" marL="457200" rtl="0" algn="l">
              <a:spcBef>
                <a:spcPts val="0"/>
              </a:spcBef>
              <a:spcAft>
                <a:spcPts val="0"/>
              </a:spcAft>
              <a:buSzPts val="1500"/>
              <a:buFont typeface="Jost"/>
              <a:buAutoNum type="arabicPeriod"/>
            </a:pPr>
            <a:r>
              <a:rPr lang="en" sz="1500">
                <a:latin typeface="Jost"/>
                <a:ea typeface="Jost"/>
                <a:cs typeface="Jost"/>
                <a:sym typeface="Jost"/>
              </a:rPr>
              <a:t>Collect your weekly report summary from week 5</a:t>
            </a:r>
            <a:endParaRPr sz="1500">
              <a:latin typeface="Jost"/>
              <a:ea typeface="Jost"/>
              <a:cs typeface="Jost"/>
              <a:sym typeface="Jost"/>
            </a:endParaRPr>
          </a:p>
          <a:p>
            <a:pPr indent="-323850" lvl="0" marL="457200" rtl="0" algn="l">
              <a:spcBef>
                <a:spcPts val="0"/>
              </a:spcBef>
              <a:spcAft>
                <a:spcPts val="0"/>
              </a:spcAft>
              <a:buSzPts val="1500"/>
              <a:buFont typeface="Jost"/>
              <a:buAutoNum type="arabicPeriod"/>
            </a:pPr>
            <a:r>
              <a:rPr lang="en" sz="1500">
                <a:latin typeface="Jost"/>
                <a:ea typeface="Jost"/>
                <a:cs typeface="Jost"/>
                <a:sym typeface="Jost"/>
              </a:rPr>
              <a:t>Read through your Week 5 report</a:t>
            </a:r>
            <a:endParaRPr sz="1500">
              <a:latin typeface="Jost"/>
              <a:ea typeface="Jost"/>
              <a:cs typeface="Jost"/>
              <a:sym typeface="Jost"/>
            </a:endParaRPr>
          </a:p>
          <a:p>
            <a:pPr indent="-323850" lvl="0" marL="457200" rtl="0" algn="l">
              <a:spcBef>
                <a:spcPts val="0"/>
              </a:spcBef>
              <a:spcAft>
                <a:spcPts val="0"/>
              </a:spcAft>
              <a:buSzPts val="1500"/>
              <a:buFont typeface="Jost"/>
              <a:buAutoNum type="arabicPeriod"/>
            </a:pPr>
            <a:r>
              <a:rPr lang="en" sz="1500">
                <a:latin typeface="Jost"/>
                <a:ea typeface="Jost"/>
                <a:cs typeface="Jost"/>
                <a:sym typeface="Jost"/>
              </a:rPr>
              <a:t>Check which Learning Leaders you need to follow up with regarding any missing scores</a:t>
            </a:r>
            <a:endParaRPr sz="1500">
              <a:latin typeface="Jost"/>
              <a:ea typeface="Jost"/>
              <a:cs typeface="Jost"/>
              <a:sym typeface="Jost"/>
            </a:endParaRPr>
          </a:p>
          <a:p>
            <a:pPr indent="0" lvl="0" marL="0" rtl="0" algn="l">
              <a:spcBef>
                <a:spcPts val="0"/>
              </a:spcBef>
              <a:spcAft>
                <a:spcPts val="0"/>
              </a:spcAft>
              <a:buNone/>
            </a:pPr>
            <a:r>
              <a:t/>
            </a:r>
            <a:endParaRPr sz="1500">
              <a:latin typeface="Jost"/>
              <a:ea typeface="Jost"/>
              <a:cs typeface="Jost"/>
              <a:sym typeface="Jost"/>
            </a:endParaRPr>
          </a:p>
          <a:p>
            <a:pPr indent="0" lvl="0" marL="0" rtl="0" algn="l">
              <a:spcBef>
                <a:spcPts val="0"/>
              </a:spcBef>
              <a:spcAft>
                <a:spcPts val="0"/>
              </a:spcAft>
              <a:buNone/>
            </a:pPr>
            <a:r>
              <a:rPr b="1" lang="en" sz="1500">
                <a:latin typeface="Jost"/>
                <a:ea typeface="Jost"/>
                <a:cs typeface="Jost"/>
                <a:sym typeface="Jost"/>
              </a:rPr>
              <a:t>Missing Scores</a:t>
            </a:r>
            <a:r>
              <a:rPr lang="en" sz="1500">
                <a:latin typeface="Jost"/>
                <a:ea typeface="Jost"/>
                <a:cs typeface="Jost"/>
                <a:sym typeface="Jost"/>
              </a:rPr>
              <a:t> - might mean you were absent in the class that the LL marked the score</a:t>
            </a:r>
            <a:endParaRPr sz="1500">
              <a:latin typeface="Jost"/>
              <a:ea typeface="Jost"/>
              <a:cs typeface="Jost"/>
              <a:sym typeface="Jost"/>
            </a:endParaRPr>
          </a:p>
          <a:p>
            <a:pPr indent="0" lvl="0" marL="0" rtl="0" algn="l">
              <a:spcBef>
                <a:spcPts val="0"/>
              </a:spcBef>
              <a:spcAft>
                <a:spcPts val="0"/>
              </a:spcAft>
              <a:buNone/>
            </a:pPr>
            <a:r>
              <a:rPr b="1" lang="en" sz="1500">
                <a:latin typeface="Jost"/>
                <a:ea typeface="Jost"/>
                <a:cs typeface="Jost"/>
                <a:sym typeface="Jost"/>
              </a:rPr>
              <a:t>Needs Attention -</a:t>
            </a:r>
            <a:r>
              <a:rPr lang="en" sz="1500">
                <a:latin typeface="Jost"/>
                <a:ea typeface="Jost"/>
                <a:cs typeface="Jost"/>
                <a:sym typeface="Jost"/>
              </a:rPr>
              <a:t> scoring low in a class might be a reflection of your attendance, an indication that </a:t>
            </a:r>
            <a:r>
              <a:rPr b="1" lang="en" sz="1500">
                <a:latin typeface="Jost"/>
                <a:ea typeface="Jost"/>
                <a:cs typeface="Jost"/>
                <a:sym typeface="Jost"/>
              </a:rPr>
              <a:t>MORE</a:t>
            </a:r>
            <a:r>
              <a:rPr lang="en" sz="1500">
                <a:latin typeface="Jost"/>
                <a:ea typeface="Jost"/>
                <a:cs typeface="Jost"/>
                <a:sym typeface="Jost"/>
              </a:rPr>
              <a:t> effort needs to be put in OR both</a:t>
            </a:r>
            <a:endParaRPr sz="1500">
              <a:latin typeface="Jost"/>
              <a:ea typeface="Jost"/>
              <a:cs typeface="Jost"/>
              <a:sym typeface="Jost"/>
            </a:endParaRPr>
          </a:p>
          <a:p>
            <a:pPr indent="0" lvl="0" marL="0" rtl="0" algn="l">
              <a:spcBef>
                <a:spcPts val="0"/>
              </a:spcBef>
              <a:spcAft>
                <a:spcPts val="0"/>
              </a:spcAft>
              <a:buNone/>
            </a:pPr>
            <a:r>
              <a:rPr b="1" lang="en" sz="1500">
                <a:latin typeface="Jost"/>
                <a:ea typeface="Jost"/>
                <a:cs typeface="Jost"/>
                <a:sym typeface="Jost"/>
              </a:rPr>
              <a:t>Goal </a:t>
            </a:r>
            <a:r>
              <a:rPr lang="en" sz="1500">
                <a:latin typeface="Jost"/>
                <a:ea typeface="Jost"/>
                <a:cs typeface="Jost"/>
                <a:sym typeface="Jost"/>
              </a:rPr>
              <a:t>- write a goal for Wk.6 centred around what you would like to work on in terms of what your Wk.5 report is showing</a:t>
            </a:r>
            <a:endParaRPr sz="1500">
              <a:latin typeface="Jost"/>
              <a:ea typeface="Jost"/>
              <a:cs typeface="Jost"/>
              <a:sym typeface="Jos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65"/>
                                        </p:tgtEl>
                                        <p:attrNameLst>
                                          <p:attrName>style.visibility</p:attrName>
                                        </p:attrNameLst>
                                      </p:cBhvr>
                                      <p:to>
                                        <p:strVal val="visible"/>
                                      </p:to>
                                    </p:set>
                                    <p:anim calcmode="lin" valueType="num">
                                      <p:cBhvr additive="base">
                                        <p:cTn dur="200"/>
                                        <p:tgtEl>
                                          <p:spTgt spid="2765"/>
                                        </p:tgtEl>
                                        <p:attrNameLst>
                                          <p:attrName>ppt_w</p:attrName>
                                        </p:attrNameLst>
                                      </p:cBhvr>
                                      <p:tavLst>
                                        <p:tav fmla="" tm="0">
                                          <p:val>
                                            <p:strVal val="0"/>
                                          </p:val>
                                        </p:tav>
                                        <p:tav fmla="" tm="100000">
                                          <p:val>
                                            <p:strVal val="#ppt_w"/>
                                          </p:val>
                                        </p:tav>
                                      </p:tavLst>
                                    </p:anim>
                                    <p:anim calcmode="lin" valueType="num">
                                      <p:cBhvr additive="base">
                                        <p:cTn dur="200"/>
                                        <p:tgtEl>
                                          <p:spTgt spid="2765"/>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772"/>
                                        </p:tgtEl>
                                        <p:attrNameLst>
                                          <p:attrName>style.visibility</p:attrName>
                                        </p:attrNameLst>
                                      </p:cBhvr>
                                      <p:to>
                                        <p:strVal val="visible"/>
                                      </p:to>
                                    </p:set>
                                    <p:anim calcmode="lin" valueType="num">
                                      <p:cBhvr additive="base">
                                        <p:cTn dur="200"/>
                                        <p:tgtEl>
                                          <p:spTgt spid="2772"/>
                                        </p:tgtEl>
                                        <p:attrNameLst>
                                          <p:attrName>ppt_w</p:attrName>
                                        </p:attrNameLst>
                                      </p:cBhvr>
                                      <p:tavLst>
                                        <p:tav fmla="" tm="0">
                                          <p:val>
                                            <p:strVal val="0"/>
                                          </p:val>
                                        </p:tav>
                                        <p:tav fmla="" tm="100000">
                                          <p:val>
                                            <p:strVal val="#ppt_w"/>
                                          </p:val>
                                        </p:tav>
                                      </p:tavLst>
                                    </p:anim>
                                    <p:anim calcmode="lin" valueType="num">
                                      <p:cBhvr additive="base">
                                        <p:cTn dur="200"/>
                                        <p:tgtEl>
                                          <p:spTgt spid="2772"/>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761"/>
                                        </p:tgtEl>
                                        <p:attrNameLst>
                                          <p:attrName>style.visibility</p:attrName>
                                        </p:attrNameLst>
                                      </p:cBhvr>
                                      <p:to>
                                        <p:strVal val="visible"/>
                                      </p:to>
                                    </p:set>
                                    <p:anim calcmode="lin" valueType="num">
                                      <p:cBhvr additive="base">
                                        <p:cTn dur="200"/>
                                        <p:tgtEl>
                                          <p:spTgt spid="2761"/>
                                        </p:tgtEl>
                                        <p:attrNameLst>
                                          <p:attrName>ppt_w</p:attrName>
                                        </p:attrNameLst>
                                      </p:cBhvr>
                                      <p:tavLst>
                                        <p:tav fmla="" tm="0">
                                          <p:val>
                                            <p:strVal val="0"/>
                                          </p:val>
                                        </p:tav>
                                        <p:tav fmla="" tm="100000">
                                          <p:val>
                                            <p:strVal val="#ppt_w"/>
                                          </p:val>
                                        </p:tav>
                                      </p:tavLst>
                                    </p:anim>
                                    <p:anim calcmode="lin" valueType="num">
                                      <p:cBhvr additive="base">
                                        <p:cTn dur="200"/>
                                        <p:tgtEl>
                                          <p:spTgt spid="276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750"/>
                                        </p:tgtEl>
                                        <p:attrNameLst>
                                          <p:attrName>style.visibility</p:attrName>
                                        </p:attrNameLst>
                                      </p:cBhvr>
                                      <p:to>
                                        <p:strVal val="visible"/>
                                      </p:to>
                                    </p:set>
                                    <p:animEffect filter="fade" transition="in">
                                      <p:cBhvr>
                                        <p:cTn dur="300"/>
                                        <p:tgtEl>
                                          <p:spTgt spid="2750"/>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752"/>
                                        </p:tgtEl>
                                        <p:attrNameLst>
                                          <p:attrName>style.visibility</p:attrName>
                                        </p:attrNameLst>
                                      </p:cBhvr>
                                      <p:to>
                                        <p:strVal val="visible"/>
                                      </p:to>
                                    </p:set>
                                    <p:anim calcmode="lin" valueType="num">
                                      <p:cBhvr additive="base">
                                        <p:cTn dur="200"/>
                                        <p:tgtEl>
                                          <p:spTgt spid="2752"/>
                                        </p:tgtEl>
                                        <p:attrNameLst>
                                          <p:attrName>ppt_w</p:attrName>
                                        </p:attrNameLst>
                                      </p:cBhvr>
                                      <p:tavLst>
                                        <p:tav fmla="" tm="0">
                                          <p:val>
                                            <p:strVal val="0"/>
                                          </p:val>
                                        </p:tav>
                                        <p:tav fmla="" tm="100000">
                                          <p:val>
                                            <p:strVal val="#ppt_w"/>
                                          </p:val>
                                        </p:tav>
                                      </p:tavLst>
                                    </p:anim>
                                    <p:anim calcmode="lin" valueType="num">
                                      <p:cBhvr additive="base">
                                        <p:cTn dur="200"/>
                                        <p:tgtEl>
                                          <p:spTgt spid="2752"/>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766"/>
                                        </p:tgtEl>
                                        <p:attrNameLst>
                                          <p:attrName>style.visibility</p:attrName>
                                        </p:attrNameLst>
                                      </p:cBhvr>
                                      <p:to>
                                        <p:strVal val="visible"/>
                                      </p:to>
                                    </p:set>
                                    <p:anim calcmode="lin" valueType="num">
                                      <p:cBhvr additive="base">
                                        <p:cTn dur="200"/>
                                        <p:tgtEl>
                                          <p:spTgt spid="2766"/>
                                        </p:tgtEl>
                                        <p:attrNameLst>
                                          <p:attrName>ppt_w</p:attrName>
                                        </p:attrNameLst>
                                      </p:cBhvr>
                                      <p:tavLst>
                                        <p:tav fmla="" tm="0">
                                          <p:val>
                                            <p:strVal val="0"/>
                                          </p:val>
                                        </p:tav>
                                        <p:tav fmla="" tm="100000">
                                          <p:val>
                                            <p:strVal val="#ppt_w"/>
                                          </p:val>
                                        </p:tav>
                                      </p:tavLst>
                                    </p:anim>
                                    <p:anim calcmode="lin" valueType="num">
                                      <p:cBhvr additive="base">
                                        <p:cTn dur="200"/>
                                        <p:tgtEl>
                                          <p:spTgt spid="2766"/>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754"/>
                                        </p:tgtEl>
                                        <p:attrNameLst>
                                          <p:attrName>style.visibility</p:attrName>
                                        </p:attrNameLst>
                                      </p:cBhvr>
                                      <p:to>
                                        <p:strVal val="visible"/>
                                      </p:to>
                                    </p:set>
                                    <p:anim calcmode="lin" valueType="num">
                                      <p:cBhvr additive="base">
                                        <p:cTn dur="200"/>
                                        <p:tgtEl>
                                          <p:spTgt spid="2754"/>
                                        </p:tgtEl>
                                        <p:attrNameLst>
                                          <p:attrName>ppt_w</p:attrName>
                                        </p:attrNameLst>
                                      </p:cBhvr>
                                      <p:tavLst>
                                        <p:tav fmla="" tm="0">
                                          <p:val>
                                            <p:strVal val="0"/>
                                          </p:val>
                                        </p:tav>
                                        <p:tav fmla="" tm="100000">
                                          <p:val>
                                            <p:strVal val="#ppt_w"/>
                                          </p:val>
                                        </p:tav>
                                      </p:tavLst>
                                    </p:anim>
                                    <p:anim calcmode="lin" valueType="num">
                                      <p:cBhvr additive="base">
                                        <p:cTn dur="200"/>
                                        <p:tgtEl>
                                          <p:spTgt spid="2754"/>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764"/>
                                        </p:tgtEl>
                                        <p:attrNameLst>
                                          <p:attrName>style.visibility</p:attrName>
                                        </p:attrNameLst>
                                      </p:cBhvr>
                                      <p:to>
                                        <p:strVal val="visible"/>
                                      </p:to>
                                    </p:set>
                                    <p:anim calcmode="lin" valueType="num">
                                      <p:cBhvr additive="base">
                                        <p:cTn dur="200"/>
                                        <p:tgtEl>
                                          <p:spTgt spid="2764"/>
                                        </p:tgtEl>
                                        <p:attrNameLst>
                                          <p:attrName>ppt_w</p:attrName>
                                        </p:attrNameLst>
                                      </p:cBhvr>
                                      <p:tavLst>
                                        <p:tav fmla="" tm="0">
                                          <p:val>
                                            <p:strVal val="0"/>
                                          </p:val>
                                        </p:tav>
                                        <p:tav fmla="" tm="100000">
                                          <p:val>
                                            <p:strVal val="#ppt_w"/>
                                          </p:val>
                                        </p:tav>
                                      </p:tavLst>
                                    </p:anim>
                                    <p:anim calcmode="lin" valueType="num">
                                      <p:cBhvr additive="base">
                                        <p:cTn dur="200"/>
                                        <p:tgtEl>
                                          <p:spTgt spid="2764"/>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756"/>
                                        </p:tgtEl>
                                        <p:attrNameLst>
                                          <p:attrName>style.visibility</p:attrName>
                                        </p:attrNameLst>
                                      </p:cBhvr>
                                      <p:to>
                                        <p:strVal val="visible"/>
                                      </p:to>
                                    </p:set>
                                    <p:anim calcmode="lin" valueType="num">
                                      <p:cBhvr additive="base">
                                        <p:cTn dur="200"/>
                                        <p:tgtEl>
                                          <p:spTgt spid="2756"/>
                                        </p:tgtEl>
                                        <p:attrNameLst>
                                          <p:attrName>ppt_w</p:attrName>
                                        </p:attrNameLst>
                                      </p:cBhvr>
                                      <p:tavLst>
                                        <p:tav fmla="" tm="0">
                                          <p:val>
                                            <p:strVal val="0"/>
                                          </p:val>
                                        </p:tav>
                                        <p:tav fmla="" tm="100000">
                                          <p:val>
                                            <p:strVal val="#ppt_w"/>
                                          </p:val>
                                        </p:tav>
                                      </p:tavLst>
                                    </p:anim>
                                    <p:anim calcmode="lin" valueType="num">
                                      <p:cBhvr additive="base">
                                        <p:cTn dur="200"/>
                                        <p:tgtEl>
                                          <p:spTgt spid="2756"/>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774"/>
                                        </p:tgtEl>
                                        <p:attrNameLst>
                                          <p:attrName>style.visibility</p:attrName>
                                        </p:attrNameLst>
                                      </p:cBhvr>
                                      <p:to>
                                        <p:strVal val="visible"/>
                                      </p:to>
                                    </p:set>
                                    <p:anim calcmode="lin" valueType="num">
                                      <p:cBhvr additive="base">
                                        <p:cTn dur="200"/>
                                        <p:tgtEl>
                                          <p:spTgt spid="2774"/>
                                        </p:tgtEl>
                                        <p:attrNameLst>
                                          <p:attrName>ppt_w</p:attrName>
                                        </p:attrNameLst>
                                      </p:cBhvr>
                                      <p:tavLst>
                                        <p:tav fmla="" tm="0">
                                          <p:val>
                                            <p:strVal val="0"/>
                                          </p:val>
                                        </p:tav>
                                        <p:tav fmla="" tm="100000">
                                          <p:val>
                                            <p:strVal val="#ppt_w"/>
                                          </p:val>
                                        </p:tav>
                                      </p:tavLst>
                                    </p:anim>
                                    <p:anim calcmode="lin" valueType="num">
                                      <p:cBhvr additive="base">
                                        <p:cTn dur="200"/>
                                        <p:tgtEl>
                                          <p:spTgt spid="2774"/>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760"/>
                                        </p:tgtEl>
                                        <p:attrNameLst>
                                          <p:attrName>style.visibility</p:attrName>
                                        </p:attrNameLst>
                                      </p:cBhvr>
                                      <p:to>
                                        <p:strVal val="visible"/>
                                      </p:to>
                                    </p:set>
                                    <p:anim calcmode="lin" valueType="num">
                                      <p:cBhvr additive="base">
                                        <p:cTn dur="200"/>
                                        <p:tgtEl>
                                          <p:spTgt spid="2760"/>
                                        </p:tgtEl>
                                        <p:attrNameLst>
                                          <p:attrName>ppt_w</p:attrName>
                                        </p:attrNameLst>
                                      </p:cBhvr>
                                      <p:tavLst>
                                        <p:tav fmla="" tm="0">
                                          <p:val>
                                            <p:strVal val="0"/>
                                          </p:val>
                                        </p:tav>
                                        <p:tav fmla="" tm="100000">
                                          <p:val>
                                            <p:strVal val="#ppt_w"/>
                                          </p:val>
                                        </p:tav>
                                      </p:tavLst>
                                    </p:anim>
                                    <p:anim calcmode="lin" valueType="num">
                                      <p:cBhvr additive="base">
                                        <p:cTn dur="200"/>
                                        <p:tgtEl>
                                          <p:spTgt spid="2760"/>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753"/>
                                        </p:tgtEl>
                                        <p:attrNameLst>
                                          <p:attrName>style.visibility</p:attrName>
                                        </p:attrNameLst>
                                      </p:cBhvr>
                                      <p:to>
                                        <p:strVal val="visible"/>
                                      </p:to>
                                    </p:set>
                                    <p:anim calcmode="lin" valueType="num">
                                      <p:cBhvr additive="base">
                                        <p:cTn dur="200"/>
                                        <p:tgtEl>
                                          <p:spTgt spid="2753"/>
                                        </p:tgtEl>
                                        <p:attrNameLst>
                                          <p:attrName>ppt_w</p:attrName>
                                        </p:attrNameLst>
                                      </p:cBhvr>
                                      <p:tavLst>
                                        <p:tav fmla="" tm="0">
                                          <p:val>
                                            <p:strVal val="0"/>
                                          </p:val>
                                        </p:tav>
                                        <p:tav fmla="" tm="100000">
                                          <p:val>
                                            <p:strVal val="#ppt_w"/>
                                          </p:val>
                                        </p:tav>
                                      </p:tavLst>
                                    </p:anim>
                                    <p:anim calcmode="lin" valueType="num">
                                      <p:cBhvr additive="base">
                                        <p:cTn dur="200"/>
                                        <p:tgtEl>
                                          <p:spTgt spid="2753"/>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751"/>
                                        </p:tgtEl>
                                        <p:attrNameLst>
                                          <p:attrName>style.visibility</p:attrName>
                                        </p:attrNameLst>
                                      </p:cBhvr>
                                      <p:to>
                                        <p:strVal val="visible"/>
                                      </p:to>
                                    </p:set>
                                    <p:anim calcmode="lin" valueType="num">
                                      <p:cBhvr additive="base">
                                        <p:cTn dur="200"/>
                                        <p:tgtEl>
                                          <p:spTgt spid="2751"/>
                                        </p:tgtEl>
                                        <p:attrNameLst>
                                          <p:attrName>ppt_w</p:attrName>
                                        </p:attrNameLst>
                                      </p:cBhvr>
                                      <p:tavLst>
                                        <p:tav fmla="" tm="0">
                                          <p:val>
                                            <p:strVal val="0"/>
                                          </p:val>
                                        </p:tav>
                                        <p:tav fmla="" tm="100000">
                                          <p:val>
                                            <p:strVal val="#ppt_w"/>
                                          </p:val>
                                        </p:tav>
                                      </p:tavLst>
                                    </p:anim>
                                    <p:anim calcmode="lin" valueType="num">
                                      <p:cBhvr additive="base">
                                        <p:cTn dur="200"/>
                                        <p:tgtEl>
                                          <p:spTgt spid="2751"/>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755"/>
                                        </p:tgtEl>
                                        <p:attrNameLst>
                                          <p:attrName>style.visibility</p:attrName>
                                        </p:attrNameLst>
                                      </p:cBhvr>
                                      <p:to>
                                        <p:strVal val="visible"/>
                                      </p:to>
                                    </p:set>
                                    <p:anim calcmode="lin" valueType="num">
                                      <p:cBhvr additive="base">
                                        <p:cTn dur="200"/>
                                        <p:tgtEl>
                                          <p:spTgt spid="2755"/>
                                        </p:tgtEl>
                                        <p:attrNameLst>
                                          <p:attrName>ppt_w</p:attrName>
                                        </p:attrNameLst>
                                      </p:cBhvr>
                                      <p:tavLst>
                                        <p:tav fmla="" tm="0">
                                          <p:val>
                                            <p:strVal val="0"/>
                                          </p:val>
                                        </p:tav>
                                        <p:tav fmla="" tm="100000">
                                          <p:val>
                                            <p:strVal val="#ppt_w"/>
                                          </p:val>
                                        </p:tav>
                                      </p:tavLst>
                                    </p:anim>
                                    <p:anim calcmode="lin" valueType="num">
                                      <p:cBhvr additive="base">
                                        <p:cTn dur="200"/>
                                        <p:tgtEl>
                                          <p:spTgt spid="2755"/>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767"/>
                                        </p:tgtEl>
                                        <p:attrNameLst>
                                          <p:attrName>style.visibility</p:attrName>
                                        </p:attrNameLst>
                                      </p:cBhvr>
                                      <p:to>
                                        <p:strVal val="visible"/>
                                      </p:to>
                                    </p:set>
                                    <p:anim calcmode="lin" valueType="num">
                                      <p:cBhvr additive="base">
                                        <p:cTn dur="200"/>
                                        <p:tgtEl>
                                          <p:spTgt spid="2767"/>
                                        </p:tgtEl>
                                        <p:attrNameLst>
                                          <p:attrName>ppt_w</p:attrName>
                                        </p:attrNameLst>
                                      </p:cBhvr>
                                      <p:tavLst>
                                        <p:tav fmla="" tm="0">
                                          <p:val>
                                            <p:strVal val="0"/>
                                          </p:val>
                                        </p:tav>
                                        <p:tav fmla="" tm="100000">
                                          <p:val>
                                            <p:strVal val="#ppt_w"/>
                                          </p:val>
                                        </p:tav>
                                      </p:tavLst>
                                    </p:anim>
                                    <p:anim calcmode="lin" valueType="num">
                                      <p:cBhvr additive="base">
                                        <p:cTn dur="200"/>
                                        <p:tgtEl>
                                          <p:spTgt spid="2767"/>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775"/>
                                        </p:tgtEl>
                                        <p:attrNameLst>
                                          <p:attrName>style.visibility</p:attrName>
                                        </p:attrNameLst>
                                      </p:cBhvr>
                                      <p:to>
                                        <p:strVal val="visible"/>
                                      </p:to>
                                    </p:set>
                                    <p:anim calcmode="lin" valueType="num">
                                      <p:cBhvr additive="base">
                                        <p:cTn dur="200"/>
                                        <p:tgtEl>
                                          <p:spTgt spid="2775"/>
                                        </p:tgtEl>
                                        <p:attrNameLst>
                                          <p:attrName>ppt_w</p:attrName>
                                        </p:attrNameLst>
                                      </p:cBhvr>
                                      <p:tavLst>
                                        <p:tav fmla="" tm="0">
                                          <p:val>
                                            <p:strVal val="0"/>
                                          </p:val>
                                        </p:tav>
                                        <p:tav fmla="" tm="100000">
                                          <p:val>
                                            <p:strVal val="#ppt_w"/>
                                          </p:val>
                                        </p:tav>
                                      </p:tavLst>
                                    </p:anim>
                                    <p:anim calcmode="lin" valueType="num">
                                      <p:cBhvr additive="base">
                                        <p:cTn dur="200"/>
                                        <p:tgtEl>
                                          <p:spTgt spid="2775"/>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758"/>
                                        </p:tgtEl>
                                        <p:attrNameLst>
                                          <p:attrName>style.visibility</p:attrName>
                                        </p:attrNameLst>
                                      </p:cBhvr>
                                      <p:to>
                                        <p:strVal val="visible"/>
                                      </p:to>
                                    </p:set>
                                    <p:anim calcmode="lin" valueType="num">
                                      <p:cBhvr additive="base">
                                        <p:cTn dur="200"/>
                                        <p:tgtEl>
                                          <p:spTgt spid="2758"/>
                                        </p:tgtEl>
                                        <p:attrNameLst>
                                          <p:attrName>ppt_w</p:attrName>
                                        </p:attrNameLst>
                                      </p:cBhvr>
                                      <p:tavLst>
                                        <p:tav fmla="" tm="0">
                                          <p:val>
                                            <p:strVal val="0"/>
                                          </p:val>
                                        </p:tav>
                                        <p:tav fmla="" tm="100000">
                                          <p:val>
                                            <p:strVal val="#ppt_w"/>
                                          </p:val>
                                        </p:tav>
                                      </p:tavLst>
                                    </p:anim>
                                    <p:anim calcmode="lin" valueType="num">
                                      <p:cBhvr additive="base">
                                        <p:cTn dur="200"/>
                                        <p:tgtEl>
                                          <p:spTgt spid="2758"/>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759"/>
                                        </p:tgtEl>
                                        <p:attrNameLst>
                                          <p:attrName>style.visibility</p:attrName>
                                        </p:attrNameLst>
                                      </p:cBhvr>
                                      <p:to>
                                        <p:strVal val="visible"/>
                                      </p:to>
                                    </p:set>
                                    <p:anim calcmode="lin" valueType="num">
                                      <p:cBhvr additive="base">
                                        <p:cTn dur="200"/>
                                        <p:tgtEl>
                                          <p:spTgt spid="2759"/>
                                        </p:tgtEl>
                                        <p:attrNameLst>
                                          <p:attrName>ppt_w</p:attrName>
                                        </p:attrNameLst>
                                      </p:cBhvr>
                                      <p:tavLst>
                                        <p:tav fmla="" tm="0">
                                          <p:val>
                                            <p:strVal val="0"/>
                                          </p:val>
                                        </p:tav>
                                        <p:tav fmla="" tm="100000">
                                          <p:val>
                                            <p:strVal val="#ppt_w"/>
                                          </p:val>
                                        </p:tav>
                                      </p:tavLst>
                                    </p:anim>
                                    <p:anim calcmode="lin" valueType="num">
                                      <p:cBhvr additive="base">
                                        <p:cTn dur="200"/>
                                        <p:tgtEl>
                                          <p:spTgt spid="2759"/>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768"/>
                                        </p:tgtEl>
                                        <p:attrNameLst>
                                          <p:attrName>style.visibility</p:attrName>
                                        </p:attrNameLst>
                                      </p:cBhvr>
                                      <p:to>
                                        <p:strVal val="visible"/>
                                      </p:to>
                                    </p:set>
                                    <p:anim calcmode="lin" valueType="num">
                                      <p:cBhvr additive="base">
                                        <p:cTn dur="200"/>
                                        <p:tgtEl>
                                          <p:spTgt spid="2768"/>
                                        </p:tgtEl>
                                        <p:attrNameLst>
                                          <p:attrName>ppt_w</p:attrName>
                                        </p:attrNameLst>
                                      </p:cBhvr>
                                      <p:tavLst>
                                        <p:tav fmla="" tm="0">
                                          <p:val>
                                            <p:strVal val="0"/>
                                          </p:val>
                                        </p:tav>
                                        <p:tav fmla="" tm="100000">
                                          <p:val>
                                            <p:strVal val="#ppt_w"/>
                                          </p:val>
                                        </p:tav>
                                      </p:tavLst>
                                    </p:anim>
                                    <p:anim calcmode="lin" valueType="num">
                                      <p:cBhvr additive="base">
                                        <p:cTn dur="200"/>
                                        <p:tgtEl>
                                          <p:spTgt spid="2768"/>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757"/>
                                        </p:tgtEl>
                                        <p:attrNameLst>
                                          <p:attrName>style.visibility</p:attrName>
                                        </p:attrNameLst>
                                      </p:cBhvr>
                                      <p:to>
                                        <p:strVal val="visible"/>
                                      </p:to>
                                    </p:set>
                                    <p:anim calcmode="lin" valueType="num">
                                      <p:cBhvr additive="base">
                                        <p:cTn dur="200"/>
                                        <p:tgtEl>
                                          <p:spTgt spid="2757"/>
                                        </p:tgtEl>
                                        <p:attrNameLst>
                                          <p:attrName>ppt_w</p:attrName>
                                        </p:attrNameLst>
                                      </p:cBhvr>
                                      <p:tavLst>
                                        <p:tav fmla="" tm="0">
                                          <p:val>
                                            <p:strVal val="0"/>
                                          </p:val>
                                        </p:tav>
                                        <p:tav fmla="" tm="100000">
                                          <p:val>
                                            <p:strVal val="#ppt_w"/>
                                          </p:val>
                                        </p:tav>
                                      </p:tavLst>
                                    </p:anim>
                                    <p:anim calcmode="lin" valueType="num">
                                      <p:cBhvr additive="base">
                                        <p:cTn dur="200"/>
                                        <p:tgtEl>
                                          <p:spTgt spid="2757"/>
                                        </p:tgtEl>
                                        <p:attrNameLst>
                                          <p:attrName>ppt_h</p:attrName>
                                        </p:attrNameLst>
                                      </p:cBhvr>
                                      <p:tavLst>
                                        <p:tav fmla="" tm="0">
                                          <p:val>
                                            <p:strVal val="0"/>
                                          </p:val>
                                        </p:tav>
                                        <p:tav fmla="" tm="100000">
                                          <p:val>
                                            <p:strVal val="#ppt_h"/>
                                          </p:val>
                                        </p:tav>
                                      </p:tavLst>
                                    </p:anim>
                                  </p:childTnLst>
                                </p:cTn>
                              </p:par>
                            </p:childTnLst>
                          </p:cTn>
                        </p:par>
                        <p:par>
                          <p:cTn fill="hold">
                            <p:stCondLst>
                              <p:cond delay="3900"/>
                            </p:stCondLst>
                            <p:childTnLst>
                              <p:par>
                                <p:cTn fill="hold" nodeType="afterEffect" presetClass="entr" presetID="23" presetSubtype="16">
                                  <p:stCondLst>
                                    <p:cond delay="0"/>
                                  </p:stCondLst>
                                  <p:childTnLst>
                                    <p:set>
                                      <p:cBhvr>
                                        <p:cTn dur="1" fill="hold">
                                          <p:stCondLst>
                                            <p:cond delay="0"/>
                                          </p:stCondLst>
                                        </p:cTn>
                                        <p:tgtEl>
                                          <p:spTgt spid="2769"/>
                                        </p:tgtEl>
                                        <p:attrNameLst>
                                          <p:attrName>style.visibility</p:attrName>
                                        </p:attrNameLst>
                                      </p:cBhvr>
                                      <p:to>
                                        <p:strVal val="visible"/>
                                      </p:to>
                                    </p:set>
                                    <p:anim calcmode="lin" valueType="num">
                                      <p:cBhvr additive="base">
                                        <p:cTn dur="200"/>
                                        <p:tgtEl>
                                          <p:spTgt spid="2769"/>
                                        </p:tgtEl>
                                        <p:attrNameLst>
                                          <p:attrName>ppt_w</p:attrName>
                                        </p:attrNameLst>
                                      </p:cBhvr>
                                      <p:tavLst>
                                        <p:tav fmla="" tm="0">
                                          <p:val>
                                            <p:strVal val="0"/>
                                          </p:val>
                                        </p:tav>
                                        <p:tav fmla="" tm="100000">
                                          <p:val>
                                            <p:strVal val="#ppt_w"/>
                                          </p:val>
                                        </p:tav>
                                      </p:tavLst>
                                    </p:anim>
                                    <p:anim calcmode="lin" valueType="num">
                                      <p:cBhvr additive="base">
                                        <p:cTn dur="200"/>
                                        <p:tgtEl>
                                          <p:spTgt spid="2769"/>
                                        </p:tgtEl>
                                        <p:attrNameLst>
                                          <p:attrName>ppt_h</p:attrName>
                                        </p:attrNameLst>
                                      </p:cBhvr>
                                      <p:tavLst>
                                        <p:tav fmla="" tm="0">
                                          <p:val>
                                            <p:strVal val="0"/>
                                          </p:val>
                                        </p:tav>
                                        <p:tav fmla="" tm="100000">
                                          <p:val>
                                            <p:strVal val="#ppt_h"/>
                                          </p:val>
                                        </p:tav>
                                      </p:tavLst>
                                    </p:anim>
                                  </p:childTnLst>
                                </p:cTn>
                              </p:par>
                            </p:childTnLst>
                          </p:cTn>
                        </p:par>
                        <p:par>
                          <p:cTn fill="hold">
                            <p:stCondLst>
                              <p:cond delay="4100"/>
                            </p:stCondLst>
                            <p:childTnLst>
                              <p:par>
                                <p:cTn fill="hold" nodeType="afterEffect" presetClass="entr" presetID="23" presetSubtype="16">
                                  <p:stCondLst>
                                    <p:cond delay="0"/>
                                  </p:stCondLst>
                                  <p:childTnLst>
                                    <p:set>
                                      <p:cBhvr>
                                        <p:cTn dur="1" fill="hold">
                                          <p:stCondLst>
                                            <p:cond delay="0"/>
                                          </p:stCondLst>
                                        </p:cTn>
                                        <p:tgtEl>
                                          <p:spTgt spid="2773"/>
                                        </p:tgtEl>
                                        <p:attrNameLst>
                                          <p:attrName>style.visibility</p:attrName>
                                        </p:attrNameLst>
                                      </p:cBhvr>
                                      <p:to>
                                        <p:strVal val="visible"/>
                                      </p:to>
                                    </p:set>
                                    <p:anim calcmode="lin" valueType="num">
                                      <p:cBhvr additive="base">
                                        <p:cTn dur="200"/>
                                        <p:tgtEl>
                                          <p:spTgt spid="2773"/>
                                        </p:tgtEl>
                                        <p:attrNameLst>
                                          <p:attrName>ppt_w</p:attrName>
                                        </p:attrNameLst>
                                      </p:cBhvr>
                                      <p:tavLst>
                                        <p:tav fmla="" tm="0">
                                          <p:val>
                                            <p:strVal val="0"/>
                                          </p:val>
                                        </p:tav>
                                        <p:tav fmla="" tm="100000">
                                          <p:val>
                                            <p:strVal val="#ppt_w"/>
                                          </p:val>
                                        </p:tav>
                                      </p:tavLst>
                                    </p:anim>
                                    <p:anim calcmode="lin" valueType="num">
                                      <p:cBhvr additive="base">
                                        <p:cTn dur="200"/>
                                        <p:tgtEl>
                                          <p:spTgt spid="2773"/>
                                        </p:tgtEl>
                                        <p:attrNameLst>
                                          <p:attrName>ppt_h</p:attrName>
                                        </p:attrNameLst>
                                      </p:cBhvr>
                                      <p:tavLst>
                                        <p:tav fmla="" tm="0">
                                          <p:val>
                                            <p:strVal val="0"/>
                                          </p:val>
                                        </p:tav>
                                        <p:tav fmla="" tm="100000">
                                          <p:val>
                                            <p:strVal val="#ppt_h"/>
                                          </p:val>
                                        </p:tav>
                                      </p:tavLst>
                                    </p:anim>
                                  </p:childTnLst>
                                </p:cTn>
                              </p:par>
                            </p:childTnLst>
                          </p:cTn>
                        </p:par>
                        <p:par>
                          <p:cTn fill="hold">
                            <p:stCondLst>
                              <p:cond delay="4300"/>
                            </p:stCondLst>
                            <p:childTnLst>
                              <p:par>
                                <p:cTn fill="hold" nodeType="afterEffect" presetClass="entr" presetID="23" presetSubtype="16">
                                  <p:stCondLst>
                                    <p:cond delay="0"/>
                                  </p:stCondLst>
                                  <p:childTnLst>
                                    <p:set>
                                      <p:cBhvr>
                                        <p:cTn dur="1" fill="hold">
                                          <p:stCondLst>
                                            <p:cond delay="0"/>
                                          </p:stCondLst>
                                        </p:cTn>
                                        <p:tgtEl>
                                          <p:spTgt spid="2771"/>
                                        </p:tgtEl>
                                        <p:attrNameLst>
                                          <p:attrName>style.visibility</p:attrName>
                                        </p:attrNameLst>
                                      </p:cBhvr>
                                      <p:to>
                                        <p:strVal val="visible"/>
                                      </p:to>
                                    </p:set>
                                    <p:anim calcmode="lin" valueType="num">
                                      <p:cBhvr additive="base">
                                        <p:cTn dur="200"/>
                                        <p:tgtEl>
                                          <p:spTgt spid="2771"/>
                                        </p:tgtEl>
                                        <p:attrNameLst>
                                          <p:attrName>ppt_w</p:attrName>
                                        </p:attrNameLst>
                                      </p:cBhvr>
                                      <p:tavLst>
                                        <p:tav fmla="" tm="0">
                                          <p:val>
                                            <p:strVal val="0"/>
                                          </p:val>
                                        </p:tav>
                                        <p:tav fmla="" tm="100000">
                                          <p:val>
                                            <p:strVal val="#ppt_w"/>
                                          </p:val>
                                        </p:tav>
                                      </p:tavLst>
                                    </p:anim>
                                    <p:anim calcmode="lin" valueType="num">
                                      <p:cBhvr additive="base">
                                        <p:cTn dur="200"/>
                                        <p:tgtEl>
                                          <p:spTgt spid="2771"/>
                                        </p:tgtEl>
                                        <p:attrNameLst>
                                          <p:attrName>ppt_h</p:attrName>
                                        </p:attrNameLst>
                                      </p:cBhvr>
                                      <p:tavLst>
                                        <p:tav fmla="" tm="0">
                                          <p:val>
                                            <p:strVal val="0"/>
                                          </p:val>
                                        </p:tav>
                                        <p:tav fmla="" tm="100000">
                                          <p:val>
                                            <p:strVal val="#ppt_h"/>
                                          </p:val>
                                        </p:tav>
                                      </p:tavLst>
                                    </p:anim>
                                  </p:childTnLst>
                                </p:cTn>
                              </p:par>
                            </p:childTnLst>
                          </p:cTn>
                        </p:par>
                        <p:par>
                          <p:cTn fill="hold">
                            <p:stCondLst>
                              <p:cond delay="4500"/>
                            </p:stCondLst>
                            <p:childTnLst>
                              <p:par>
                                <p:cTn fill="hold" nodeType="afterEffect" presetClass="entr" presetID="23" presetSubtype="16">
                                  <p:stCondLst>
                                    <p:cond delay="0"/>
                                  </p:stCondLst>
                                  <p:childTnLst>
                                    <p:set>
                                      <p:cBhvr>
                                        <p:cTn dur="1" fill="hold">
                                          <p:stCondLst>
                                            <p:cond delay="0"/>
                                          </p:stCondLst>
                                        </p:cTn>
                                        <p:tgtEl>
                                          <p:spTgt spid="2770"/>
                                        </p:tgtEl>
                                        <p:attrNameLst>
                                          <p:attrName>style.visibility</p:attrName>
                                        </p:attrNameLst>
                                      </p:cBhvr>
                                      <p:to>
                                        <p:strVal val="visible"/>
                                      </p:to>
                                    </p:set>
                                    <p:anim calcmode="lin" valueType="num">
                                      <p:cBhvr additive="base">
                                        <p:cTn dur="200"/>
                                        <p:tgtEl>
                                          <p:spTgt spid="2770"/>
                                        </p:tgtEl>
                                        <p:attrNameLst>
                                          <p:attrName>ppt_w</p:attrName>
                                        </p:attrNameLst>
                                      </p:cBhvr>
                                      <p:tavLst>
                                        <p:tav fmla="" tm="0">
                                          <p:val>
                                            <p:strVal val="0"/>
                                          </p:val>
                                        </p:tav>
                                        <p:tav fmla="" tm="100000">
                                          <p:val>
                                            <p:strVal val="#ppt_w"/>
                                          </p:val>
                                        </p:tav>
                                      </p:tavLst>
                                    </p:anim>
                                    <p:anim calcmode="lin" valueType="num">
                                      <p:cBhvr additive="base">
                                        <p:cTn dur="200"/>
                                        <p:tgtEl>
                                          <p:spTgt spid="2770"/>
                                        </p:tgtEl>
                                        <p:attrNameLst>
                                          <p:attrName>ppt_h</p:attrName>
                                        </p:attrNameLst>
                                      </p:cBhvr>
                                      <p:tavLst>
                                        <p:tav fmla="" tm="0">
                                          <p:val>
                                            <p:strVal val="0"/>
                                          </p:val>
                                        </p:tav>
                                        <p:tav fmla="" tm="100000">
                                          <p:val>
                                            <p:strVal val="#ppt_h"/>
                                          </p:val>
                                        </p:tav>
                                      </p:tavLst>
                                    </p:anim>
                                  </p:childTnLst>
                                </p:cTn>
                              </p:par>
                            </p:childTnLst>
                          </p:cTn>
                        </p:par>
                        <p:par>
                          <p:cTn fill="hold">
                            <p:stCondLst>
                              <p:cond delay="4700"/>
                            </p:stCondLst>
                            <p:childTnLst>
                              <p:par>
                                <p:cTn fill="hold" nodeType="afterEffect" presetClass="entr" presetID="23" presetSubtype="16">
                                  <p:stCondLst>
                                    <p:cond delay="0"/>
                                  </p:stCondLst>
                                  <p:childTnLst>
                                    <p:set>
                                      <p:cBhvr>
                                        <p:cTn dur="1" fill="hold">
                                          <p:stCondLst>
                                            <p:cond delay="0"/>
                                          </p:stCondLst>
                                        </p:cTn>
                                        <p:tgtEl>
                                          <p:spTgt spid="2762"/>
                                        </p:tgtEl>
                                        <p:attrNameLst>
                                          <p:attrName>style.visibility</p:attrName>
                                        </p:attrNameLst>
                                      </p:cBhvr>
                                      <p:to>
                                        <p:strVal val="visible"/>
                                      </p:to>
                                    </p:set>
                                    <p:anim calcmode="lin" valueType="num">
                                      <p:cBhvr additive="base">
                                        <p:cTn dur="200"/>
                                        <p:tgtEl>
                                          <p:spTgt spid="2762"/>
                                        </p:tgtEl>
                                        <p:attrNameLst>
                                          <p:attrName>ppt_w</p:attrName>
                                        </p:attrNameLst>
                                      </p:cBhvr>
                                      <p:tavLst>
                                        <p:tav fmla="" tm="0">
                                          <p:val>
                                            <p:strVal val="0"/>
                                          </p:val>
                                        </p:tav>
                                        <p:tav fmla="" tm="100000">
                                          <p:val>
                                            <p:strVal val="#ppt_w"/>
                                          </p:val>
                                        </p:tav>
                                      </p:tavLst>
                                    </p:anim>
                                    <p:anim calcmode="lin" valueType="num">
                                      <p:cBhvr additive="base">
                                        <p:cTn dur="200"/>
                                        <p:tgtEl>
                                          <p:spTgt spid="2762"/>
                                        </p:tgtEl>
                                        <p:attrNameLst>
                                          <p:attrName>ppt_h</p:attrName>
                                        </p:attrNameLst>
                                      </p:cBhvr>
                                      <p:tavLst>
                                        <p:tav fmla="" tm="0">
                                          <p:val>
                                            <p:strVal val="0"/>
                                          </p:val>
                                        </p:tav>
                                        <p:tav fmla="" tm="100000">
                                          <p:val>
                                            <p:strVal val="#ppt_h"/>
                                          </p:val>
                                        </p:tav>
                                      </p:tavLst>
                                    </p:anim>
                                  </p:childTnLst>
                                </p:cTn>
                              </p:par>
                            </p:childTnLst>
                          </p:cTn>
                        </p:par>
                        <p:par>
                          <p:cTn fill="hold">
                            <p:stCondLst>
                              <p:cond delay="4900"/>
                            </p:stCondLst>
                            <p:childTnLst>
                              <p:par>
                                <p:cTn fill="hold" nodeType="afterEffect" presetClass="entr" presetID="23" presetSubtype="16">
                                  <p:stCondLst>
                                    <p:cond delay="0"/>
                                  </p:stCondLst>
                                  <p:childTnLst>
                                    <p:set>
                                      <p:cBhvr>
                                        <p:cTn dur="1" fill="hold">
                                          <p:stCondLst>
                                            <p:cond delay="0"/>
                                          </p:stCondLst>
                                        </p:cTn>
                                        <p:tgtEl>
                                          <p:spTgt spid="2763"/>
                                        </p:tgtEl>
                                        <p:attrNameLst>
                                          <p:attrName>style.visibility</p:attrName>
                                        </p:attrNameLst>
                                      </p:cBhvr>
                                      <p:to>
                                        <p:strVal val="visible"/>
                                      </p:to>
                                    </p:set>
                                    <p:anim calcmode="lin" valueType="num">
                                      <p:cBhvr additive="base">
                                        <p:cTn dur="200"/>
                                        <p:tgtEl>
                                          <p:spTgt spid="2763"/>
                                        </p:tgtEl>
                                        <p:attrNameLst>
                                          <p:attrName>ppt_w</p:attrName>
                                        </p:attrNameLst>
                                      </p:cBhvr>
                                      <p:tavLst>
                                        <p:tav fmla="" tm="0">
                                          <p:val>
                                            <p:strVal val="0"/>
                                          </p:val>
                                        </p:tav>
                                        <p:tav fmla="" tm="100000">
                                          <p:val>
                                            <p:strVal val="#ppt_w"/>
                                          </p:val>
                                        </p:tav>
                                      </p:tavLst>
                                    </p:anim>
                                    <p:anim calcmode="lin" valueType="num">
                                      <p:cBhvr additive="base">
                                        <p:cTn dur="200"/>
                                        <p:tgtEl>
                                          <p:spTgt spid="2763"/>
                                        </p:tgtEl>
                                        <p:attrNameLst>
                                          <p:attrName>ppt_h</p:attrName>
                                        </p:attrNameLst>
                                      </p:cBhvr>
                                      <p:tavLst>
                                        <p:tav fmla="" tm="0">
                                          <p:val>
                                            <p:strVal val="0"/>
                                          </p:val>
                                        </p:tav>
                                        <p:tav fmla="" tm="100000">
                                          <p:val>
                                            <p:strVal val="#ppt_h"/>
                                          </p:val>
                                        </p:tav>
                                      </p:tavLst>
                                    </p:anim>
                                  </p:childTnLst>
                                </p:cTn>
                              </p:par>
                            </p:childTnLst>
                          </p:cTn>
                        </p:par>
                        <p:par>
                          <p:cTn fill="hold">
                            <p:stCondLst>
                              <p:cond delay="5100"/>
                            </p:stCondLst>
                            <p:childTnLst>
                              <p:par>
                                <p:cTn fill="hold" nodeType="afterEffect" presetClass="entr" presetID="23" presetSubtype="16">
                                  <p:stCondLst>
                                    <p:cond delay="0"/>
                                  </p:stCondLst>
                                  <p:childTnLst>
                                    <p:set>
                                      <p:cBhvr>
                                        <p:cTn dur="1" fill="hold">
                                          <p:stCondLst>
                                            <p:cond delay="0"/>
                                          </p:stCondLst>
                                        </p:cTn>
                                        <p:tgtEl>
                                          <p:spTgt spid="2755"/>
                                        </p:tgtEl>
                                        <p:attrNameLst>
                                          <p:attrName>style.visibility</p:attrName>
                                        </p:attrNameLst>
                                      </p:cBhvr>
                                      <p:to>
                                        <p:strVal val="visible"/>
                                      </p:to>
                                    </p:set>
                                    <p:anim calcmode="lin" valueType="num">
                                      <p:cBhvr additive="base">
                                        <p:cTn dur="200"/>
                                        <p:tgtEl>
                                          <p:spTgt spid="2755"/>
                                        </p:tgtEl>
                                        <p:attrNameLst>
                                          <p:attrName>ppt_w</p:attrName>
                                        </p:attrNameLst>
                                      </p:cBhvr>
                                      <p:tavLst>
                                        <p:tav fmla="" tm="0">
                                          <p:val>
                                            <p:strVal val="0"/>
                                          </p:val>
                                        </p:tav>
                                        <p:tav fmla="" tm="100000">
                                          <p:val>
                                            <p:strVal val="#ppt_w"/>
                                          </p:val>
                                        </p:tav>
                                      </p:tavLst>
                                    </p:anim>
                                    <p:anim calcmode="lin" valueType="num">
                                      <p:cBhvr additive="base">
                                        <p:cTn dur="200"/>
                                        <p:tgtEl>
                                          <p:spTgt spid="2755"/>
                                        </p:tgtEl>
                                        <p:attrNameLst>
                                          <p:attrName>ppt_h</p:attrName>
                                        </p:attrNameLst>
                                      </p:cBhvr>
                                      <p:tavLst>
                                        <p:tav fmla="" tm="0">
                                          <p:val>
                                            <p:strVal val="0"/>
                                          </p:val>
                                        </p:tav>
                                        <p:tav fmla="" tm="100000">
                                          <p:val>
                                            <p:strVal val="#ppt_h"/>
                                          </p:val>
                                        </p:tav>
                                      </p:tavLst>
                                    </p:anim>
                                  </p:childTnLst>
                                </p:cTn>
                              </p:par>
                            </p:childTnLst>
                          </p:cTn>
                        </p:par>
                        <p:par>
                          <p:cTn fill="hold">
                            <p:stCondLst>
                              <p:cond delay="5300"/>
                            </p:stCondLst>
                            <p:childTnLst>
                              <p:par>
                                <p:cTn fill="hold" nodeType="afterEffect" presetClass="entr" presetID="23" presetSubtype="16">
                                  <p:stCondLst>
                                    <p:cond delay="0"/>
                                  </p:stCondLst>
                                  <p:childTnLst>
                                    <p:set>
                                      <p:cBhvr>
                                        <p:cTn dur="1" fill="hold">
                                          <p:stCondLst>
                                            <p:cond delay="0"/>
                                          </p:stCondLst>
                                        </p:cTn>
                                        <p:tgtEl>
                                          <p:spTgt spid="2778"/>
                                        </p:tgtEl>
                                        <p:attrNameLst>
                                          <p:attrName>style.visibility</p:attrName>
                                        </p:attrNameLst>
                                      </p:cBhvr>
                                      <p:to>
                                        <p:strVal val="visible"/>
                                      </p:to>
                                    </p:set>
                                    <p:anim calcmode="lin" valueType="num">
                                      <p:cBhvr additive="base">
                                        <p:cTn dur="200"/>
                                        <p:tgtEl>
                                          <p:spTgt spid="2778"/>
                                        </p:tgtEl>
                                        <p:attrNameLst>
                                          <p:attrName>ppt_w</p:attrName>
                                        </p:attrNameLst>
                                      </p:cBhvr>
                                      <p:tavLst>
                                        <p:tav fmla="" tm="0">
                                          <p:val>
                                            <p:strVal val="0"/>
                                          </p:val>
                                        </p:tav>
                                        <p:tav fmla="" tm="100000">
                                          <p:val>
                                            <p:strVal val="#ppt_w"/>
                                          </p:val>
                                        </p:tav>
                                      </p:tavLst>
                                    </p:anim>
                                    <p:anim calcmode="lin" valueType="num">
                                      <p:cBhvr additive="base">
                                        <p:cTn dur="200"/>
                                        <p:tgtEl>
                                          <p:spTgt spid="2778"/>
                                        </p:tgtEl>
                                        <p:attrNameLst>
                                          <p:attrName>ppt_h</p:attrName>
                                        </p:attrNameLst>
                                      </p:cBhvr>
                                      <p:tavLst>
                                        <p:tav fmla="" tm="0">
                                          <p:val>
                                            <p:strVal val="0"/>
                                          </p:val>
                                        </p:tav>
                                        <p:tav fmla="" tm="100000">
                                          <p:val>
                                            <p:strVal val="#ppt_h"/>
                                          </p:val>
                                        </p:tav>
                                      </p:tavLst>
                                    </p:anim>
                                  </p:childTnLst>
                                </p:cTn>
                              </p:par>
                            </p:childTnLst>
                          </p:cTn>
                        </p:par>
                        <p:par>
                          <p:cTn fill="hold">
                            <p:stCondLst>
                              <p:cond delay="5500"/>
                            </p:stCondLst>
                            <p:childTnLst>
                              <p:par>
                                <p:cTn fill="hold" nodeType="afterEffect" presetClass="entr" presetID="23" presetSubtype="16">
                                  <p:stCondLst>
                                    <p:cond delay="0"/>
                                  </p:stCondLst>
                                  <p:childTnLst>
                                    <p:set>
                                      <p:cBhvr>
                                        <p:cTn dur="1" fill="hold">
                                          <p:stCondLst>
                                            <p:cond delay="0"/>
                                          </p:stCondLst>
                                        </p:cTn>
                                        <p:tgtEl>
                                          <p:spTgt spid="2776"/>
                                        </p:tgtEl>
                                        <p:attrNameLst>
                                          <p:attrName>style.visibility</p:attrName>
                                        </p:attrNameLst>
                                      </p:cBhvr>
                                      <p:to>
                                        <p:strVal val="visible"/>
                                      </p:to>
                                    </p:set>
                                    <p:anim calcmode="lin" valueType="num">
                                      <p:cBhvr additive="base">
                                        <p:cTn dur="200"/>
                                        <p:tgtEl>
                                          <p:spTgt spid="2776"/>
                                        </p:tgtEl>
                                        <p:attrNameLst>
                                          <p:attrName>ppt_w</p:attrName>
                                        </p:attrNameLst>
                                      </p:cBhvr>
                                      <p:tavLst>
                                        <p:tav fmla="" tm="0">
                                          <p:val>
                                            <p:strVal val="0"/>
                                          </p:val>
                                        </p:tav>
                                        <p:tav fmla="" tm="100000">
                                          <p:val>
                                            <p:strVal val="#ppt_w"/>
                                          </p:val>
                                        </p:tav>
                                      </p:tavLst>
                                    </p:anim>
                                    <p:anim calcmode="lin" valueType="num">
                                      <p:cBhvr additive="base">
                                        <p:cTn dur="200"/>
                                        <p:tgtEl>
                                          <p:spTgt spid="2776"/>
                                        </p:tgtEl>
                                        <p:attrNameLst>
                                          <p:attrName>ppt_h</p:attrName>
                                        </p:attrNameLst>
                                      </p:cBhvr>
                                      <p:tavLst>
                                        <p:tav fmla="" tm="0">
                                          <p:val>
                                            <p:strVal val="0"/>
                                          </p:val>
                                        </p:tav>
                                        <p:tav fmla="" tm="100000">
                                          <p:val>
                                            <p:strVal val="#ppt_h"/>
                                          </p:val>
                                        </p:tav>
                                      </p:tavLst>
                                    </p:anim>
                                  </p:childTnLst>
                                </p:cTn>
                              </p:par>
                            </p:childTnLst>
                          </p:cTn>
                        </p:par>
                        <p:par>
                          <p:cTn fill="hold">
                            <p:stCondLst>
                              <p:cond delay="5700"/>
                            </p:stCondLst>
                            <p:childTnLst>
                              <p:par>
                                <p:cTn fill="hold" nodeType="afterEffect" presetClass="entr" presetID="23" presetSubtype="16">
                                  <p:stCondLst>
                                    <p:cond delay="0"/>
                                  </p:stCondLst>
                                  <p:childTnLst>
                                    <p:set>
                                      <p:cBhvr>
                                        <p:cTn dur="1" fill="hold">
                                          <p:stCondLst>
                                            <p:cond delay="0"/>
                                          </p:stCondLst>
                                        </p:cTn>
                                        <p:tgtEl>
                                          <p:spTgt spid="2780"/>
                                        </p:tgtEl>
                                        <p:attrNameLst>
                                          <p:attrName>style.visibility</p:attrName>
                                        </p:attrNameLst>
                                      </p:cBhvr>
                                      <p:to>
                                        <p:strVal val="visible"/>
                                      </p:to>
                                    </p:set>
                                    <p:anim calcmode="lin" valueType="num">
                                      <p:cBhvr additive="base">
                                        <p:cTn dur="200"/>
                                        <p:tgtEl>
                                          <p:spTgt spid="2780"/>
                                        </p:tgtEl>
                                        <p:attrNameLst>
                                          <p:attrName>ppt_w</p:attrName>
                                        </p:attrNameLst>
                                      </p:cBhvr>
                                      <p:tavLst>
                                        <p:tav fmla="" tm="0">
                                          <p:val>
                                            <p:strVal val="0"/>
                                          </p:val>
                                        </p:tav>
                                        <p:tav fmla="" tm="100000">
                                          <p:val>
                                            <p:strVal val="#ppt_w"/>
                                          </p:val>
                                        </p:tav>
                                      </p:tavLst>
                                    </p:anim>
                                    <p:anim calcmode="lin" valueType="num">
                                      <p:cBhvr additive="base">
                                        <p:cTn dur="200"/>
                                        <p:tgtEl>
                                          <p:spTgt spid="2780"/>
                                        </p:tgtEl>
                                        <p:attrNameLst>
                                          <p:attrName>ppt_h</p:attrName>
                                        </p:attrNameLst>
                                      </p:cBhvr>
                                      <p:tavLst>
                                        <p:tav fmla="" tm="0">
                                          <p:val>
                                            <p:strVal val="0"/>
                                          </p:val>
                                        </p:tav>
                                        <p:tav fmla="" tm="100000">
                                          <p:val>
                                            <p:strVal val="#ppt_h"/>
                                          </p:val>
                                        </p:tav>
                                      </p:tavLst>
                                    </p:anim>
                                  </p:childTnLst>
                                </p:cTn>
                              </p:par>
                            </p:childTnLst>
                          </p:cTn>
                        </p:par>
                        <p:par>
                          <p:cTn fill="hold">
                            <p:stCondLst>
                              <p:cond delay="5900"/>
                            </p:stCondLst>
                            <p:childTnLst>
                              <p:par>
                                <p:cTn fill="hold" nodeType="afterEffect" presetClass="entr" presetID="23" presetSubtype="16">
                                  <p:stCondLst>
                                    <p:cond delay="0"/>
                                  </p:stCondLst>
                                  <p:childTnLst>
                                    <p:set>
                                      <p:cBhvr>
                                        <p:cTn dur="1" fill="hold">
                                          <p:stCondLst>
                                            <p:cond delay="0"/>
                                          </p:stCondLst>
                                        </p:cTn>
                                        <p:tgtEl>
                                          <p:spTgt spid="2781"/>
                                        </p:tgtEl>
                                        <p:attrNameLst>
                                          <p:attrName>style.visibility</p:attrName>
                                        </p:attrNameLst>
                                      </p:cBhvr>
                                      <p:to>
                                        <p:strVal val="visible"/>
                                      </p:to>
                                    </p:set>
                                    <p:anim calcmode="lin" valueType="num">
                                      <p:cBhvr additive="base">
                                        <p:cTn dur="200"/>
                                        <p:tgtEl>
                                          <p:spTgt spid="2781"/>
                                        </p:tgtEl>
                                        <p:attrNameLst>
                                          <p:attrName>ppt_w</p:attrName>
                                        </p:attrNameLst>
                                      </p:cBhvr>
                                      <p:tavLst>
                                        <p:tav fmla="" tm="0">
                                          <p:val>
                                            <p:strVal val="0"/>
                                          </p:val>
                                        </p:tav>
                                        <p:tav fmla="" tm="100000">
                                          <p:val>
                                            <p:strVal val="#ppt_w"/>
                                          </p:val>
                                        </p:tav>
                                      </p:tavLst>
                                    </p:anim>
                                    <p:anim calcmode="lin" valueType="num">
                                      <p:cBhvr additive="base">
                                        <p:cTn dur="200"/>
                                        <p:tgtEl>
                                          <p:spTgt spid="2781"/>
                                        </p:tgtEl>
                                        <p:attrNameLst>
                                          <p:attrName>ppt_h</p:attrName>
                                        </p:attrNameLst>
                                      </p:cBhvr>
                                      <p:tavLst>
                                        <p:tav fmla="" tm="0">
                                          <p:val>
                                            <p:strVal val="0"/>
                                          </p:val>
                                        </p:tav>
                                        <p:tav fmla="" tm="100000">
                                          <p:val>
                                            <p:strVal val="#ppt_h"/>
                                          </p:val>
                                        </p:tav>
                                      </p:tavLst>
                                    </p:anim>
                                  </p:childTnLst>
                                </p:cTn>
                              </p:par>
                            </p:childTnLst>
                          </p:cTn>
                        </p:par>
                        <p:par>
                          <p:cTn fill="hold">
                            <p:stCondLst>
                              <p:cond delay="6100"/>
                            </p:stCondLst>
                            <p:childTnLst>
                              <p:par>
                                <p:cTn fill="hold" nodeType="afterEffect" presetClass="entr" presetID="23" presetSubtype="16">
                                  <p:stCondLst>
                                    <p:cond delay="0"/>
                                  </p:stCondLst>
                                  <p:childTnLst>
                                    <p:set>
                                      <p:cBhvr>
                                        <p:cTn dur="1" fill="hold">
                                          <p:stCondLst>
                                            <p:cond delay="0"/>
                                          </p:stCondLst>
                                        </p:cTn>
                                        <p:tgtEl>
                                          <p:spTgt spid="2779"/>
                                        </p:tgtEl>
                                        <p:attrNameLst>
                                          <p:attrName>style.visibility</p:attrName>
                                        </p:attrNameLst>
                                      </p:cBhvr>
                                      <p:to>
                                        <p:strVal val="visible"/>
                                      </p:to>
                                    </p:set>
                                    <p:anim calcmode="lin" valueType="num">
                                      <p:cBhvr additive="base">
                                        <p:cTn dur="200"/>
                                        <p:tgtEl>
                                          <p:spTgt spid="2779"/>
                                        </p:tgtEl>
                                        <p:attrNameLst>
                                          <p:attrName>ppt_w</p:attrName>
                                        </p:attrNameLst>
                                      </p:cBhvr>
                                      <p:tavLst>
                                        <p:tav fmla="" tm="0">
                                          <p:val>
                                            <p:strVal val="0"/>
                                          </p:val>
                                        </p:tav>
                                        <p:tav fmla="" tm="100000">
                                          <p:val>
                                            <p:strVal val="#ppt_w"/>
                                          </p:val>
                                        </p:tav>
                                      </p:tavLst>
                                    </p:anim>
                                    <p:anim calcmode="lin" valueType="num">
                                      <p:cBhvr additive="base">
                                        <p:cTn dur="200"/>
                                        <p:tgtEl>
                                          <p:spTgt spid="2779"/>
                                        </p:tgtEl>
                                        <p:attrNameLst>
                                          <p:attrName>ppt_h</p:attrName>
                                        </p:attrNameLst>
                                      </p:cBhvr>
                                      <p:tavLst>
                                        <p:tav fmla="" tm="0">
                                          <p:val>
                                            <p:strVal val="0"/>
                                          </p:val>
                                        </p:tav>
                                        <p:tav fmla="" tm="100000">
                                          <p:val>
                                            <p:strVal val="#ppt_h"/>
                                          </p:val>
                                        </p:tav>
                                      </p:tavLst>
                                    </p:anim>
                                  </p:childTnLst>
                                </p:cTn>
                              </p:par>
                            </p:childTnLst>
                          </p:cTn>
                        </p:par>
                        <p:par>
                          <p:cTn fill="hold">
                            <p:stCondLst>
                              <p:cond delay="6300"/>
                            </p:stCondLst>
                            <p:childTnLst>
                              <p:par>
                                <p:cTn fill="hold" nodeType="afterEffect" presetClass="entr" presetID="23" presetSubtype="16">
                                  <p:stCondLst>
                                    <p:cond delay="0"/>
                                  </p:stCondLst>
                                  <p:childTnLst>
                                    <p:set>
                                      <p:cBhvr>
                                        <p:cTn dur="1" fill="hold">
                                          <p:stCondLst>
                                            <p:cond delay="0"/>
                                          </p:stCondLst>
                                        </p:cTn>
                                        <p:tgtEl>
                                          <p:spTgt spid="2777"/>
                                        </p:tgtEl>
                                        <p:attrNameLst>
                                          <p:attrName>style.visibility</p:attrName>
                                        </p:attrNameLst>
                                      </p:cBhvr>
                                      <p:to>
                                        <p:strVal val="visible"/>
                                      </p:to>
                                    </p:set>
                                    <p:anim calcmode="lin" valueType="num">
                                      <p:cBhvr additive="base">
                                        <p:cTn dur="200"/>
                                        <p:tgtEl>
                                          <p:spTgt spid="2777"/>
                                        </p:tgtEl>
                                        <p:attrNameLst>
                                          <p:attrName>ppt_w</p:attrName>
                                        </p:attrNameLst>
                                      </p:cBhvr>
                                      <p:tavLst>
                                        <p:tav fmla="" tm="0">
                                          <p:val>
                                            <p:strVal val="0"/>
                                          </p:val>
                                        </p:tav>
                                        <p:tav fmla="" tm="100000">
                                          <p:val>
                                            <p:strVal val="#ppt_w"/>
                                          </p:val>
                                        </p:tav>
                                      </p:tavLst>
                                    </p:anim>
                                    <p:anim calcmode="lin" valueType="num">
                                      <p:cBhvr additive="base">
                                        <p:cTn dur="200"/>
                                        <p:tgtEl>
                                          <p:spTgt spid="277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2"/>
                                        </p:tgtEl>
                                        <p:attrNameLst>
                                          <p:attrName>style.visibility</p:attrName>
                                        </p:attrNameLst>
                                      </p:cBhvr>
                                      <p:to>
                                        <p:strVal val="visible"/>
                                      </p:to>
                                    </p:set>
                                    <p:animEffect filter="fade" transition="in">
                                      <p:cBhvr>
                                        <p:cTn dur="1000"/>
                                        <p:tgtEl>
                                          <p:spTgt spid="27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7" name="Shape 2787"/>
        <p:cNvGrpSpPr/>
        <p:nvPr/>
      </p:nvGrpSpPr>
      <p:grpSpPr>
        <a:xfrm>
          <a:off x="0" y="0"/>
          <a:ext cx="0" cy="0"/>
          <a:chOff x="0" y="0"/>
          <a:chExt cx="0" cy="0"/>
        </a:xfrm>
      </p:grpSpPr>
      <p:sp>
        <p:nvSpPr>
          <p:cNvPr id="2788" name="Google Shape;2788;p110"/>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Resilient role model to do list</a:t>
            </a:r>
            <a:endParaRPr sz="3200">
              <a:solidFill>
                <a:srgbClr val="212121"/>
              </a:solidFill>
              <a:latin typeface="Luckiest Guy"/>
              <a:ea typeface="Luckiest Guy"/>
              <a:cs typeface="Luckiest Guy"/>
              <a:sym typeface="Luckiest Guy"/>
            </a:endParaRPr>
          </a:p>
        </p:txBody>
      </p:sp>
      <p:sp>
        <p:nvSpPr>
          <p:cNvPr id="2789" name="Google Shape;2789;p110"/>
          <p:cNvSpPr txBox="1"/>
          <p:nvPr>
            <p:ph idx="1" type="subTitle"/>
          </p:nvPr>
        </p:nvSpPr>
        <p:spPr>
          <a:xfrm>
            <a:off x="770575" y="1167425"/>
            <a:ext cx="7875000" cy="32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12121"/>
                </a:solidFill>
                <a:latin typeface="Jost"/>
                <a:ea typeface="Jost"/>
                <a:cs typeface="Jost"/>
                <a:sym typeface="Jost"/>
              </a:rPr>
              <a:t>✅	Select a Role Model - this needs to be completed by 10.15am</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Get your Role Model signed off by Mrs Tamihere</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Start completing your Planning Doc</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Get your Planning Doc checked by Mrs Tamihere - this needs to be finished by the end of Lesson 2</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Start writing your assessment:</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use the writing </a:t>
            </a:r>
            <a:r>
              <a:rPr lang="en" sz="1800" u="sng">
                <a:solidFill>
                  <a:schemeClr val="hlink"/>
                </a:solidFill>
                <a:latin typeface="Jost"/>
                <a:ea typeface="Jost"/>
                <a:cs typeface="Jost"/>
                <a:sym typeface="Jost"/>
                <a:hlinkClick r:id="rId3"/>
              </a:rPr>
              <a:t>structure</a:t>
            </a:r>
            <a:r>
              <a:rPr lang="en" sz="1800">
                <a:solidFill>
                  <a:srgbClr val="212121"/>
                </a:solidFill>
                <a:latin typeface="Jost"/>
                <a:ea typeface="Jost"/>
                <a:cs typeface="Jost"/>
                <a:sym typeface="Jost"/>
              </a:rPr>
              <a:t> and the word bank on slide 61 to complete your essay</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For each paragraph you complete get this signed off by Mrs Tamihere</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Complete one on one with Mrs Tamihere</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3" name="Shape 2793"/>
        <p:cNvGrpSpPr/>
        <p:nvPr/>
      </p:nvGrpSpPr>
      <p:grpSpPr>
        <a:xfrm>
          <a:off x="0" y="0"/>
          <a:ext cx="0" cy="0"/>
          <a:chOff x="0" y="0"/>
          <a:chExt cx="0" cy="0"/>
        </a:xfrm>
      </p:grpSpPr>
      <p:sp>
        <p:nvSpPr>
          <p:cNvPr id="2794" name="Google Shape;2794;p111"/>
          <p:cNvSpPr txBox="1"/>
          <p:nvPr>
            <p:ph type="ctrTitle"/>
          </p:nvPr>
        </p:nvSpPr>
        <p:spPr>
          <a:xfrm flipH="1">
            <a:off x="770700" y="468450"/>
            <a:ext cx="30195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Word bank</a:t>
            </a:r>
            <a:endParaRPr sz="3200">
              <a:solidFill>
                <a:srgbClr val="212121"/>
              </a:solidFill>
              <a:latin typeface="Luckiest Guy"/>
              <a:ea typeface="Luckiest Guy"/>
              <a:cs typeface="Luckiest Guy"/>
              <a:sym typeface="Luckiest Guy"/>
            </a:endParaRPr>
          </a:p>
        </p:txBody>
      </p:sp>
      <p:sp>
        <p:nvSpPr>
          <p:cNvPr id="2795" name="Google Shape;2795;p111"/>
          <p:cNvSpPr txBox="1"/>
          <p:nvPr>
            <p:ph idx="1" type="subTitle"/>
          </p:nvPr>
        </p:nvSpPr>
        <p:spPr>
          <a:xfrm>
            <a:off x="770575" y="1167425"/>
            <a:ext cx="3774000" cy="3793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Well-being</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Risk</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Protective</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Positive</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Negative</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Change</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Hauora</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Resilience</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Ability to Change</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Impact</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Social Determinants</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Manage</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Coping</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Strategy</a:t>
            </a:r>
            <a:endParaRPr sz="1600">
              <a:solidFill>
                <a:srgbClr val="212121"/>
              </a:solidFill>
              <a:latin typeface="Jost"/>
              <a:ea typeface="Jost"/>
              <a:cs typeface="Jost"/>
              <a:sym typeface="Jost"/>
            </a:endParaRPr>
          </a:p>
        </p:txBody>
      </p:sp>
      <p:sp>
        <p:nvSpPr>
          <p:cNvPr id="2796" name="Google Shape;2796;p111"/>
          <p:cNvSpPr txBox="1"/>
          <p:nvPr>
            <p:ph idx="1" type="subTitle"/>
          </p:nvPr>
        </p:nvSpPr>
        <p:spPr>
          <a:xfrm>
            <a:off x="3350700" y="1167425"/>
            <a:ext cx="3774000" cy="3793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strength</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factors</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influence</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connection</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relationships</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society</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lifestyle</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hope</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Te Whare Tapa Wha</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personal</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Interpersonal</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Societal</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Barriers</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support</a:t>
            </a:r>
            <a:endParaRPr sz="1600">
              <a:solidFill>
                <a:srgbClr val="212121"/>
              </a:solidFill>
              <a:latin typeface="Jost"/>
              <a:ea typeface="Jost"/>
              <a:cs typeface="Jost"/>
              <a:sym typeface="Jost"/>
            </a:endParaRPr>
          </a:p>
        </p:txBody>
      </p:sp>
      <p:sp>
        <p:nvSpPr>
          <p:cNvPr id="2797" name="Google Shape;2797;p111"/>
          <p:cNvSpPr txBox="1"/>
          <p:nvPr>
            <p:ph idx="1" type="subTitle"/>
          </p:nvPr>
        </p:nvSpPr>
        <p:spPr>
          <a:xfrm>
            <a:off x="5930825" y="1140000"/>
            <a:ext cx="2193600" cy="2723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spiritual</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physical</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whanau</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mental</a:t>
            </a:r>
            <a:endParaRPr sz="1600">
              <a:solidFill>
                <a:srgbClr val="212121"/>
              </a:solidFill>
              <a:latin typeface="Jost"/>
              <a:ea typeface="Jost"/>
              <a:cs typeface="Jost"/>
              <a:sym typeface="Jos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1" name="Shape 2801"/>
        <p:cNvGrpSpPr/>
        <p:nvPr/>
      </p:nvGrpSpPr>
      <p:grpSpPr>
        <a:xfrm>
          <a:off x="0" y="0"/>
          <a:ext cx="0" cy="0"/>
          <a:chOff x="0" y="0"/>
          <a:chExt cx="0" cy="0"/>
        </a:xfrm>
      </p:grpSpPr>
      <p:sp>
        <p:nvSpPr>
          <p:cNvPr id="2802" name="Google Shape;2802;p112"/>
          <p:cNvSpPr txBox="1"/>
          <p:nvPr>
            <p:ph type="ctrTitle"/>
          </p:nvPr>
        </p:nvSpPr>
        <p:spPr>
          <a:xfrm>
            <a:off x="2194950" y="481575"/>
            <a:ext cx="4746300" cy="20526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121"/>
                </a:solidFill>
                <a:latin typeface="Luckiest Guy"/>
                <a:ea typeface="Luckiest Guy"/>
                <a:cs typeface="Luckiest Guy"/>
                <a:sym typeface="Luckiest Guy"/>
              </a:rPr>
              <a:t>L2 health</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Do now</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Tues 4/3</a:t>
            </a:r>
            <a:endParaRPr>
              <a:solidFill>
                <a:srgbClr val="212121"/>
              </a:solidFill>
              <a:latin typeface="Luckiest Guy"/>
              <a:ea typeface="Luckiest Guy"/>
              <a:cs typeface="Luckiest Guy"/>
              <a:sym typeface="Luckiest Guy"/>
            </a:endParaRPr>
          </a:p>
        </p:txBody>
      </p:sp>
      <p:sp>
        <p:nvSpPr>
          <p:cNvPr id="2803" name="Google Shape;2803;p112"/>
          <p:cNvSpPr txBox="1"/>
          <p:nvPr>
            <p:ph idx="1" type="subTitle"/>
          </p:nvPr>
        </p:nvSpPr>
        <p:spPr>
          <a:xfrm>
            <a:off x="1540775" y="2610375"/>
            <a:ext cx="5718600" cy="1875000"/>
          </a:xfrm>
          <a:prstGeom prst="rect">
            <a:avLst/>
          </a:prstGeom>
        </p:spPr>
        <p:txBody>
          <a:bodyPr anchorCtr="0" anchor="t" bIns="91425" lIns="91425" spcFirstLastPara="1" rIns="91425" wrap="square" tIns="91425">
            <a:noAutofit/>
          </a:bodyPr>
          <a:lstStyle/>
          <a:p>
            <a:pPr indent="-342900" lvl="0" marL="457200" rtl="0" algn="ctr">
              <a:spcBef>
                <a:spcPts val="0"/>
              </a:spcBef>
              <a:spcAft>
                <a:spcPts val="0"/>
              </a:spcAft>
              <a:buSzPts val="1800"/>
              <a:buFont typeface="Jost"/>
              <a:buAutoNum type="arabicPeriod"/>
            </a:pPr>
            <a:r>
              <a:rPr lang="en">
                <a:latin typeface="Jost"/>
                <a:ea typeface="Jost"/>
                <a:cs typeface="Jost"/>
                <a:sym typeface="Jost"/>
              </a:rPr>
              <a:t>Collect a post it, write your name on one side and what part of your 2.2 assessment you want to have completed by the end of the lesson</a:t>
            </a:r>
            <a:endParaRPr>
              <a:latin typeface="Jost"/>
              <a:ea typeface="Jost"/>
              <a:cs typeface="Jost"/>
              <a:sym typeface="Jost"/>
            </a:endParaRPr>
          </a:p>
          <a:p>
            <a:pPr indent="-342900" lvl="0" marL="457200" rtl="0" algn="ctr">
              <a:spcBef>
                <a:spcPts val="0"/>
              </a:spcBef>
              <a:spcAft>
                <a:spcPts val="0"/>
              </a:spcAft>
              <a:buSzPts val="1800"/>
              <a:buFont typeface="Jost"/>
              <a:buAutoNum type="arabicPeriod"/>
            </a:pPr>
            <a:r>
              <a:rPr lang="en">
                <a:latin typeface="Jost"/>
                <a:ea typeface="Jost"/>
                <a:cs typeface="Jost"/>
                <a:sym typeface="Jost"/>
              </a:rPr>
              <a:t>Put this post it on your Resilient Role Model checklist</a:t>
            </a:r>
            <a:endParaRPr>
              <a:latin typeface="Jost"/>
              <a:ea typeface="Jost"/>
              <a:cs typeface="Jost"/>
              <a:sym typeface="Jost"/>
            </a:endParaRPr>
          </a:p>
        </p:txBody>
      </p:sp>
      <p:sp>
        <p:nvSpPr>
          <p:cNvPr id="2804" name="Google Shape;2804;p112"/>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112"/>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112"/>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112"/>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112"/>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112"/>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112"/>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112"/>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112"/>
          <p:cNvSpPr/>
          <p:nvPr/>
        </p:nvSpPr>
        <p:spPr>
          <a:xfrm rot="10800000">
            <a:off x="680965" y="269200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112"/>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112"/>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112"/>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112"/>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112"/>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112"/>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112"/>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112"/>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112"/>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112"/>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112"/>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112"/>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112"/>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112"/>
          <p:cNvSpPr/>
          <p:nvPr/>
        </p:nvSpPr>
        <p:spPr>
          <a:xfrm rot="10800000">
            <a:off x="2069765" y="-76210"/>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112"/>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112"/>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112"/>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112"/>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112"/>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112"/>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112"/>
          <p:cNvSpPr/>
          <p:nvPr/>
        </p:nvSpPr>
        <p:spPr>
          <a:xfrm>
            <a:off x="8652474" y="316885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112"/>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112"/>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112"/>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112"/>
          <p:cNvSpPr/>
          <p:nvPr/>
        </p:nvSpPr>
        <p:spPr>
          <a:xfrm>
            <a:off x="7822482" y="3491070"/>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112"/>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2839" name="Google Shape;2839;p112" title="10 Minute Timer">
            <a:hlinkClick r:id="rId3"/>
          </p:cNvPr>
          <p:cNvPicPr preferRelativeResize="0"/>
          <p:nvPr/>
        </p:nvPicPr>
        <p:blipFill>
          <a:blip r:embed="rId4">
            <a:alphaModFix/>
          </a:blip>
          <a:stretch>
            <a:fillRect/>
          </a:stretch>
        </p:blipFill>
        <p:spPr>
          <a:xfrm>
            <a:off x="6695538" y="656137"/>
            <a:ext cx="1716525" cy="965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19"/>
                                        </p:tgtEl>
                                        <p:attrNameLst>
                                          <p:attrName>style.visibility</p:attrName>
                                        </p:attrNameLst>
                                      </p:cBhvr>
                                      <p:to>
                                        <p:strVal val="visible"/>
                                      </p:to>
                                    </p:set>
                                    <p:anim calcmode="lin" valueType="num">
                                      <p:cBhvr additive="base">
                                        <p:cTn dur="200"/>
                                        <p:tgtEl>
                                          <p:spTgt spid="2819"/>
                                        </p:tgtEl>
                                        <p:attrNameLst>
                                          <p:attrName>ppt_w</p:attrName>
                                        </p:attrNameLst>
                                      </p:cBhvr>
                                      <p:tavLst>
                                        <p:tav fmla="" tm="0">
                                          <p:val>
                                            <p:strVal val="0"/>
                                          </p:val>
                                        </p:tav>
                                        <p:tav fmla="" tm="100000">
                                          <p:val>
                                            <p:strVal val="#ppt_w"/>
                                          </p:val>
                                        </p:tav>
                                      </p:tavLst>
                                    </p:anim>
                                    <p:anim calcmode="lin" valueType="num">
                                      <p:cBhvr additive="base">
                                        <p:cTn dur="200"/>
                                        <p:tgtEl>
                                          <p:spTgt spid="2819"/>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827"/>
                                        </p:tgtEl>
                                        <p:attrNameLst>
                                          <p:attrName>style.visibility</p:attrName>
                                        </p:attrNameLst>
                                      </p:cBhvr>
                                      <p:to>
                                        <p:strVal val="visible"/>
                                      </p:to>
                                    </p:set>
                                    <p:anim calcmode="lin" valueType="num">
                                      <p:cBhvr additive="base">
                                        <p:cTn dur="200"/>
                                        <p:tgtEl>
                                          <p:spTgt spid="2827"/>
                                        </p:tgtEl>
                                        <p:attrNameLst>
                                          <p:attrName>ppt_w</p:attrName>
                                        </p:attrNameLst>
                                      </p:cBhvr>
                                      <p:tavLst>
                                        <p:tav fmla="" tm="0">
                                          <p:val>
                                            <p:strVal val="0"/>
                                          </p:val>
                                        </p:tav>
                                        <p:tav fmla="" tm="100000">
                                          <p:val>
                                            <p:strVal val="#ppt_w"/>
                                          </p:val>
                                        </p:tav>
                                      </p:tavLst>
                                    </p:anim>
                                    <p:anim calcmode="lin" valueType="num">
                                      <p:cBhvr additive="base">
                                        <p:cTn dur="200"/>
                                        <p:tgtEl>
                                          <p:spTgt spid="2827"/>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815"/>
                                        </p:tgtEl>
                                        <p:attrNameLst>
                                          <p:attrName>style.visibility</p:attrName>
                                        </p:attrNameLst>
                                      </p:cBhvr>
                                      <p:to>
                                        <p:strVal val="visible"/>
                                      </p:to>
                                    </p:set>
                                    <p:anim calcmode="lin" valueType="num">
                                      <p:cBhvr additive="base">
                                        <p:cTn dur="200"/>
                                        <p:tgtEl>
                                          <p:spTgt spid="2815"/>
                                        </p:tgtEl>
                                        <p:attrNameLst>
                                          <p:attrName>ppt_w</p:attrName>
                                        </p:attrNameLst>
                                      </p:cBhvr>
                                      <p:tavLst>
                                        <p:tav fmla="" tm="0">
                                          <p:val>
                                            <p:strVal val="0"/>
                                          </p:val>
                                        </p:tav>
                                        <p:tav fmla="" tm="100000">
                                          <p:val>
                                            <p:strVal val="#ppt_w"/>
                                          </p:val>
                                        </p:tav>
                                      </p:tavLst>
                                    </p:anim>
                                    <p:anim calcmode="lin" valueType="num">
                                      <p:cBhvr additive="base">
                                        <p:cTn dur="200"/>
                                        <p:tgtEl>
                                          <p:spTgt spid="281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802"/>
                                        </p:tgtEl>
                                        <p:attrNameLst>
                                          <p:attrName>style.visibility</p:attrName>
                                        </p:attrNameLst>
                                      </p:cBhvr>
                                      <p:to>
                                        <p:strVal val="visible"/>
                                      </p:to>
                                    </p:set>
                                    <p:animEffect filter="fade" transition="in">
                                      <p:cBhvr>
                                        <p:cTn dur="300"/>
                                        <p:tgtEl>
                                          <p:spTgt spid="2802"/>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805"/>
                                        </p:tgtEl>
                                        <p:attrNameLst>
                                          <p:attrName>style.visibility</p:attrName>
                                        </p:attrNameLst>
                                      </p:cBhvr>
                                      <p:to>
                                        <p:strVal val="visible"/>
                                      </p:to>
                                    </p:set>
                                    <p:anim calcmode="lin" valueType="num">
                                      <p:cBhvr additive="base">
                                        <p:cTn dur="200"/>
                                        <p:tgtEl>
                                          <p:spTgt spid="2805"/>
                                        </p:tgtEl>
                                        <p:attrNameLst>
                                          <p:attrName>ppt_w</p:attrName>
                                        </p:attrNameLst>
                                      </p:cBhvr>
                                      <p:tavLst>
                                        <p:tav fmla="" tm="0">
                                          <p:val>
                                            <p:strVal val="0"/>
                                          </p:val>
                                        </p:tav>
                                        <p:tav fmla="" tm="100000">
                                          <p:val>
                                            <p:strVal val="#ppt_w"/>
                                          </p:val>
                                        </p:tav>
                                      </p:tavLst>
                                    </p:anim>
                                    <p:anim calcmode="lin" valueType="num">
                                      <p:cBhvr additive="base">
                                        <p:cTn dur="200"/>
                                        <p:tgtEl>
                                          <p:spTgt spid="2805"/>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820"/>
                                        </p:tgtEl>
                                        <p:attrNameLst>
                                          <p:attrName>style.visibility</p:attrName>
                                        </p:attrNameLst>
                                      </p:cBhvr>
                                      <p:to>
                                        <p:strVal val="visible"/>
                                      </p:to>
                                    </p:set>
                                    <p:anim calcmode="lin" valueType="num">
                                      <p:cBhvr additive="base">
                                        <p:cTn dur="200"/>
                                        <p:tgtEl>
                                          <p:spTgt spid="2820"/>
                                        </p:tgtEl>
                                        <p:attrNameLst>
                                          <p:attrName>ppt_w</p:attrName>
                                        </p:attrNameLst>
                                      </p:cBhvr>
                                      <p:tavLst>
                                        <p:tav fmla="" tm="0">
                                          <p:val>
                                            <p:strVal val="0"/>
                                          </p:val>
                                        </p:tav>
                                        <p:tav fmla="" tm="100000">
                                          <p:val>
                                            <p:strVal val="#ppt_w"/>
                                          </p:val>
                                        </p:tav>
                                      </p:tavLst>
                                    </p:anim>
                                    <p:anim calcmode="lin" valueType="num">
                                      <p:cBhvr additive="base">
                                        <p:cTn dur="200"/>
                                        <p:tgtEl>
                                          <p:spTgt spid="2820"/>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807"/>
                                        </p:tgtEl>
                                        <p:attrNameLst>
                                          <p:attrName>style.visibility</p:attrName>
                                        </p:attrNameLst>
                                      </p:cBhvr>
                                      <p:to>
                                        <p:strVal val="visible"/>
                                      </p:to>
                                    </p:set>
                                    <p:anim calcmode="lin" valueType="num">
                                      <p:cBhvr additive="base">
                                        <p:cTn dur="200"/>
                                        <p:tgtEl>
                                          <p:spTgt spid="2807"/>
                                        </p:tgtEl>
                                        <p:attrNameLst>
                                          <p:attrName>ppt_w</p:attrName>
                                        </p:attrNameLst>
                                      </p:cBhvr>
                                      <p:tavLst>
                                        <p:tav fmla="" tm="0">
                                          <p:val>
                                            <p:strVal val="0"/>
                                          </p:val>
                                        </p:tav>
                                        <p:tav fmla="" tm="100000">
                                          <p:val>
                                            <p:strVal val="#ppt_w"/>
                                          </p:val>
                                        </p:tav>
                                      </p:tavLst>
                                    </p:anim>
                                    <p:anim calcmode="lin" valueType="num">
                                      <p:cBhvr additive="base">
                                        <p:cTn dur="200"/>
                                        <p:tgtEl>
                                          <p:spTgt spid="2807"/>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826"/>
                                        </p:tgtEl>
                                        <p:attrNameLst>
                                          <p:attrName>style.visibility</p:attrName>
                                        </p:attrNameLst>
                                      </p:cBhvr>
                                      <p:to>
                                        <p:strVal val="visible"/>
                                      </p:to>
                                    </p:set>
                                    <p:anim calcmode="lin" valueType="num">
                                      <p:cBhvr additive="base">
                                        <p:cTn dur="200"/>
                                        <p:tgtEl>
                                          <p:spTgt spid="2826"/>
                                        </p:tgtEl>
                                        <p:attrNameLst>
                                          <p:attrName>ppt_w</p:attrName>
                                        </p:attrNameLst>
                                      </p:cBhvr>
                                      <p:tavLst>
                                        <p:tav fmla="" tm="0">
                                          <p:val>
                                            <p:strVal val="0"/>
                                          </p:val>
                                        </p:tav>
                                        <p:tav fmla="" tm="100000">
                                          <p:val>
                                            <p:strVal val="#ppt_w"/>
                                          </p:val>
                                        </p:tav>
                                      </p:tavLst>
                                    </p:anim>
                                    <p:anim calcmode="lin" valueType="num">
                                      <p:cBhvr additive="base">
                                        <p:cTn dur="200"/>
                                        <p:tgtEl>
                                          <p:spTgt spid="2826"/>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818"/>
                                        </p:tgtEl>
                                        <p:attrNameLst>
                                          <p:attrName>style.visibility</p:attrName>
                                        </p:attrNameLst>
                                      </p:cBhvr>
                                      <p:to>
                                        <p:strVal val="visible"/>
                                      </p:to>
                                    </p:set>
                                    <p:anim calcmode="lin" valueType="num">
                                      <p:cBhvr additive="base">
                                        <p:cTn dur="200"/>
                                        <p:tgtEl>
                                          <p:spTgt spid="2818"/>
                                        </p:tgtEl>
                                        <p:attrNameLst>
                                          <p:attrName>ppt_w</p:attrName>
                                        </p:attrNameLst>
                                      </p:cBhvr>
                                      <p:tavLst>
                                        <p:tav fmla="" tm="0">
                                          <p:val>
                                            <p:strVal val="0"/>
                                          </p:val>
                                        </p:tav>
                                        <p:tav fmla="" tm="100000">
                                          <p:val>
                                            <p:strVal val="#ppt_w"/>
                                          </p:val>
                                        </p:tav>
                                      </p:tavLst>
                                    </p:anim>
                                    <p:anim calcmode="lin" valueType="num">
                                      <p:cBhvr additive="base">
                                        <p:cTn dur="200"/>
                                        <p:tgtEl>
                                          <p:spTgt spid="2818"/>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809"/>
                                        </p:tgtEl>
                                        <p:attrNameLst>
                                          <p:attrName>style.visibility</p:attrName>
                                        </p:attrNameLst>
                                      </p:cBhvr>
                                      <p:to>
                                        <p:strVal val="visible"/>
                                      </p:to>
                                    </p:set>
                                    <p:anim calcmode="lin" valueType="num">
                                      <p:cBhvr additive="base">
                                        <p:cTn dur="200"/>
                                        <p:tgtEl>
                                          <p:spTgt spid="2809"/>
                                        </p:tgtEl>
                                        <p:attrNameLst>
                                          <p:attrName>ppt_w</p:attrName>
                                        </p:attrNameLst>
                                      </p:cBhvr>
                                      <p:tavLst>
                                        <p:tav fmla="" tm="0">
                                          <p:val>
                                            <p:strVal val="0"/>
                                          </p:val>
                                        </p:tav>
                                        <p:tav fmla="" tm="100000">
                                          <p:val>
                                            <p:strVal val="#ppt_w"/>
                                          </p:val>
                                        </p:tav>
                                      </p:tavLst>
                                    </p:anim>
                                    <p:anim calcmode="lin" valueType="num">
                                      <p:cBhvr additive="base">
                                        <p:cTn dur="200"/>
                                        <p:tgtEl>
                                          <p:spTgt spid="2809"/>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812"/>
                                        </p:tgtEl>
                                        <p:attrNameLst>
                                          <p:attrName>style.visibility</p:attrName>
                                        </p:attrNameLst>
                                      </p:cBhvr>
                                      <p:to>
                                        <p:strVal val="visible"/>
                                      </p:to>
                                    </p:set>
                                    <p:anim calcmode="lin" valueType="num">
                                      <p:cBhvr additive="base">
                                        <p:cTn dur="200"/>
                                        <p:tgtEl>
                                          <p:spTgt spid="2812"/>
                                        </p:tgtEl>
                                        <p:attrNameLst>
                                          <p:attrName>ppt_w</p:attrName>
                                        </p:attrNameLst>
                                      </p:cBhvr>
                                      <p:tavLst>
                                        <p:tav fmla="" tm="0">
                                          <p:val>
                                            <p:strVal val="0"/>
                                          </p:val>
                                        </p:tav>
                                        <p:tav fmla="" tm="100000">
                                          <p:val>
                                            <p:strVal val="#ppt_w"/>
                                          </p:val>
                                        </p:tav>
                                      </p:tavLst>
                                    </p:anim>
                                    <p:anim calcmode="lin" valueType="num">
                                      <p:cBhvr additive="base">
                                        <p:cTn dur="200"/>
                                        <p:tgtEl>
                                          <p:spTgt spid="2812"/>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829"/>
                                        </p:tgtEl>
                                        <p:attrNameLst>
                                          <p:attrName>style.visibility</p:attrName>
                                        </p:attrNameLst>
                                      </p:cBhvr>
                                      <p:to>
                                        <p:strVal val="visible"/>
                                      </p:to>
                                    </p:set>
                                    <p:anim calcmode="lin" valueType="num">
                                      <p:cBhvr additive="base">
                                        <p:cTn dur="200"/>
                                        <p:tgtEl>
                                          <p:spTgt spid="2829"/>
                                        </p:tgtEl>
                                        <p:attrNameLst>
                                          <p:attrName>ppt_w</p:attrName>
                                        </p:attrNameLst>
                                      </p:cBhvr>
                                      <p:tavLst>
                                        <p:tav fmla="" tm="0">
                                          <p:val>
                                            <p:strVal val="0"/>
                                          </p:val>
                                        </p:tav>
                                        <p:tav fmla="" tm="100000">
                                          <p:val>
                                            <p:strVal val="#ppt_w"/>
                                          </p:val>
                                        </p:tav>
                                      </p:tavLst>
                                    </p:anim>
                                    <p:anim calcmode="lin" valueType="num">
                                      <p:cBhvr additive="base">
                                        <p:cTn dur="200"/>
                                        <p:tgtEl>
                                          <p:spTgt spid="2829"/>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814"/>
                                        </p:tgtEl>
                                        <p:attrNameLst>
                                          <p:attrName>style.visibility</p:attrName>
                                        </p:attrNameLst>
                                      </p:cBhvr>
                                      <p:to>
                                        <p:strVal val="visible"/>
                                      </p:to>
                                    </p:set>
                                    <p:anim calcmode="lin" valueType="num">
                                      <p:cBhvr additive="base">
                                        <p:cTn dur="200"/>
                                        <p:tgtEl>
                                          <p:spTgt spid="2814"/>
                                        </p:tgtEl>
                                        <p:attrNameLst>
                                          <p:attrName>ppt_w</p:attrName>
                                        </p:attrNameLst>
                                      </p:cBhvr>
                                      <p:tavLst>
                                        <p:tav fmla="" tm="0">
                                          <p:val>
                                            <p:strVal val="0"/>
                                          </p:val>
                                        </p:tav>
                                        <p:tav fmla="" tm="100000">
                                          <p:val>
                                            <p:strVal val="#ppt_w"/>
                                          </p:val>
                                        </p:tav>
                                      </p:tavLst>
                                    </p:anim>
                                    <p:anim calcmode="lin" valueType="num">
                                      <p:cBhvr additive="base">
                                        <p:cTn dur="200"/>
                                        <p:tgtEl>
                                          <p:spTgt spid="2814"/>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806"/>
                                        </p:tgtEl>
                                        <p:attrNameLst>
                                          <p:attrName>style.visibility</p:attrName>
                                        </p:attrNameLst>
                                      </p:cBhvr>
                                      <p:to>
                                        <p:strVal val="visible"/>
                                      </p:to>
                                    </p:set>
                                    <p:anim calcmode="lin" valueType="num">
                                      <p:cBhvr additive="base">
                                        <p:cTn dur="200"/>
                                        <p:tgtEl>
                                          <p:spTgt spid="2806"/>
                                        </p:tgtEl>
                                        <p:attrNameLst>
                                          <p:attrName>ppt_w</p:attrName>
                                        </p:attrNameLst>
                                      </p:cBhvr>
                                      <p:tavLst>
                                        <p:tav fmla="" tm="0">
                                          <p:val>
                                            <p:strVal val="0"/>
                                          </p:val>
                                        </p:tav>
                                        <p:tav fmla="" tm="100000">
                                          <p:val>
                                            <p:strVal val="#ppt_w"/>
                                          </p:val>
                                        </p:tav>
                                      </p:tavLst>
                                    </p:anim>
                                    <p:anim calcmode="lin" valueType="num">
                                      <p:cBhvr additive="base">
                                        <p:cTn dur="200"/>
                                        <p:tgtEl>
                                          <p:spTgt spid="2806"/>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804"/>
                                        </p:tgtEl>
                                        <p:attrNameLst>
                                          <p:attrName>style.visibility</p:attrName>
                                        </p:attrNameLst>
                                      </p:cBhvr>
                                      <p:to>
                                        <p:strVal val="visible"/>
                                      </p:to>
                                    </p:set>
                                    <p:anim calcmode="lin" valueType="num">
                                      <p:cBhvr additive="base">
                                        <p:cTn dur="200"/>
                                        <p:tgtEl>
                                          <p:spTgt spid="2804"/>
                                        </p:tgtEl>
                                        <p:attrNameLst>
                                          <p:attrName>ppt_w</p:attrName>
                                        </p:attrNameLst>
                                      </p:cBhvr>
                                      <p:tavLst>
                                        <p:tav fmla="" tm="0">
                                          <p:val>
                                            <p:strVal val="0"/>
                                          </p:val>
                                        </p:tav>
                                        <p:tav fmla="" tm="100000">
                                          <p:val>
                                            <p:strVal val="#ppt_w"/>
                                          </p:val>
                                        </p:tav>
                                      </p:tavLst>
                                    </p:anim>
                                    <p:anim calcmode="lin" valueType="num">
                                      <p:cBhvr additive="base">
                                        <p:cTn dur="200"/>
                                        <p:tgtEl>
                                          <p:spTgt spid="2804"/>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808"/>
                                        </p:tgtEl>
                                        <p:attrNameLst>
                                          <p:attrName>style.visibility</p:attrName>
                                        </p:attrNameLst>
                                      </p:cBhvr>
                                      <p:to>
                                        <p:strVal val="visible"/>
                                      </p:to>
                                    </p:set>
                                    <p:anim calcmode="lin" valueType="num">
                                      <p:cBhvr additive="base">
                                        <p:cTn dur="200"/>
                                        <p:tgtEl>
                                          <p:spTgt spid="2808"/>
                                        </p:tgtEl>
                                        <p:attrNameLst>
                                          <p:attrName>ppt_w</p:attrName>
                                        </p:attrNameLst>
                                      </p:cBhvr>
                                      <p:tavLst>
                                        <p:tav fmla="" tm="0">
                                          <p:val>
                                            <p:strVal val="0"/>
                                          </p:val>
                                        </p:tav>
                                        <p:tav fmla="" tm="100000">
                                          <p:val>
                                            <p:strVal val="#ppt_w"/>
                                          </p:val>
                                        </p:tav>
                                      </p:tavLst>
                                    </p:anim>
                                    <p:anim calcmode="lin" valueType="num">
                                      <p:cBhvr additive="base">
                                        <p:cTn dur="200"/>
                                        <p:tgtEl>
                                          <p:spTgt spid="2808"/>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821"/>
                                        </p:tgtEl>
                                        <p:attrNameLst>
                                          <p:attrName>style.visibility</p:attrName>
                                        </p:attrNameLst>
                                      </p:cBhvr>
                                      <p:to>
                                        <p:strVal val="visible"/>
                                      </p:to>
                                    </p:set>
                                    <p:anim calcmode="lin" valueType="num">
                                      <p:cBhvr additive="base">
                                        <p:cTn dur="200"/>
                                        <p:tgtEl>
                                          <p:spTgt spid="2821"/>
                                        </p:tgtEl>
                                        <p:attrNameLst>
                                          <p:attrName>ppt_w</p:attrName>
                                        </p:attrNameLst>
                                      </p:cBhvr>
                                      <p:tavLst>
                                        <p:tav fmla="" tm="0">
                                          <p:val>
                                            <p:strVal val="0"/>
                                          </p:val>
                                        </p:tav>
                                        <p:tav fmla="" tm="100000">
                                          <p:val>
                                            <p:strVal val="#ppt_w"/>
                                          </p:val>
                                        </p:tav>
                                      </p:tavLst>
                                    </p:anim>
                                    <p:anim calcmode="lin" valueType="num">
                                      <p:cBhvr additive="base">
                                        <p:cTn dur="200"/>
                                        <p:tgtEl>
                                          <p:spTgt spid="2821"/>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830"/>
                                        </p:tgtEl>
                                        <p:attrNameLst>
                                          <p:attrName>style.visibility</p:attrName>
                                        </p:attrNameLst>
                                      </p:cBhvr>
                                      <p:to>
                                        <p:strVal val="visible"/>
                                      </p:to>
                                    </p:set>
                                    <p:anim calcmode="lin" valueType="num">
                                      <p:cBhvr additive="base">
                                        <p:cTn dur="200"/>
                                        <p:tgtEl>
                                          <p:spTgt spid="2830"/>
                                        </p:tgtEl>
                                        <p:attrNameLst>
                                          <p:attrName>ppt_w</p:attrName>
                                        </p:attrNameLst>
                                      </p:cBhvr>
                                      <p:tavLst>
                                        <p:tav fmla="" tm="0">
                                          <p:val>
                                            <p:strVal val="0"/>
                                          </p:val>
                                        </p:tav>
                                        <p:tav fmla="" tm="100000">
                                          <p:val>
                                            <p:strVal val="#ppt_w"/>
                                          </p:val>
                                        </p:tav>
                                      </p:tavLst>
                                    </p:anim>
                                    <p:anim calcmode="lin" valueType="num">
                                      <p:cBhvr additive="base">
                                        <p:cTn dur="200"/>
                                        <p:tgtEl>
                                          <p:spTgt spid="2830"/>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811"/>
                                        </p:tgtEl>
                                        <p:attrNameLst>
                                          <p:attrName>style.visibility</p:attrName>
                                        </p:attrNameLst>
                                      </p:cBhvr>
                                      <p:to>
                                        <p:strVal val="visible"/>
                                      </p:to>
                                    </p:set>
                                    <p:anim calcmode="lin" valueType="num">
                                      <p:cBhvr additive="base">
                                        <p:cTn dur="200"/>
                                        <p:tgtEl>
                                          <p:spTgt spid="2811"/>
                                        </p:tgtEl>
                                        <p:attrNameLst>
                                          <p:attrName>ppt_w</p:attrName>
                                        </p:attrNameLst>
                                      </p:cBhvr>
                                      <p:tavLst>
                                        <p:tav fmla="" tm="0">
                                          <p:val>
                                            <p:strVal val="0"/>
                                          </p:val>
                                        </p:tav>
                                        <p:tav fmla="" tm="100000">
                                          <p:val>
                                            <p:strVal val="#ppt_w"/>
                                          </p:val>
                                        </p:tav>
                                      </p:tavLst>
                                    </p:anim>
                                    <p:anim calcmode="lin" valueType="num">
                                      <p:cBhvr additive="base">
                                        <p:cTn dur="200"/>
                                        <p:tgtEl>
                                          <p:spTgt spid="2811"/>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813"/>
                                        </p:tgtEl>
                                        <p:attrNameLst>
                                          <p:attrName>style.visibility</p:attrName>
                                        </p:attrNameLst>
                                      </p:cBhvr>
                                      <p:to>
                                        <p:strVal val="visible"/>
                                      </p:to>
                                    </p:set>
                                    <p:anim calcmode="lin" valueType="num">
                                      <p:cBhvr additive="base">
                                        <p:cTn dur="200"/>
                                        <p:tgtEl>
                                          <p:spTgt spid="2813"/>
                                        </p:tgtEl>
                                        <p:attrNameLst>
                                          <p:attrName>ppt_w</p:attrName>
                                        </p:attrNameLst>
                                      </p:cBhvr>
                                      <p:tavLst>
                                        <p:tav fmla="" tm="0">
                                          <p:val>
                                            <p:strVal val="0"/>
                                          </p:val>
                                        </p:tav>
                                        <p:tav fmla="" tm="100000">
                                          <p:val>
                                            <p:strVal val="#ppt_w"/>
                                          </p:val>
                                        </p:tav>
                                      </p:tavLst>
                                    </p:anim>
                                    <p:anim calcmode="lin" valueType="num">
                                      <p:cBhvr additive="base">
                                        <p:cTn dur="200"/>
                                        <p:tgtEl>
                                          <p:spTgt spid="2813"/>
                                        </p:tgtEl>
                                        <p:attrNameLst>
                                          <p:attrName>ppt_h</p:attrName>
                                        </p:attrNameLst>
                                      </p:cBhvr>
                                      <p:tavLst>
                                        <p:tav fmla="" tm="0">
                                          <p:val>
                                            <p:strVal val="0"/>
                                          </p:val>
                                        </p:tav>
                                        <p:tav fmla="" tm="100000">
                                          <p:val>
                                            <p:strVal val="#ppt_h"/>
                                          </p:val>
                                        </p:tav>
                                      </p:tavLst>
                                    </p:anim>
                                  </p:childTnLst>
                                </p:cTn>
                              </p:par>
                            </p:childTnLst>
                          </p:cTn>
                        </p:par>
                        <p:par>
                          <p:cTn fill="hold">
                            <p:stCondLst>
                              <p:cond delay="3900"/>
                            </p:stCondLst>
                            <p:childTnLst>
                              <p:par>
                                <p:cTn fill="hold" nodeType="afterEffect" presetClass="entr" presetID="23" presetSubtype="16">
                                  <p:stCondLst>
                                    <p:cond delay="0"/>
                                  </p:stCondLst>
                                  <p:childTnLst>
                                    <p:set>
                                      <p:cBhvr>
                                        <p:cTn dur="1" fill="hold">
                                          <p:stCondLst>
                                            <p:cond delay="0"/>
                                          </p:stCondLst>
                                        </p:cTn>
                                        <p:tgtEl>
                                          <p:spTgt spid="2822"/>
                                        </p:tgtEl>
                                        <p:attrNameLst>
                                          <p:attrName>style.visibility</p:attrName>
                                        </p:attrNameLst>
                                      </p:cBhvr>
                                      <p:to>
                                        <p:strVal val="visible"/>
                                      </p:to>
                                    </p:set>
                                    <p:anim calcmode="lin" valueType="num">
                                      <p:cBhvr additive="base">
                                        <p:cTn dur="200"/>
                                        <p:tgtEl>
                                          <p:spTgt spid="2822"/>
                                        </p:tgtEl>
                                        <p:attrNameLst>
                                          <p:attrName>ppt_w</p:attrName>
                                        </p:attrNameLst>
                                      </p:cBhvr>
                                      <p:tavLst>
                                        <p:tav fmla="" tm="0">
                                          <p:val>
                                            <p:strVal val="0"/>
                                          </p:val>
                                        </p:tav>
                                        <p:tav fmla="" tm="100000">
                                          <p:val>
                                            <p:strVal val="#ppt_w"/>
                                          </p:val>
                                        </p:tav>
                                      </p:tavLst>
                                    </p:anim>
                                    <p:anim calcmode="lin" valueType="num">
                                      <p:cBhvr additive="base">
                                        <p:cTn dur="200"/>
                                        <p:tgtEl>
                                          <p:spTgt spid="2822"/>
                                        </p:tgtEl>
                                        <p:attrNameLst>
                                          <p:attrName>ppt_h</p:attrName>
                                        </p:attrNameLst>
                                      </p:cBhvr>
                                      <p:tavLst>
                                        <p:tav fmla="" tm="0">
                                          <p:val>
                                            <p:strVal val="0"/>
                                          </p:val>
                                        </p:tav>
                                        <p:tav fmla="" tm="100000">
                                          <p:val>
                                            <p:strVal val="#ppt_h"/>
                                          </p:val>
                                        </p:tav>
                                      </p:tavLst>
                                    </p:anim>
                                  </p:childTnLst>
                                </p:cTn>
                              </p:par>
                            </p:childTnLst>
                          </p:cTn>
                        </p:par>
                        <p:par>
                          <p:cTn fill="hold">
                            <p:stCondLst>
                              <p:cond delay="4100"/>
                            </p:stCondLst>
                            <p:childTnLst>
                              <p:par>
                                <p:cTn fill="hold" nodeType="afterEffect" presetClass="entr" presetID="23" presetSubtype="16">
                                  <p:stCondLst>
                                    <p:cond delay="0"/>
                                  </p:stCondLst>
                                  <p:childTnLst>
                                    <p:set>
                                      <p:cBhvr>
                                        <p:cTn dur="1" fill="hold">
                                          <p:stCondLst>
                                            <p:cond delay="0"/>
                                          </p:stCondLst>
                                        </p:cTn>
                                        <p:tgtEl>
                                          <p:spTgt spid="2810"/>
                                        </p:tgtEl>
                                        <p:attrNameLst>
                                          <p:attrName>style.visibility</p:attrName>
                                        </p:attrNameLst>
                                      </p:cBhvr>
                                      <p:to>
                                        <p:strVal val="visible"/>
                                      </p:to>
                                    </p:set>
                                    <p:anim calcmode="lin" valueType="num">
                                      <p:cBhvr additive="base">
                                        <p:cTn dur="200"/>
                                        <p:tgtEl>
                                          <p:spTgt spid="2810"/>
                                        </p:tgtEl>
                                        <p:attrNameLst>
                                          <p:attrName>ppt_w</p:attrName>
                                        </p:attrNameLst>
                                      </p:cBhvr>
                                      <p:tavLst>
                                        <p:tav fmla="" tm="0">
                                          <p:val>
                                            <p:strVal val="0"/>
                                          </p:val>
                                        </p:tav>
                                        <p:tav fmla="" tm="100000">
                                          <p:val>
                                            <p:strVal val="#ppt_w"/>
                                          </p:val>
                                        </p:tav>
                                      </p:tavLst>
                                    </p:anim>
                                    <p:anim calcmode="lin" valueType="num">
                                      <p:cBhvr additive="base">
                                        <p:cTn dur="200"/>
                                        <p:tgtEl>
                                          <p:spTgt spid="281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803"/>
                                        </p:tgtEl>
                                        <p:attrNameLst>
                                          <p:attrName>style.visibility</p:attrName>
                                        </p:attrNameLst>
                                      </p:cBhvr>
                                      <p:to>
                                        <p:strVal val="visible"/>
                                      </p:to>
                                    </p:set>
                                    <p:animEffect filter="fade" transition="in">
                                      <p:cBhvr>
                                        <p:cTn dur="300"/>
                                        <p:tgtEl>
                                          <p:spTgt spid="2803"/>
                                        </p:tgtEl>
                                      </p:cBhvr>
                                    </p:animEffect>
                                  </p:childTnLst>
                                </p:cTn>
                              </p:par>
                            </p:childTnLst>
                          </p:cTn>
                        </p:par>
                        <p:par>
                          <p:cTn fill="hold">
                            <p:stCondLst>
                              <p:cond delay="4400"/>
                            </p:stCondLst>
                            <p:childTnLst>
                              <p:par>
                                <p:cTn fill="hold" nodeType="afterEffect" presetClass="entr" presetID="23" presetSubtype="16">
                                  <p:stCondLst>
                                    <p:cond delay="0"/>
                                  </p:stCondLst>
                                  <p:childTnLst>
                                    <p:set>
                                      <p:cBhvr>
                                        <p:cTn dur="1" fill="hold">
                                          <p:stCondLst>
                                            <p:cond delay="0"/>
                                          </p:stCondLst>
                                        </p:cTn>
                                        <p:tgtEl>
                                          <p:spTgt spid="2823"/>
                                        </p:tgtEl>
                                        <p:attrNameLst>
                                          <p:attrName>style.visibility</p:attrName>
                                        </p:attrNameLst>
                                      </p:cBhvr>
                                      <p:to>
                                        <p:strVal val="visible"/>
                                      </p:to>
                                    </p:set>
                                    <p:anim calcmode="lin" valueType="num">
                                      <p:cBhvr additive="base">
                                        <p:cTn dur="200"/>
                                        <p:tgtEl>
                                          <p:spTgt spid="2823"/>
                                        </p:tgtEl>
                                        <p:attrNameLst>
                                          <p:attrName>ppt_w</p:attrName>
                                        </p:attrNameLst>
                                      </p:cBhvr>
                                      <p:tavLst>
                                        <p:tav fmla="" tm="0">
                                          <p:val>
                                            <p:strVal val="0"/>
                                          </p:val>
                                        </p:tav>
                                        <p:tav fmla="" tm="100000">
                                          <p:val>
                                            <p:strVal val="#ppt_w"/>
                                          </p:val>
                                        </p:tav>
                                      </p:tavLst>
                                    </p:anim>
                                    <p:anim calcmode="lin" valueType="num">
                                      <p:cBhvr additive="base">
                                        <p:cTn dur="200"/>
                                        <p:tgtEl>
                                          <p:spTgt spid="2823"/>
                                        </p:tgtEl>
                                        <p:attrNameLst>
                                          <p:attrName>ppt_h</p:attrName>
                                        </p:attrNameLst>
                                      </p:cBhvr>
                                      <p:tavLst>
                                        <p:tav fmla="" tm="0">
                                          <p:val>
                                            <p:strVal val="0"/>
                                          </p:val>
                                        </p:tav>
                                        <p:tav fmla="" tm="100000">
                                          <p:val>
                                            <p:strVal val="#ppt_h"/>
                                          </p:val>
                                        </p:tav>
                                      </p:tavLst>
                                    </p:anim>
                                  </p:childTnLst>
                                </p:cTn>
                              </p:par>
                            </p:childTnLst>
                          </p:cTn>
                        </p:par>
                        <p:par>
                          <p:cTn fill="hold">
                            <p:stCondLst>
                              <p:cond delay="4600"/>
                            </p:stCondLst>
                            <p:childTnLst>
                              <p:par>
                                <p:cTn fill="hold" nodeType="afterEffect" presetClass="entr" presetID="23" presetSubtype="16">
                                  <p:stCondLst>
                                    <p:cond delay="0"/>
                                  </p:stCondLst>
                                  <p:childTnLst>
                                    <p:set>
                                      <p:cBhvr>
                                        <p:cTn dur="1" fill="hold">
                                          <p:stCondLst>
                                            <p:cond delay="0"/>
                                          </p:stCondLst>
                                        </p:cTn>
                                        <p:tgtEl>
                                          <p:spTgt spid="2828"/>
                                        </p:tgtEl>
                                        <p:attrNameLst>
                                          <p:attrName>style.visibility</p:attrName>
                                        </p:attrNameLst>
                                      </p:cBhvr>
                                      <p:to>
                                        <p:strVal val="visible"/>
                                      </p:to>
                                    </p:set>
                                    <p:anim calcmode="lin" valueType="num">
                                      <p:cBhvr additive="base">
                                        <p:cTn dur="200"/>
                                        <p:tgtEl>
                                          <p:spTgt spid="2828"/>
                                        </p:tgtEl>
                                        <p:attrNameLst>
                                          <p:attrName>ppt_w</p:attrName>
                                        </p:attrNameLst>
                                      </p:cBhvr>
                                      <p:tavLst>
                                        <p:tav fmla="" tm="0">
                                          <p:val>
                                            <p:strVal val="0"/>
                                          </p:val>
                                        </p:tav>
                                        <p:tav fmla="" tm="100000">
                                          <p:val>
                                            <p:strVal val="#ppt_w"/>
                                          </p:val>
                                        </p:tav>
                                      </p:tavLst>
                                    </p:anim>
                                    <p:anim calcmode="lin" valueType="num">
                                      <p:cBhvr additive="base">
                                        <p:cTn dur="200"/>
                                        <p:tgtEl>
                                          <p:spTgt spid="2828"/>
                                        </p:tgtEl>
                                        <p:attrNameLst>
                                          <p:attrName>ppt_h</p:attrName>
                                        </p:attrNameLst>
                                      </p:cBhvr>
                                      <p:tavLst>
                                        <p:tav fmla="" tm="0">
                                          <p:val>
                                            <p:strVal val="0"/>
                                          </p:val>
                                        </p:tav>
                                        <p:tav fmla="" tm="100000">
                                          <p:val>
                                            <p:strVal val="#ppt_h"/>
                                          </p:val>
                                        </p:tav>
                                      </p:tavLst>
                                    </p:anim>
                                  </p:childTnLst>
                                </p:cTn>
                              </p:par>
                            </p:childTnLst>
                          </p:cTn>
                        </p:par>
                        <p:par>
                          <p:cTn fill="hold">
                            <p:stCondLst>
                              <p:cond delay="4800"/>
                            </p:stCondLst>
                            <p:childTnLst>
                              <p:par>
                                <p:cTn fill="hold" nodeType="afterEffect" presetClass="entr" presetID="23" presetSubtype="16">
                                  <p:stCondLst>
                                    <p:cond delay="0"/>
                                  </p:stCondLst>
                                  <p:childTnLst>
                                    <p:set>
                                      <p:cBhvr>
                                        <p:cTn dur="1" fill="hold">
                                          <p:stCondLst>
                                            <p:cond delay="0"/>
                                          </p:stCondLst>
                                        </p:cTn>
                                        <p:tgtEl>
                                          <p:spTgt spid="2825"/>
                                        </p:tgtEl>
                                        <p:attrNameLst>
                                          <p:attrName>style.visibility</p:attrName>
                                        </p:attrNameLst>
                                      </p:cBhvr>
                                      <p:to>
                                        <p:strVal val="visible"/>
                                      </p:to>
                                    </p:set>
                                    <p:anim calcmode="lin" valueType="num">
                                      <p:cBhvr additive="base">
                                        <p:cTn dur="200"/>
                                        <p:tgtEl>
                                          <p:spTgt spid="2825"/>
                                        </p:tgtEl>
                                        <p:attrNameLst>
                                          <p:attrName>ppt_w</p:attrName>
                                        </p:attrNameLst>
                                      </p:cBhvr>
                                      <p:tavLst>
                                        <p:tav fmla="" tm="0">
                                          <p:val>
                                            <p:strVal val="0"/>
                                          </p:val>
                                        </p:tav>
                                        <p:tav fmla="" tm="100000">
                                          <p:val>
                                            <p:strVal val="#ppt_w"/>
                                          </p:val>
                                        </p:tav>
                                      </p:tavLst>
                                    </p:anim>
                                    <p:anim calcmode="lin" valueType="num">
                                      <p:cBhvr additive="base">
                                        <p:cTn dur="200"/>
                                        <p:tgtEl>
                                          <p:spTgt spid="2825"/>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2824"/>
                                        </p:tgtEl>
                                        <p:attrNameLst>
                                          <p:attrName>style.visibility</p:attrName>
                                        </p:attrNameLst>
                                      </p:cBhvr>
                                      <p:to>
                                        <p:strVal val="visible"/>
                                      </p:to>
                                    </p:set>
                                    <p:anim calcmode="lin" valueType="num">
                                      <p:cBhvr additive="base">
                                        <p:cTn dur="200"/>
                                        <p:tgtEl>
                                          <p:spTgt spid="2824"/>
                                        </p:tgtEl>
                                        <p:attrNameLst>
                                          <p:attrName>ppt_w</p:attrName>
                                        </p:attrNameLst>
                                      </p:cBhvr>
                                      <p:tavLst>
                                        <p:tav fmla="" tm="0">
                                          <p:val>
                                            <p:strVal val="0"/>
                                          </p:val>
                                        </p:tav>
                                        <p:tav fmla="" tm="100000">
                                          <p:val>
                                            <p:strVal val="#ppt_w"/>
                                          </p:val>
                                        </p:tav>
                                      </p:tavLst>
                                    </p:anim>
                                    <p:anim calcmode="lin" valueType="num">
                                      <p:cBhvr additive="base">
                                        <p:cTn dur="200"/>
                                        <p:tgtEl>
                                          <p:spTgt spid="2824"/>
                                        </p:tgtEl>
                                        <p:attrNameLst>
                                          <p:attrName>ppt_h</p:attrName>
                                        </p:attrNameLst>
                                      </p:cBhvr>
                                      <p:tavLst>
                                        <p:tav fmla="" tm="0">
                                          <p:val>
                                            <p:strVal val="0"/>
                                          </p:val>
                                        </p:tav>
                                        <p:tav fmla="" tm="100000">
                                          <p:val>
                                            <p:strVal val="#ppt_h"/>
                                          </p:val>
                                        </p:tav>
                                      </p:tavLst>
                                    </p:anim>
                                  </p:childTnLst>
                                </p:cTn>
                              </p:par>
                            </p:childTnLst>
                          </p:cTn>
                        </p:par>
                        <p:par>
                          <p:cTn fill="hold">
                            <p:stCondLst>
                              <p:cond delay="5200"/>
                            </p:stCondLst>
                            <p:childTnLst>
                              <p:par>
                                <p:cTn fill="hold" nodeType="afterEffect" presetClass="entr" presetID="23" presetSubtype="16">
                                  <p:stCondLst>
                                    <p:cond delay="0"/>
                                  </p:stCondLst>
                                  <p:childTnLst>
                                    <p:set>
                                      <p:cBhvr>
                                        <p:cTn dur="1" fill="hold">
                                          <p:stCondLst>
                                            <p:cond delay="0"/>
                                          </p:stCondLst>
                                        </p:cTn>
                                        <p:tgtEl>
                                          <p:spTgt spid="2816"/>
                                        </p:tgtEl>
                                        <p:attrNameLst>
                                          <p:attrName>style.visibility</p:attrName>
                                        </p:attrNameLst>
                                      </p:cBhvr>
                                      <p:to>
                                        <p:strVal val="visible"/>
                                      </p:to>
                                    </p:set>
                                    <p:anim calcmode="lin" valueType="num">
                                      <p:cBhvr additive="base">
                                        <p:cTn dur="200"/>
                                        <p:tgtEl>
                                          <p:spTgt spid="2816"/>
                                        </p:tgtEl>
                                        <p:attrNameLst>
                                          <p:attrName>ppt_w</p:attrName>
                                        </p:attrNameLst>
                                      </p:cBhvr>
                                      <p:tavLst>
                                        <p:tav fmla="" tm="0">
                                          <p:val>
                                            <p:strVal val="0"/>
                                          </p:val>
                                        </p:tav>
                                        <p:tav fmla="" tm="100000">
                                          <p:val>
                                            <p:strVal val="#ppt_w"/>
                                          </p:val>
                                        </p:tav>
                                      </p:tavLst>
                                    </p:anim>
                                    <p:anim calcmode="lin" valueType="num">
                                      <p:cBhvr additive="base">
                                        <p:cTn dur="200"/>
                                        <p:tgtEl>
                                          <p:spTgt spid="2816"/>
                                        </p:tgtEl>
                                        <p:attrNameLst>
                                          <p:attrName>ppt_h</p:attrName>
                                        </p:attrNameLst>
                                      </p:cBhvr>
                                      <p:tavLst>
                                        <p:tav fmla="" tm="0">
                                          <p:val>
                                            <p:strVal val="0"/>
                                          </p:val>
                                        </p:tav>
                                        <p:tav fmla="" tm="100000">
                                          <p:val>
                                            <p:strVal val="#ppt_h"/>
                                          </p:val>
                                        </p:tav>
                                      </p:tavLst>
                                    </p:anim>
                                  </p:childTnLst>
                                </p:cTn>
                              </p:par>
                            </p:childTnLst>
                          </p:cTn>
                        </p:par>
                        <p:par>
                          <p:cTn fill="hold">
                            <p:stCondLst>
                              <p:cond delay="5400"/>
                            </p:stCondLst>
                            <p:childTnLst>
                              <p:par>
                                <p:cTn fill="hold" nodeType="afterEffect" presetClass="entr" presetID="23" presetSubtype="16">
                                  <p:stCondLst>
                                    <p:cond delay="0"/>
                                  </p:stCondLst>
                                  <p:childTnLst>
                                    <p:set>
                                      <p:cBhvr>
                                        <p:cTn dur="1" fill="hold">
                                          <p:stCondLst>
                                            <p:cond delay="0"/>
                                          </p:stCondLst>
                                        </p:cTn>
                                        <p:tgtEl>
                                          <p:spTgt spid="2817"/>
                                        </p:tgtEl>
                                        <p:attrNameLst>
                                          <p:attrName>style.visibility</p:attrName>
                                        </p:attrNameLst>
                                      </p:cBhvr>
                                      <p:to>
                                        <p:strVal val="visible"/>
                                      </p:to>
                                    </p:set>
                                    <p:anim calcmode="lin" valueType="num">
                                      <p:cBhvr additive="base">
                                        <p:cTn dur="200"/>
                                        <p:tgtEl>
                                          <p:spTgt spid="2817"/>
                                        </p:tgtEl>
                                        <p:attrNameLst>
                                          <p:attrName>ppt_w</p:attrName>
                                        </p:attrNameLst>
                                      </p:cBhvr>
                                      <p:tavLst>
                                        <p:tav fmla="" tm="0">
                                          <p:val>
                                            <p:strVal val="0"/>
                                          </p:val>
                                        </p:tav>
                                        <p:tav fmla="" tm="100000">
                                          <p:val>
                                            <p:strVal val="#ppt_w"/>
                                          </p:val>
                                        </p:tav>
                                      </p:tavLst>
                                    </p:anim>
                                    <p:anim calcmode="lin" valueType="num">
                                      <p:cBhvr additive="base">
                                        <p:cTn dur="200"/>
                                        <p:tgtEl>
                                          <p:spTgt spid="2817"/>
                                        </p:tgtEl>
                                        <p:attrNameLst>
                                          <p:attrName>ppt_h</p:attrName>
                                        </p:attrNameLst>
                                      </p:cBhvr>
                                      <p:tavLst>
                                        <p:tav fmla="" tm="0">
                                          <p:val>
                                            <p:strVal val="0"/>
                                          </p:val>
                                        </p:tav>
                                        <p:tav fmla="" tm="100000">
                                          <p:val>
                                            <p:strVal val="#ppt_h"/>
                                          </p:val>
                                        </p:tav>
                                      </p:tavLst>
                                    </p:anim>
                                  </p:childTnLst>
                                </p:cTn>
                              </p:par>
                            </p:childTnLst>
                          </p:cTn>
                        </p:par>
                        <p:par>
                          <p:cTn fill="hold">
                            <p:stCondLst>
                              <p:cond delay="5600"/>
                            </p:stCondLst>
                            <p:childTnLst>
                              <p:par>
                                <p:cTn fill="hold" nodeType="afterEffect" presetClass="entr" presetID="23" presetSubtype="16">
                                  <p:stCondLst>
                                    <p:cond delay="0"/>
                                  </p:stCondLst>
                                  <p:childTnLst>
                                    <p:set>
                                      <p:cBhvr>
                                        <p:cTn dur="1" fill="hold">
                                          <p:stCondLst>
                                            <p:cond delay="0"/>
                                          </p:stCondLst>
                                        </p:cTn>
                                        <p:tgtEl>
                                          <p:spTgt spid="2808"/>
                                        </p:tgtEl>
                                        <p:attrNameLst>
                                          <p:attrName>style.visibility</p:attrName>
                                        </p:attrNameLst>
                                      </p:cBhvr>
                                      <p:to>
                                        <p:strVal val="visible"/>
                                      </p:to>
                                    </p:set>
                                    <p:anim calcmode="lin" valueType="num">
                                      <p:cBhvr additive="base">
                                        <p:cTn dur="200"/>
                                        <p:tgtEl>
                                          <p:spTgt spid="2808"/>
                                        </p:tgtEl>
                                        <p:attrNameLst>
                                          <p:attrName>ppt_w</p:attrName>
                                        </p:attrNameLst>
                                      </p:cBhvr>
                                      <p:tavLst>
                                        <p:tav fmla="" tm="0">
                                          <p:val>
                                            <p:strVal val="0"/>
                                          </p:val>
                                        </p:tav>
                                        <p:tav fmla="" tm="100000">
                                          <p:val>
                                            <p:strVal val="#ppt_w"/>
                                          </p:val>
                                        </p:tav>
                                      </p:tavLst>
                                    </p:anim>
                                    <p:anim calcmode="lin" valueType="num">
                                      <p:cBhvr additive="base">
                                        <p:cTn dur="200"/>
                                        <p:tgtEl>
                                          <p:spTgt spid="2808"/>
                                        </p:tgtEl>
                                        <p:attrNameLst>
                                          <p:attrName>ppt_h</p:attrName>
                                        </p:attrNameLst>
                                      </p:cBhvr>
                                      <p:tavLst>
                                        <p:tav fmla="" tm="0">
                                          <p:val>
                                            <p:strVal val="0"/>
                                          </p:val>
                                        </p:tav>
                                        <p:tav fmla="" tm="100000">
                                          <p:val>
                                            <p:strVal val="#ppt_h"/>
                                          </p:val>
                                        </p:tav>
                                      </p:tavLst>
                                    </p:anim>
                                  </p:childTnLst>
                                </p:cTn>
                              </p:par>
                            </p:childTnLst>
                          </p:cTn>
                        </p:par>
                        <p:par>
                          <p:cTn fill="hold">
                            <p:stCondLst>
                              <p:cond delay="5800"/>
                            </p:stCondLst>
                            <p:childTnLst>
                              <p:par>
                                <p:cTn fill="hold" nodeType="afterEffect" presetClass="entr" presetID="23" presetSubtype="16">
                                  <p:stCondLst>
                                    <p:cond delay="0"/>
                                  </p:stCondLst>
                                  <p:childTnLst>
                                    <p:set>
                                      <p:cBhvr>
                                        <p:cTn dur="1" fill="hold">
                                          <p:stCondLst>
                                            <p:cond delay="0"/>
                                          </p:stCondLst>
                                        </p:cTn>
                                        <p:tgtEl>
                                          <p:spTgt spid="2834"/>
                                        </p:tgtEl>
                                        <p:attrNameLst>
                                          <p:attrName>style.visibility</p:attrName>
                                        </p:attrNameLst>
                                      </p:cBhvr>
                                      <p:to>
                                        <p:strVal val="visible"/>
                                      </p:to>
                                    </p:set>
                                    <p:anim calcmode="lin" valueType="num">
                                      <p:cBhvr additive="base">
                                        <p:cTn dur="200"/>
                                        <p:tgtEl>
                                          <p:spTgt spid="2834"/>
                                        </p:tgtEl>
                                        <p:attrNameLst>
                                          <p:attrName>ppt_w</p:attrName>
                                        </p:attrNameLst>
                                      </p:cBhvr>
                                      <p:tavLst>
                                        <p:tav fmla="" tm="0">
                                          <p:val>
                                            <p:strVal val="0"/>
                                          </p:val>
                                        </p:tav>
                                        <p:tav fmla="" tm="100000">
                                          <p:val>
                                            <p:strVal val="#ppt_w"/>
                                          </p:val>
                                        </p:tav>
                                      </p:tavLst>
                                    </p:anim>
                                    <p:anim calcmode="lin" valueType="num">
                                      <p:cBhvr additive="base">
                                        <p:cTn dur="200"/>
                                        <p:tgtEl>
                                          <p:spTgt spid="2834"/>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23" presetSubtype="16">
                                  <p:stCondLst>
                                    <p:cond delay="0"/>
                                  </p:stCondLst>
                                  <p:childTnLst>
                                    <p:set>
                                      <p:cBhvr>
                                        <p:cTn dur="1" fill="hold">
                                          <p:stCondLst>
                                            <p:cond delay="0"/>
                                          </p:stCondLst>
                                        </p:cTn>
                                        <p:tgtEl>
                                          <p:spTgt spid="2831"/>
                                        </p:tgtEl>
                                        <p:attrNameLst>
                                          <p:attrName>style.visibility</p:attrName>
                                        </p:attrNameLst>
                                      </p:cBhvr>
                                      <p:to>
                                        <p:strVal val="visible"/>
                                      </p:to>
                                    </p:set>
                                    <p:anim calcmode="lin" valueType="num">
                                      <p:cBhvr additive="base">
                                        <p:cTn dur="200"/>
                                        <p:tgtEl>
                                          <p:spTgt spid="2831"/>
                                        </p:tgtEl>
                                        <p:attrNameLst>
                                          <p:attrName>ppt_w</p:attrName>
                                        </p:attrNameLst>
                                      </p:cBhvr>
                                      <p:tavLst>
                                        <p:tav fmla="" tm="0">
                                          <p:val>
                                            <p:strVal val="0"/>
                                          </p:val>
                                        </p:tav>
                                        <p:tav fmla="" tm="100000">
                                          <p:val>
                                            <p:strVal val="#ppt_w"/>
                                          </p:val>
                                        </p:tav>
                                      </p:tavLst>
                                    </p:anim>
                                    <p:anim calcmode="lin" valueType="num">
                                      <p:cBhvr additive="base">
                                        <p:cTn dur="200"/>
                                        <p:tgtEl>
                                          <p:spTgt spid="2831"/>
                                        </p:tgtEl>
                                        <p:attrNameLst>
                                          <p:attrName>ppt_h</p:attrName>
                                        </p:attrNameLst>
                                      </p:cBhvr>
                                      <p:tavLst>
                                        <p:tav fmla="" tm="0">
                                          <p:val>
                                            <p:strVal val="0"/>
                                          </p:val>
                                        </p:tav>
                                        <p:tav fmla="" tm="100000">
                                          <p:val>
                                            <p:strVal val="#ppt_h"/>
                                          </p:val>
                                        </p:tav>
                                      </p:tavLst>
                                    </p:anim>
                                  </p:childTnLst>
                                </p:cTn>
                              </p:par>
                            </p:childTnLst>
                          </p:cTn>
                        </p:par>
                        <p:par>
                          <p:cTn fill="hold">
                            <p:stCondLst>
                              <p:cond delay="6200"/>
                            </p:stCondLst>
                            <p:childTnLst>
                              <p:par>
                                <p:cTn fill="hold" nodeType="afterEffect" presetClass="entr" presetID="23" presetSubtype="16">
                                  <p:stCondLst>
                                    <p:cond delay="0"/>
                                  </p:stCondLst>
                                  <p:childTnLst>
                                    <p:set>
                                      <p:cBhvr>
                                        <p:cTn dur="1" fill="hold">
                                          <p:stCondLst>
                                            <p:cond delay="0"/>
                                          </p:stCondLst>
                                        </p:cTn>
                                        <p:tgtEl>
                                          <p:spTgt spid="2836"/>
                                        </p:tgtEl>
                                        <p:attrNameLst>
                                          <p:attrName>style.visibility</p:attrName>
                                        </p:attrNameLst>
                                      </p:cBhvr>
                                      <p:to>
                                        <p:strVal val="visible"/>
                                      </p:to>
                                    </p:set>
                                    <p:anim calcmode="lin" valueType="num">
                                      <p:cBhvr additive="base">
                                        <p:cTn dur="200"/>
                                        <p:tgtEl>
                                          <p:spTgt spid="2836"/>
                                        </p:tgtEl>
                                        <p:attrNameLst>
                                          <p:attrName>ppt_w</p:attrName>
                                        </p:attrNameLst>
                                      </p:cBhvr>
                                      <p:tavLst>
                                        <p:tav fmla="" tm="0">
                                          <p:val>
                                            <p:strVal val="0"/>
                                          </p:val>
                                        </p:tav>
                                        <p:tav fmla="" tm="100000">
                                          <p:val>
                                            <p:strVal val="#ppt_w"/>
                                          </p:val>
                                        </p:tav>
                                      </p:tavLst>
                                    </p:anim>
                                    <p:anim calcmode="lin" valueType="num">
                                      <p:cBhvr additive="base">
                                        <p:cTn dur="200"/>
                                        <p:tgtEl>
                                          <p:spTgt spid="2836"/>
                                        </p:tgtEl>
                                        <p:attrNameLst>
                                          <p:attrName>ppt_h</p:attrName>
                                        </p:attrNameLst>
                                      </p:cBhvr>
                                      <p:tavLst>
                                        <p:tav fmla="" tm="0">
                                          <p:val>
                                            <p:strVal val="0"/>
                                          </p:val>
                                        </p:tav>
                                        <p:tav fmla="" tm="100000">
                                          <p:val>
                                            <p:strVal val="#ppt_h"/>
                                          </p:val>
                                        </p:tav>
                                      </p:tavLst>
                                    </p:anim>
                                  </p:childTnLst>
                                </p:cTn>
                              </p:par>
                            </p:childTnLst>
                          </p:cTn>
                        </p:par>
                        <p:par>
                          <p:cTn fill="hold">
                            <p:stCondLst>
                              <p:cond delay="6400"/>
                            </p:stCondLst>
                            <p:childTnLst>
                              <p:par>
                                <p:cTn fill="hold" nodeType="afterEffect" presetClass="entr" presetID="23" presetSubtype="16">
                                  <p:stCondLst>
                                    <p:cond delay="0"/>
                                  </p:stCondLst>
                                  <p:childTnLst>
                                    <p:set>
                                      <p:cBhvr>
                                        <p:cTn dur="1" fill="hold">
                                          <p:stCondLst>
                                            <p:cond delay="0"/>
                                          </p:stCondLst>
                                        </p:cTn>
                                        <p:tgtEl>
                                          <p:spTgt spid="2833"/>
                                        </p:tgtEl>
                                        <p:attrNameLst>
                                          <p:attrName>style.visibility</p:attrName>
                                        </p:attrNameLst>
                                      </p:cBhvr>
                                      <p:to>
                                        <p:strVal val="visible"/>
                                      </p:to>
                                    </p:set>
                                    <p:anim calcmode="lin" valueType="num">
                                      <p:cBhvr additive="base">
                                        <p:cTn dur="200"/>
                                        <p:tgtEl>
                                          <p:spTgt spid="2833"/>
                                        </p:tgtEl>
                                        <p:attrNameLst>
                                          <p:attrName>ppt_w</p:attrName>
                                        </p:attrNameLst>
                                      </p:cBhvr>
                                      <p:tavLst>
                                        <p:tav fmla="" tm="0">
                                          <p:val>
                                            <p:strVal val="0"/>
                                          </p:val>
                                        </p:tav>
                                        <p:tav fmla="" tm="100000">
                                          <p:val>
                                            <p:strVal val="#ppt_w"/>
                                          </p:val>
                                        </p:tav>
                                      </p:tavLst>
                                    </p:anim>
                                    <p:anim calcmode="lin" valueType="num">
                                      <p:cBhvr additive="base">
                                        <p:cTn dur="200"/>
                                        <p:tgtEl>
                                          <p:spTgt spid="2833"/>
                                        </p:tgtEl>
                                        <p:attrNameLst>
                                          <p:attrName>ppt_h</p:attrName>
                                        </p:attrNameLst>
                                      </p:cBhvr>
                                      <p:tavLst>
                                        <p:tav fmla="" tm="0">
                                          <p:val>
                                            <p:strVal val="0"/>
                                          </p:val>
                                        </p:tav>
                                        <p:tav fmla="" tm="100000">
                                          <p:val>
                                            <p:strVal val="#ppt_h"/>
                                          </p:val>
                                        </p:tav>
                                      </p:tavLst>
                                    </p:anim>
                                  </p:childTnLst>
                                </p:cTn>
                              </p:par>
                            </p:childTnLst>
                          </p:cTn>
                        </p:par>
                        <p:par>
                          <p:cTn fill="hold">
                            <p:stCondLst>
                              <p:cond delay="6600"/>
                            </p:stCondLst>
                            <p:childTnLst>
                              <p:par>
                                <p:cTn fill="hold" nodeType="afterEffect" presetClass="entr" presetID="23" presetSubtype="16">
                                  <p:stCondLst>
                                    <p:cond delay="0"/>
                                  </p:stCondLst>
                                  <p:childTnLst>
                                    <p:set>
                                      <p:cBhvr>
                                        <p:cTn dur="1" fill="hold">
                                          <p:stCondLst>
                                            <p:cond delay="0"/>
                                          </p:stCondLst>
                                        </p:cTn>
                                        <p:tgtEl>
                                          <p:spTgt spid="2837"/>
                                        </p:tgtEl>
                                        <p:attrNameLst>
                                          <p:attrName>style.visibility</p:attrName>
                                        </p:attrNameLst>
                                      </p:cBhvr>
                                      <p:to>
                                        <p:strVal val="visible"/>
                                      </p:to>
                                    </p:set>
                                    <p:anim calcmode="lin" valueType="num">
                                      <p:cBhvr additive="base">
                                        <p:cTn dur="200"/>
                                        <p:tgtEl>
                                          <p:spTgt spid="2837"/>
                                        </p:tgtEl>
                                        <p:attrNameLst>
                                          <p:attrName>ppt_w</p:attrName>
                                        </p:attrNameLst>
                                      </p:cBhvr>
                                      <p:tavLst>
                                        <p:tav fmla="" tm="0">
                                          <p:val>
                                            <p:strVal val="0"/>
                                          </p:val>
                                        </p:tav>
                                        <p:tav fmla="" tm="100000">
                                          <p:val>
                                            <p:strVal val="#ppt_w"/>
                                          </p:val>
                                        </p:tav>
                                      </p:tavLst>
                                    </p:anim>
                                    <p:anim calcmode="lin" valueType="num">
                                      <p:cBhvr additive="base">
                                        <p:cTn dur="200"/>
                                        <p:tgtEl>
                                          <p:spTgt spid="2837"/>
                                        </p:tgtEl>
                                        <p:attrNameLst>
                                          <p:attrName>ppt_h</p:attrName>
                                        </p:attrNameLst>
                                      </p:cBhvr>
                                      <p:tavLst>
                                        <p:tav fmla="" tm="0">
                                          <p:val>
                                            <p:strVal val="0"/>
                                          </p:val>
                                        </p:tav>
                                        <p:tav fmla="" tm="100000">
                                          <p:val>
                                            <p:strVal val="#ppt_h"/>
                                          </p:val>
                                        </p:tav>
                                      </p:tavLst>
                                    </p:anim>
                                  </p:childTnLst>
                                </p:cTn>
                              </p:par>
                            </p:childTnLst>
                          </p:cTn>
                        </p:par>
                        <p:par>
                          <p:cTn fill="hold">
                            <p:stCondLst>
                              <p:cond delay="6800"/>
                            </p:stCondLst>
                            <p:childTnLst>
                              <p:par>
                                <p:cTn fill="hold" nodeType="afterEffect" presetClass="entr" presetID="23" presetSubtype="16">
                                  <p:stCondLst>
                                    <p:cond delay="0"/>
                                  </p:stCondLst>
                                  <p:childTnLst>
                                    <p:set>
                                      <p:cBhvr>
                                        <p:cTn dur="1" fill="hold">
                                          <p:stCondLst>
                                            <p:cond delay="0"/>
                                          </p:stCondLst>
                                        </p:cTn>
                                        <p:tgtEl>
                                          <p:spTgt spid="2838"/>
                                        </p:tgtEl>
                                        <p:attrNameLst>
                                          <p:attrName>style.visibility</p:attrName>
                                        </p:attrNameLst>
                                      </p:cBhvr>
                                      <p:to>
                                        <p:strVal val="visible"/>
                                      </p:to>
                                    </p:set>
                                    <p:anim calcmode="lin" valueType="num">
                                      <p:cBhvr additive="base">
                                        <p:cTn dur="200"/>
                                        <p:tgtEl>
                                          <p:spTgt spid="2838"/>
                                        </p:tgtEl>
                                        <p:attrNameLst>
                                          <p:attrName>ppt_w</p:attrName>
                                        </p:attrNameLst>
                                      </p:cBhvr>
                                      <p:tavLst>
                                        <p:tav fmla="" tm="0">
                                          <p:val>
                                            <p:strVal val="0"/>
                                          </p:val>
                                        </p:tav>
                                        <p:tav fmla="" tm="100000">
                                          <p:val>
                                            <p:strVal val="#ppt_w"/>
                                          </p:val>
                                        </p:tav>
                                      </p:tavLst>
                                    </p:anim>
                                    <p:anim calcmode="lin" valueType="num">
                                      <p:cBhvr additive="base">
                                        <p:cTn dur="200"/>
                                        <p:tgtEl>
                                          <p:spTgt spid="2838"/>
                                        </p:tgtEl>
                                        <p:attrNameLst>
                                          <p:attrName>ppt_h</p:attrName>
                                        </p:attrNameLst>
                                      </p:cBhvr>
                                      <p:tavLst>
                                        <p:tav fmla="" tm="0">
                                          <p:val>
                                            <p:strVal val="0"/>
                                          </p:val>
                                        </p:tav>
                                        <p:tav fmla="" tm="100000">
                                          <p:val>
                                            <p:strVal val="#ppt_h"/>
                                          </p:val>
                                        </p:tav>
                                      </p:tavLst>
                                    </p:anim>
                                  </p:childTnLst>
                                </p:cTn>
                              </p:par>
                            </p:childTnLst>
                          </p:cTn>
                        </p:par>
                        <p:par>
                          <p:cTn fill="hold">
                            <p:stCondLst>
                              <p:cond delay="7000"/>
                            </p:stCondLst>
                            <p:childTnLst>
                              <p:par>
                                <p:cTn fill="hold" nodeType="afterEffect" presetClass="entr" presetID="23" presetSubtype="16">
                                  <p:stCondLst>
                                    <p:cond delay="0"/>
                                  </p:stCondLst>
                                  <p:childTnLst>
                                    <p:set>
                                      <p:cBhvr>
                                        <p:cTn dur="1" fill="hold">
                                          <p:stCondLst>
                                            <p:cond delay="0"/>
                                          </p:stCondLst>
                                        </p:cTn>
                                        <p:tgtEl>
                                          <p:spTgt spid="2835"/>
                                        </p:tgtEl>
                                        <p:attrNameLst>
                                          <p:attrName>style.visibility</p:attrName>
                                        </p:attrNameLst>
                                      </p:cBhvr>
                                      <p:to>
                                        <p:strVal val="visible"/>
                                      </p:to>
                                    </p:set>
                                    <p:anim calcmode="lin" valueType="num">
                                      <p:cBhvr additive="base">
                                        <p:cTn dur="200"/>
                                        <p:tgtEl>
                                          <p:spTgt spid="2835"/>
                                        </p:tgtEl>
                                        <p:attrNameLst>
                                          <p:attrName>ppt_w</p:attrName>
                                        </p:attrNameLst>
                                      </p:cBhvr>
                                      <p:tavLst>
                                        <p:tav fmla="" tm="0">
                                          <p:val>
                                            <p:strVal val="0"/>
                                          </p:val>
                                        </p:tav>
                                        <p:tav fmla="" tm="100000">
                                          <p:val>
                                            <p:strVal val="#ppt_w"/>
                                          </p:val>
                                        </p:tav>
                                      </p:tavLst>
                                    </p:anim>
                                    <p:anim calcmode="lin" valueType="num">
                                      <p:cBhvr additive="base">
                                        <p:cTn dur="200"/>
                                        <p:tgtEl>
                                          <p:spTgt spid="2835"/>
                                        </p:tgtEl>
                                        <p:attrNameLst>
                                          <p:attrName>ppt_h</p:attrName>
                                        </p:attrNameLst>
                                      </p:cBhvr>
                                      <p:tavLst>
                                        <p:tav fmla="" tm="0">
                                          <p:val>
                                            <p:strVal val="0"/>
                                          </p:val>
                                        </p:tav>
                                        <p:tav fmla="" tm="100000">
                                          <p:val>
                                            <p:strVal val="#ppt_h"/>
                                          </p:val>
                                        </p:tav>
                                      </p:tavLst>
                                    </p:anim>
                                  </p:childTnLst>
                                </p:cTn>
                              </p:par>
                            </p:childTnLst>
                          </p:cTn>
                        </p:par>
                        <p:par>
                          <p:cTn fill="hold">
                            <p:stCondLst>
                              <p:cond delay="7200"/>
                            </p:stCondLst>
                            <p:childTnLst>
                              <p:par>
                                <p:cTn fill="hold" nodeType="afterEffect" presetClass="entr" presetID="23" presetSubtype="16">
                                  <p:stCondLst>
                                    <p:cond delay="0"/>
                                  </p:stCondLst>
                                  <p:childTnLst>
                                    <p:set>
                                      <p:cBhvr>
                                        <p:cTn dur="1" fill="hold">
                                          <p:stCondLst>
                                            <p:cond delay="0"/>
                                          </p:stCondLst>
                                        </p:cTn>
                                        <p:tgtEl>
                                          <p:spTgt spid="2832"/>
                                        </p:tgtEl>
                                        <p:attrNameLst>
                                          <p:attrName>style.visibility</p:attrName>
                                        </p:attrNameLst>
                                      </p:cBhvr>
                                      <p:to>
                                        <p:strVal val="visible"/>
                                      </p:to>
                                    </p:set>
                                    <p:anim calcmode="lin" valueType="num">
                                      <p:cBhvr additive="base">
                                        <p:cTn dur="200"/>
                                        <p:tgtEl>
                                          <p:spTgt spid="2832"/>
                                        </p:tgtEl>
                                        <p:attrNameLst>
                                          <p:attrName>ppt_w</p:attrName>
                                        </p:attrNameLst>
                                      </p:cBhvr>
                                      <p:tavLst>
                                        <p:tav fmla="" tm="0">
                                          <p:val>
                                            <p:strVal val="0"/>
                                          </p:val>
                                        </p:tav>
                                        <p:tav fmla="" tm="100000">
                                          <p:val>
                                            <p:strVal val="#ppt_w"/>
                                          </p:val>
                                        </p:tav>
                                      </p:tavLst>
                                    </p:anim>
                                    <p:anim calcmode="lin" valueType="num">
                                      <p:cBhvr additive="base">
                                        <p:cTn dur="200"/>
                                        <p:tgtEl>
                                          <p:spTgt spid="283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3" name="Shape 2843"/>
        <p:cNvGrpSpPr/>
        <p:nvPr/>
      </p:nvGrpSpPr>
      <p:grpSpPr>
        <a:xfrm>
          <a:off x="0" y="0"/>
          <a:ext cx="0" cy="0"/>
          <a:chOff x="0" y="0"/>
          <a:chExt cx="0" cy="0"/>
        </a:xfrm>
      </p:grpSpPr>
      <p:sp>
        <p:nvSpPr>
          <p:cNvPr id="2844" name="Google Shape;2844;p113"/>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Resilient role model to do list</a:t>
            </a:r>
            <a:endParaRPr sz="3200">
              <a:solidFill>
                <a:srgbClr val="212121"/>
              </a:solidFill>
              <a:latin typeface="Luckiest Guy"/>
              <a:ea typeface="Luckiest Guy"/>
              <a:cs typeface="Luckiest Guy"/>
              <a:sym typeface="Luckiest Guy"/>
            </a:endParaRPr>
          </a:p>
        </p:txBody>
      </p:sp>
      <p:sp>
        <p:nvSpPr>
          <p:cNvPr id="2845" name="Google Shape;2845;p113"/>
          <p:cNvSpPr txBox="1"/>
          <p:nvPr>
            <p:ph idx="1" type="subTitle"/>
          </p:nvPr>
        </p:nvSpPr>
        <p:spPr>
          <a:xfrm>
            <a:off x="770575" y="1167425"/>
            <a:ext cx="7875000" cy="32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12121"/>
                </a:solidFill>
                <a:latin typeface="Jost"/>
                <a:ea typeface="Jost"/>
                <a:cs typeface="Jost"/>
                <a:sym typeface="Jost"/>
              </a:rPr>
              <a:t>✅	Start completing your Planning Doc if you havent done so yet</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Get your Planning Doc checked by Mrs Tamihere - this needs to be finished by the end of Lesson 2</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Start writing your assessment:</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use the writing </a:t>
            </a:r>
            <a:r>
              <a:rPr lang="en" sz="1800" u="sng">
                <a:solidFill>
                  <a:schemeClr val="hlink"/>
                </a:solidFill>
                <a:latin typeface="Jost"/>
                <a:ea typeface="Jost"/>
                <a:cs typeface="Jost"/>
                <a:sym typeface="Jost"/>
                <a:hlinkClick r:id="rId3"/>
              </a:rPr>
              <a:t>structure</a:t>
            </a:r>
            <a:r>
              <a:rPr lang="en" sz="1800">
                <a:solidFill>
                  <a:srgbClr val="212121"/>
                </a:solidFill>
                <a:latin typeface="Jost"/>
                <a:ea typeface="Jost"/>
                <a:cs typeface="Jost"/>
                <a:sym typeface="Jost"/>
              </a:rPr>
              <a:t> and the word bank on slide 61 to complete your essay</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For each paragraph you complete get this signed off by Mrs Tamihere</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Complete one on one with Mrs Tamihere</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9" name="Shape 2849"/>
        <p:cNvGrpSpPr/>
        <p:nvPr/>
      </p:nvGrpSpPr>
      <p:grpSpPr>
        <a:xfrm>
          <a:off x="0" y="0"/>
          <a:ext cx="0" cy="0"/>
          <a:chOff x="0" y="0"/>
          <a:chExt cx="0" cy="0"/>
        </a:xfrm>
      </p:grpSpPr>
      <p:sp>
        <p:nvSpPr>
          <p:cNvPr id="2850" name="Google Shape;2850;p114"/>
          <p:cNvSpPr txBox="1"/>
          <p:nvPr>
            <p:ph type="ctrTitle"/>
          </p:nvPr>
        </p:nvSpPr>
        <p:spPr>
          <a:xfrm>
            <a:off x="2194950" y="481575"/>
            <a:ext cx="4746300" cy="20526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121"/>
                </a:solidFill>
                <a:latin typeface="Luckiest Guy"/>
                <a:ea typeface="Luckiest Guy"/>
                <a:cs typeface="Luckiest Guy"/>
                <a:sym typeface="Luckiest Guy"/>
              </a:rPr>
              <a:t>L2 health</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Do now</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mon 10/3</a:t>
            </a:r>
            <a:endParaRPr>
              <a:solidFill>
                <a:srgbClr val="212121"/>
              </a:solidFill>
              <a:latin typeface="Luckiest Guy"/>
              <a:ea typeface="Luckiest Guy"/>
              <a:cs typeface="Luckiest Guy"/>
              <a:sym typeface="Luckiest Guy"/>
            </a:endParaRPr>
          </a:p>
        </p:txBody>
      </p:sp>
      <p:sp>
        <p:nvSpPr>
          <p:cNvPr id="2851" name="Google Shape;2851;p114"/>
          <p:cNvSpPr txBox="1"/>
          <p:nvPr>
            <p:ph idx="1" type="subTitle"/>
          </p:nvPr>
        </p:nvSpPr>
        <p:spPr>
          <a:xfrm>
            <a:off x="1540775" y="2610375"/>
            <a:ext cx="5718600" cy="1875000"/>
          </a:xfrm>
          <a:prstGeom prst="rect">
            <a:avLst/>
          </a:prstGeom>
        </p:spPr>
        <p:txBody>
          <a:bodyPr anchorCtr="0" anchor="t" bIns="91425" lIns="91425" spcFirstLastPara="1" rIns="91425" wrap="square" tIns="91425">
            <a:noAutofit/>
          </a:bodyPr>
          <a:lstStyle/>
          <a:p>
            <a:pPr indent="-342900" lvl="0" marL="457200" rtl="0" algn="ctr">
              <a:spcBef>
                <a:spcPts val="0"/>
              </a:spcBef>
              <a:spcAft>
                <a:spcPts val="0"/>
              </a:spcAft>
              <a:buSzPts val="1800"/>
              <a:buFont typeface="Jost"/>
              <a:buAutoNum type="arabicPeriod"/>
            </a:pPr>
            <a:r>
              <a:rPr lang="en">
                <a:latin typeface="Jost"/>
                <a:ea typeface="Jost"/>
                <a:cs typeface="Jost"/>
                <a:sym typeface="Jost"/>
              </a:rPr>
              <a:t>If we all finish our assessmen</a:t>
            </a:r>
            <a:r>
              <a:rPr lang="en">
                <a:latin typeface="Jost"/>
                <a:ea typeface="Jost"/>
                <a:cs typeface="Jost"/>
                <a:sym typeface="Jost"/>
              </a:rPr>
              <a:t>t before the end of term, what health content would you like to learn about in class</a:t>
            </a:r>
            <a:endParaRPr>
              <a:latin typeface="Jost"/>
              <a:ea typeface="Jost"/>
              <a:cs typeface="Jost"/>
              <a:sym typeface="Jost"/>
            </a:endParaRPr>
          </a:p>
          <a:p>
            <a:pPr indent="-342900" lvl="0" marL="457200" rtl="0" algn="ctr">
              <a:spcBef>
                <a:spcPts val="0"/>
              </a:spcBef>
              <a:spcAft>
                <a:spcPts val="0"/>
              </a:spcAft>
              <a:buSzPts val="1800"/>
              <a:buFont typeface="Jost"/>
              <a:buAutoNum type="arabicPeriod"/>
            </a:pPr>
            <a:r>
              <a:rPr lang="en">
                <a:latin typeface="Jost"/>
                <a:ea typeface="Jost"/>
                <a:cs typeface="Jost"/>
                <a:sym typeface="Jost"/>
              </a:rPr>
              <a:t>Write it on a post it note and place it into the box at the front of class</a:t>
            </a:r>
            <a:endParaRPr>
              <a:latin typeface="Jost"/>
              <a:ea typeface="Jost"/>
              <a:cs typeface="Jost"/>
              <a:sym typeface="Jost"/>
            </a:endParaRPr>
          </a:p>
        </p:txBody>
      </p:sp>
      <p:sp>
        <p:nvSpPr>
          <p:cNvPr id="2852" name="Google Shape;2852;p114"/>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114"/>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114"/>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114"/>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114"/>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114"/>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114"/>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114"/>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114"/>
          <p:cNvSpPr/>
          <p:nvPr/>
        </p:nvSpPr>
        <p:spPr>
          <a:xfrm rot="10800000">
            <a:off x="680965" y="269200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114"/>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114"/>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114"/>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114"/>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114"/>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114"/>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114"/>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114"/>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114"/>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114"/>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114"/>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114"/>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114"/>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114"/>
          <p:cNvSpPr/>
          <p:nvPr/>
        </p:nvSpPr>
        <p:spPr>
          <a:xfrm rot="10800000">
            <a:off x="2069765" y="-76210"/>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114"/>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114"/>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114"/>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114"/>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114"/>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114"/>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114"/>
          <p:cNvSpPr/>
          <p:nvPr/>
        </p:nvSpPr>
        <p:spPr>
          <a:xfrm>
            <a:off x="8652474" y="316885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114"/>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114"/>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114"/>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114"/>
          <p:cNvSpPr/>
          <p:nvPr/>
        </p:nvSpPr>
        <p:spPr>
          <a:xfrm>
            <a:off x="7822482" y="3491070"/>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114"/>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2887" name="Google Shape;2887;p114" title="10 Minute Timer">
            <a:hlinkClick r:id="rId3"/>
          </p:cNvPr>
          <p:cNvPicPr preferRelativeResize="0"/>
          <p:nvPr/>
        </p:nvPicPr>
        <p:blipFill>
          <a:blip r:embed="rId4">
            <a:alphaModFix/>
          </a:blip>
          <a:stretch>
            <a:fillRect/>
          </a:stretch>
        </p:blipFill>
        <p:spPr>
          <a:xfrm>
            <a:off x="6695538" y="656137"/>
            <a:ext cx="1716525" cy="965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67"/>
                                        </p:tgtEl>
                                        <p:attrNameLst>
                                          <p:attrName>style.visibility</p:attrName>
                                        </p:attrNameLst>
                                      </p:cBhvr>
                                      <p:to>
                                        <p:strVal val="visible"/>
                                      </p:to>
                                    </p:set>
                                    <p:anim calcmode="lin" valueType="num">
                                      <p:cBhvr additive="base">
                                        <p:cTn dur="200"/>
                                        <p:tgtEl>
                                          <p:spTgt spid="2867"/>
                                        </p:tgtEl>
                                        <p:attrNameLst>
                                          <p:attrName>ppt_w</p:attrName>
                                        </p:attrNameLst>
                                      </p:cBhvr>
                                      <p:tavLst>
                                        <p:tav fmla="" tm="0">
                                          <p:val>
                                            <p:strVal val="0"/>
                                          </p:val>
                                        </p:tav>
                                        <p:tav fmla="" tm="100000">
                                          <p:val>
                                            <p:strVal val="#ppt_w"/>
                                          </p:val>
                                        </p:tav>
                                      </p:tavLst>
                                    </p:anim>
                                    <p:anim calcmode="lin" valueType="num">
                                      <p:cBhvr additive="base">
                                        <p:cTn dur="200"/>
                                        <p:tgtEl>
                                          <p:spTgt spid="2867"/>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875"/>
                                        </p:tgtEl>
                                        <p:attrNameLst>
                                          <p:attrName>style.visibility</p:attrName>
                                        </p:attrNameLst>
                                      </p:cBhvr>
                                      <p:to>
                                        <p:strVal val="visible"/>
                                      </p:to>
                                    </p:set>
                                    <p:anim calcmode="lin" valueType="num">
                                      <p:cBhvr additive="base">
                                        <p:cTn dur="200"/>
                                        <p:tgtEl>
                                          <p:spTgt spid="2875"/>
                                        </p:tgtEl>
                                        <p:attrNameLst>
                                          <p:attrName>ppt_w</p:attrName>
                                        </p:attrNameLst>
                                      </p:cBhvr>
                                      <p:tavLst>
                                        <p:tav fmla="" tm="0">
                                          <p:val>
                                            <p:strVal val="0"/>
                                          </p:val>
                                        </p:tav>
                                        <p:tav fmla="" tm="100000">
                                          <p:val>
                                            <p:strVal val="#ppt_w"/>
                                          </p:val>
                                        </p:tav>
                                      </p:tavLst>
                                    </p:anim>
                                    <p:anim calcmode="lin" valueType="num">
                                      <p:cBhvr additive="base">
                                        <p:cTn dur="200"/>
                                        <p:tgtEl>
                                          <p:spTgt spid="2875"/>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863"/>
                                        </p:tgtEl>
                                        <p:attrNameLst>
                                          <p:attrName>style.visibility</p:attrName>
                                        </p:attrNameLst>
                                      </p:cBhvr>
                                      <p:to>
                                        <p:strVal val="visible"/>
                                      </p:to>
                                    </p:set>
                                    <p:anim calcmode="lin" valueType="num">
                                      <p:cBhvr additive="base">
                                        <p:cTn dur="200"/>
                                        <p:tgtEl>
                                          <p:spTgt spid="2863"/>
                                        </p:tgtEl>
                                        <p:attrNameLst>
                                          <p:attrName>ppt_w</p:attrName>
                                        </p:attrNameLst>
                                      </p:cBhvr>
                                      <p:tavLst>
                                        <p:tav fmla="" tm="0">
                                          <p:val>
                                            <p:strVal val="0"/>
                                          </p:val>
                                        </p:tav>
                                        <p:tav fmla="" tm="100000">
                                          <p:val>
                                            <p:strVal val="#ppt_w"/>
                                          </p:val>
                                        </p:tav>
                                      </p:tavLst>
                                    </p:anim>
                                    <p:anim calcmode="lin" valueType="num">
                                      <p:cBhvr additive="base">
                                        <p:cTn dur="200"/>
                                        <p:tgtEl>
                                          <p:spTgt spid="286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850"/>
                                        </p:tgtEl>
                                        <p:attrNameLst>
                                          <p:attrName>style.visibility</p:attrName>
                                        </p:attrNameLst>
                                      </p:cBhvr>
                                      <p:to>
                                        <p:strVal val="visible"/>
                                      </p:to>
                                    </p:set>
                                    <p:animEffect filter="fade" transition="in">
                                      <p:cBhvr>
                                        <p:cTn dur="300"/>
                                        <p:tgtEl>
                                          <p:spTgt spid="2850"/>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853"/>
                                        </p:tgtEl>
                                        <p:attrNameLst>
                                          <p:attrName>style.visibility</p:attrName>
                                        </p:attrNameLst>
                                      </p:cBhvr>
                                      <p:to>
                                        <p:strVal val="visible"/>
                                      </p:to>
                                    </p:set>
                                    <p:anim calcmode="lin" valueType="num">
                                      <p:cBhvr additive="base">
                                        <p:cTn dur="200"/>
                                        <p:tgtEl>
                                          <p:spTgt spid="2853"/>
                                        </p:tgtEl>
                                        <p:attrNameLst>
                                          <p:attrName>ppt_w</p:attrName>
                                        </p:attrNameLst>
                                      </p:cBhvr>
                                      <p:tavLst>
                                        <p:tav fmla="" tm="0">
                                          <p:val>
                                            <p:strVal val="0"/>
                                          </p:val>
                                        </p:tav>
                                        <p:tav fmla="" tm="100000">
                                          <p:val>
                                            <p:strVal val="#ppt_w"/>
                                          </p:val>
                                        </p:tav>
                                      </p:tavLst>
                                    </p:anim>
                                    <p:anim calcmode="lin" valueType="num">
                                      <p:cBhvr additive="base">
                                        <p:cTn dur="200"/>
                                        <p:tgtEl>
                                          <p:spTgt spid="2853"/>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868"/>
                                        </p:tgtEl>
                                        <p:attrNameLst>
                                          <p:attrName>style.visibility</p:attrName>
                                        </p:attrNameLst>
                                      </p:cBhvr>
                                      <p:to>
                                        <p:strVal val="visible"/>
                                      </p:to>
                                    </p:set>
                                    <p:anim calcmode="lin" valueType="num">
                                      <p:cBhvr additive="base">
                                        <p:cTn dur="200"/>
                                        <p:tgtEl>
                                          <p:spTgt spid="2868"/>
                                        </p:tgtEl>
                                        <p:attrNameLst>
                                          <p:attrName>ppt_w</p:attrName>
                                        </p:attrNameLst>
                                      </p:cBhvr>
                                      <p:tavLst>
                                        <p:tav fmla="" tm="0">
                                          <p:val>
                                            <p:strVal val="0"/>
                                          </p:val>
                                        </p:tav>
                                        <p:tav fmla="" tm="100000">
                                          <p:val>
                                            <p:strVal val="#ppt_w"/>
                                          </p:val>
                                        </p:tav>
                                      </p:tavLst>
                                    </p:anim>
                                    <p:anim calcmode="lin" valueType="num">
                                      <p:cBhvr additive="base">
                                        <p:cTn dur="200"/>
                                        <p:tgtEl>
                                          <p:spTgt spid="2868"/>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855"/>
                                        </p:tgtEl>
                                        <p:attrNameLst>
                                          <p:attrName>style.visibility</p:attrName>
                                        </p:attrNameLst>
                                      </p:cBhvr>
                                      <p:to>
                                        <p:strVal val="visible"/>
                                      </p:to>
                                    </p:set>
                                    <p:anim calcmode="lin" valueType="num">
                                      <p:cBhvr additive="base">
                                        <p:cTn dur="200"/>
                                        <p:tgtEl>
                                          <p:spTgt spid="2855"/>
                                        </p:tgtEl>
                                        <p:attrNameLst>
                                          <p:attrName>ppt_w</p:attrName>
                                        </p:attrNameLst>
                                      </p:cBhvr>
                                      <p:tavLst>
                                        <p:tav fmla="" tm="0">
                                          <p:val>
                                            <p:strVal val="0"/>
                                          </p:val>
                                        </p:tav>
                                        <p:tav fmla="" tm="100000">
                                          <p:val>
                                            <p:strVal val="#ppt_w"/>
                                          </p:val>
                                        </p:tav>
                                      </p:tavLst>
                                    </p:anim>
                                    <p:anim calcmode="lin" valueType="num">
                                      <p:cBhvr additive="base">
                                        <p:cTn dur="200"/>
                                        <p:tgtEl>
                                          <p:spTgt spid="2855"/>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874"/>
                                        </p:tgtEl>
                                        <p:attrNameLst>
                                          <p:attrName>style.visibility</p:attrName>
                                        </p:attrNameLst>
                                      </p:cBhvr>
                                      <p:to>
                                        <p:strVal val="visible"/>
                                      </p:to>
                                    </p:set>
                                    <p:anim calcmode="lin" valueType="num">
                                      <p:cBhvr additive="base">
                                        <p:cTn dur="200"/>
                                        <p:tgtEl>
                                          <p:spTgt spid="2874"/>
                                        </p:tgtEl>
                                        <p:attrNameLst>
                                          <p:attrName>ppt_w</p:attrName>
                                        </p:attrNameLst>
                                      </p:cBhvr>
                                      <p:tavLst>
                                        <p:tav fmla="" tm="0">
                                          <p:val>
                                            <p:strVal val="0"/>
                                          </p:val>
                                        </p:tav>
                                        <p:tav fmla="" tm="100000">
                                          <p:val>
                                            <p:strVal val="#ppt_w"/>
                                          </p:val>
                                        </p:tav>
                                      </p:tavLst>
                                    </p:anim>
                                    <p:anim calcmode="lin" valueType="num">
                                      <p:cBhvr additive="base">
                                        <p:cTn dur="200"/>
                                        <p:tgtEl>
                                          <p:spTgt spid="2874"/>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866"/>
                                        </p:tgtEl>
                                        <p:attrNameLst>
                                          <p:attrName>style.visibility</p:attrName>
                                        </p:attrNameLst>
                                      </p:cBhvr>
                                      <p:to>
                                        <p:strVal val="visible"/>
                                      </p:to>
                                    </p:set>
                                    <p:anim calcmode="lin" valueType="num">
                                      <p:cBhvr additive="base">
                                        <p:cTn dur="200"/>
                                        <p:tgtEl>
                                          <p:spTgt spid="2866"/>
                                        </p:tgtEl>
                                        <p:attrNameLst>
                                          <p:attrName>ppt_w</p:attrName>
                                        </p:attrNameLst>
                                      </p:cBhvr>
                                      <p:tavLst>
                                        <p:tav fmla="" tm="0">
                                          <p:val>
                                            <p:strVal val="0"/>
                                          </p:val>
                                        </p:tav>
                                        <p:tav fmla="" tm="100000">
                                          <p:val>
                                            <p:strVal val="#ppt_w"/>
                                          </p:val>
                                        </p:tav>
                                      </p:tavLst>
                                    </p:anim>
                                    <p:anim calcmode="lin" valueType="num">
                                      <p:cBhvr additive="base">
                                        <p:cTn dur="200"/>
                                        <p:tgtEl>
                                          <p:spTgt spid="2866"/>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857"/>
                                        </p:tgtEl>
                                        <p:attrNameLst>
                                          <p:attrName>style.visibility</p:attrName>
                                        </p:attrNameLst>
                                      </p:cBhvr>
                                      <p:to>
                                        <p:strVal val="visible"/>
                                      </p:to>
                                    </p:set>
                                    <p:anim calcmode="lin" valueType="num">
                                      <p:cBhvr additive="base">
                                        <p:cTn dur="200"/>
                                        <p:tgtEl>
                                          <p:spTgt spid="2857"/>
                                        </p:tgtEl>
                                        <p:attrNameLst>
                                          <p:attrName>ppt_w</p:attrName>
                                        </p:attrNameLst>
                                      </p:cBhvr>
                                      <p:tavLst>
                                        <p:tav fmla="" tm="0">
                                          <p:val>
                                            <p:strVal val="0"/>
                                          </p:val>
                                        </p:tav>
                                        <p:tav fmla="" tm="100000">
                                          <p:val>
                                            <p:strVal val="#ppt_w"/>
                                          </p:val>
                                        </p:tav>
                                      </p:tavLst>
                                    </p:anim>
                                    <p:anim calcmode="lin" valueType="num">
                                      <p:cBhvr additive="base">
                                        <p:cTn dur="200"/>
                                        <p:tgtEl>
                                          <p:spTgt spid="2857"/>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860"/>
                                        </p:tgtEl>
                                        <p:attrNameLst>
                                          <p:attrName>style.visibility</p:attrName>
                                        </p:attrNameLst>
                                      </p:cBhvr>
                                      <p:to>
                                        <p:strVal val="visible"/>
                                      </p:to>
                                    </p:set>
                                    <p:anim calcmode="lin" valueType="num">
                                      <p:cBhvr additive="base">
                                        <p:cTn dur="200"/>
                                        <p:tgtEl>
                                          <p:spTgt spid="2860"/>
                                        </p:tgtEl>
                                        <p:attrNameLst>
                                          <p:attrName>ppt_w</p:attrName>
                                        </p:attrNameLst>
                                      </p:cBhvr>
                                      <p:tavLst>
                                        <p:tav fmla="" tm="0">
                                          <p:val>
                                            <p:strVal val="0"/>
                                          </p:val>
                                        </p:tav>
                                        <p:tav fmla="" tm="100000">
                                          <p:val>
                                            <p:strVal val="#ppt_w"/>
                                          </p:val>
                                        </p:tav>
                                      </p:tavLst>
                                    </p:anim>
                                    <p:anim calcmode="lin" valueType="num">
                                      <p:cBhvr additive="base">
                                        <p:cTn dur="200"/>
                                        <p:tgtEl>
                                          <p:spTgt spid="2860"/>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877"/>
                                        </p:tgtEl>
                                        <p:attrNameLst>
                                          <p:attrName>style.visibility</p:attrName>
                                        </p:attrNameLst>
                                      </p:cBhvr>
                                      <p:to>
                                        <p:strVal val="visible"/>
                                      </p:to>
                                    </p:set>
                                    <p:anim calcmode="lin" valueType="num">
                                      <p:cBhvr additive="base">
                                        <p:cTn dur="200"/>
                                        <p:tgtEl>
                                          <p:spTgt spid="2877"/>
                                        </p:tgtEl>
                                        <p:attrNameLst>
                                          <p:attrName>ppt_w</p:attrName>
                                        </p:attrNameLst>
                                      </p:cBhvr>
                                      <p:tavLst>
                                        <p:tav fmla="" tm="0">
                                          <p:val>
                                            <p:strVal val="0"/>
                                          </p:val>
                                        </p:tav>
                                        <p:tav fmla="" tm="100000">
                                          <p:val>
                                            <p:strVal val="#ppt_w"/>
                                          </p:val>
                                        </p:tav>
                                      </p:tavLst>
                                    </p:anim>
                                    <p:anim calcmode="lin" valueType="num">
                                      <p:cBhvr additive="base">
                                        <p:cTn dur="200"/>
                                        <p:tgtEl>
                                          <p:spTgt spid="2877"/>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862"/>
                                        </p:tgtEl>
                                        <p:attrNameLst>
                                          <p:attrName>style.visibility</p:attrName>
                                        </p:attrNameLst>
                                      </p:cBhvr>
                                      <p:to>
                                        <p:strVal val="visible"/>
                                      </p:to>
                                    </p:set>
                                    <p:anim calcmode="lin" valueType="num">
                                      <p:cBhvr additive="base">
                                        <p:cTn dur="200"/>
                                        <p:tgtEl>
                                          <p:spTgt spid="2862"/>
                                        </p:tgtEl>
                                        <p:attrNameLst>
                                          <p:attrName>ppt_w</p:attrName>
                                        </p:attrNameLst>
                                      </p:cBhvr>
                                      <p:tavLst>
                                        <p:tav fmla="" tm="0">
                                          <p:val>
                                            <p:strVal val="0"/>
                                          </p:val>
                                        </p:tav>
                                        <p:tav fmla="" tm="100000">
                                          <p:val>
                                            <p:strVal val="#ppt_w"/>
                                          </p:val>
                                        </p:tav>
                                      </p:tavLst>
                                    </p:anim>
                                    <p:anim calcmode="lin" valueType="num">
                                      <p:cBhvr additive="base">
                                        <p:cTn dur="200"/>
                                        <p:tgtEl>
                                          <p:spTgt spid="2862"/>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854"/>
                                        </p:tgtEl>
                                        <p:attrNameLst>
                                          <p:attrName>style.visibility</p:attrName>
                                        </p:attrNameLst>
                                      </p:cBhvr>
                                      <p:to>
                                        <p:strVal val="visible"/>
                                      </p:to>
                                    </p:set>
                                    <p:anim calcmode="lin" valueType="num">
                                      <p:cBhvr additive="base">
                                        <p:cTn dur="200"/>
                                        <p:tgtEl>
                                          <p:spTgt spid="2854"/>
                                        </p:tgtEl>
                                        <p:attrNameLst>
                                          <p:attrName>ppt_w</p:attrName>
                                        </p:attrNameLst>
                                      </p:cBhvr>
                                      <p:tavLst>
                                        <p:tav fmla="" tm="0">
                                          <p:val>
                                            <p:strVal val="0"/>
                                          </p:val>
                                        </p:tav>
                                        <p:tav fmla="" tm="100000">
                                          <p:val>
                                            <p:strVal val="#ppt_w"/>
                                          </p:val>
                                        </p:tav>
                                      </p:tavLst>
                                    </p:anim>
                                    <p:anim calcmode="lin" valueType="num">
                                      <p:cBhvr additive="base">
                                        <p:cTn dur="200"/>
                                        <p:tgtEl>
                                          <p:spTgt spid="2854"/>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852"/>
                                        </p:tgtEl>
                                        <p:attrNameLst>
                                          <p:attrName>style.visibility</p:attrName>
                                        </p:attrNameLst>
                                      </p:cBhvr>
                                      <p:to>
                                        <p:strVal val="visible"/>
                                      </p:to>
                                    </p:set>
                                    <p:anim calcmode="lin" valueType="num">
                                      <p:cBhvr additive="base">
                                        <p:cTn dur="200"/>
                                        <p:tgtEl>
                                          <p:spTgt spid="2852"/>
                                        </p:tgtEl>
                                        <p:attrNameLst>
                                          <p:attrName>ppt_w</p:attrName>
                                        </p:attrNameLst>
                                      </p:cBhvr>
                                      <p:tavLst>
                                        <p:tav fmla="" tm="0">
                                          <p:val>
                                            <p:strVal val="0"/>
                                          </p:val>
                                        </p:tav>
                                        <p:tav fmla="" tm="100000">
                                          <p:val>
                                            <p:strVal val="#ppt_w"/>
                                          </p:val>
                                        </p:tav>
                                      </p:tavLst>
                                    </p:anim>
                                    <p:anim calcmode="lin" valueType="num">
                                      <p:cBhvr additive="base">
                                        <p:cTn dur="200"/>
                                        <p:tgtEl>
                                          <p:spTgt spid="2852"/>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856"/>
                                        </p:tgtEl>
                                        <p:attrNameLst>
                                          <p:attrName>style.visibility</p:attrName>
                                        </p:attrNameLst>
                                      </p:cBhvr>
                                      <p:to>
                                        <p:strVal val="visible"/>
                                      </p:to>
                                    </p:set>
                                    <p:anim calcmode="lin" valueType="num">
                                      <p:cBhvr additive="base">
                                        <p:cTn dur="200"/>
                                        <p:tgtEl>
                                          <p:spTgt spid="2856"/>
                                        </p:tgtEl>
                                        <p:attrNameLst>
                                          <p:attrName>ppt_w</p:attrName>
                                        </p:attrNameLst>
                                      </p:cBhvr>
                                      <p:tavLst>
                                        <p:tav fmla="" tm="0">
                                          <p:val>
                                            <p:strVal val="0"/>
                                          </p:val>
                                        </p:tav>
                                        <p:tav fmla="" tm="100000">
                                          <p:val>
                                            <p:strVal val="#ppt_w"/>
                                          </p:val>
                                        </p:tav>
                                      </p:tavLst>
                                    </p:anim>
                                    <p:anim calcmode="lin" valueType="num">
                                      <p:cBhvr additive="base">
                                        <p:cTn dur="200"/>
                                        <p:tgtEl>
                                          <p:spTgt spid="2856"/>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869"/>
                                        </p:tgtEl>
                                        <p:attrNameLst>
                                          <p:attrName>style.visibility</p:attrName>
                                        </p:attrNameLst>
                                      </p:cBhvr>
                                      <p:to>
                                        <p:strVal val="visible"/>
                                      </p:to>
                                    </p:set>
                                    <p:anim calcmode="lin" valueType="num">
                                      <p:cBhvr additive="base">
                                        <p:cTn dur="200"/>
                                        <p:tgtEl>
                                          <p:spTgt spid="2869"/>
                                        </p:tgtEl>
                                        <p:attrNameLst>
                                          <p:attrName>ppt_w</p:attrName>
                                        </p:attrNameLst>
                                      </p:cBhvr>
                                      <p:tavLst>
                                        <p:tav fmla="" tm="0">
                                          <p:val>
                                            <p:strVal val="0"/>
                                          </p:val>
                                        </p:tav>
                                        <p:tav fmla="" tm="100000">
                                          <p:val>
                                            <p:strVal val="#ppt_w"/>
                                          </p:val>
                                        </p:tav>
                                      </p:tavLst>
                                    </p:anim>
                                    <p:anim calcmode="lin" valueType="num">
                                      <p:cBhvr additive="base">
                                        <p:cTn dur="200"/>
                                        <p:tgtEl>
                                          <p:spTgt spid="2869"/>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878"/>
                                        </p:tgtEl>
                                        <p:attrNameLst>
                                          <p:attrName>style.visibility</p:attrName>
                                        </p:attrNameLst>
                                      </p:cBhvr>
                                      <p:to>
                                        <p:strVal val="visible"/>
                                      </p:to>
                                    </p:set>
                                    <p:anim calcmode="lin" valueType="num">
                                      <p:cBhvr additive="base">
                                        <p:cTn dur="200"/>
                                        <p:tgtEl>
                                          <p:spTgt spid="2878"/>
                                        </p:tgtEl>
                                        <p:attrNameLst>
                                          <p:attrName>ppt_w</p:attrName>
                                        </p:attrNameLst>
                                      </p:cBhvr>
                                      <p:tavLst>
                                        <p:tav fmla="" tm="0">
                                          <p:val>
                                            <p:strVal val="0"/>
                                          </p:val>
                                        </p:tav>
                                        <p:tav fmla="" tm="100000">
                                          <p:val>
                                            <p:strVal val="#ppt_w"/>
                                          </p:val>
                                        </p:tav>
                                      </p:tavLst>
                                    </p:anim>
                                    <p:anim calcmode="lin" valueType="num">
                                      <p:cBhvr additive="base">
                                        <p:cTn dur="200"/>
                                        <p:tgtEl>
                                          <p:spTgt spid="2878"/>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859"/>
                                        </p:tgtEl>
                                        <p:attrNameLst>
                                          <p:attrName>style.visibility</p:attrName>
                                        </p:attrNameLst>
                                      </p:cBhvr>
                                      <p:to>
                                        <p:strVal val="visible"/>
                                      </p:to>
                                    </p:set>
                                    <p:anim calcmode="lin" valueType="num">
                                      <p:cBhvr additive="base">
                                        <p:cTn dur="200"/>
                                        <p:tgtEl>
                                          <p:spTgt spid="2859"/>
                                        </p:tgtEl>
                                        <p:attrNameLst>
                                          <p:attrName>ppt_w</p:attrName>
                                        </p:attrNameLst>
                                      </p:cBhvr>
                                      <p:tavLst>
                                        <p:tav fmla="" tm="0">
                                          <p:val>
                                            <p:strVal val="0"/>
                                          </p:val>
                                        </p:tav>
                                        <p:tav fmla="" tm="100000">
                                          <p:val>
                                            <p:strVal val="#ppt_w"/>
                                          </p:val>
                                        </p:tav>
                                      </p:tavLst>
                                    </p:anim>
                                    <p:anim calcmode="lin" valueType="num">
                                      <p:cBhvr additive="base">
                                        <p:cTn dur="200"/>
                                        <p:tgtEl>
                                          <p:spTgt spid="2859"/>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861"/>
                                        </p:tgtEl>
                                        <p:attrNameLst>
                                          <p:attrName>style.visibility</p:attrName>
                                        </p:attrNameLst>
                                      </p:cBhvr>
                                      <p:to>
                                        <p:strVal val="visible"/>
                                      </p:to>
                                    </p:set>
                                    <p:anim calcmode="lin" valueType="num">
                                      <p:cBhvr additive="base">
                                        <p:cTn dur="200"/>
                                        <p:tgtEl>
                                          <p:spTgt spid="2861"/>
                                        </p:tgtEl>
                                        <p:attrNameLst>
                                          <p:attrName>ppt_w</p:attrName>
                                        </p:attrNameLst>
                                      </p:cBhvr>
                                      <p:tavLst>
                                        <p:tav fmla="" tm="0">
                                          <p:val>
                                            <p:strVal val="0"/>
                                          </p:val>
                                        </p:tav>
                                        <p:tav fmla="" tm="100000">
                                          <p:val>
                                            <p:strVal val="#ppt_w"/>
                                          </p:val>
                                        </p:tav>
                                      </p:tavLst>
                                    </p:anim>
                                    <p:anim calcmode="lin" valueType="num">
                                      <p:cBhvr additive="base">
                                        <p:cTn dur="200"/>
                                        <p:tgtEl>
                                          <p:spTgt spid="2861"/>
                                        </p:tgtEl>
                                        <p:attrNameLst>
                                          <p:attrName>ppt_h</p:attrName>
                                        </p:attrNameLst>
                                      </p:cBhvr>
                                      <p:tavLst>
                                        <p:tav fmla="" tm="0">
                                          <p:val>
                                            <p:strVal val="0"/>
                                          </p:val>
                                        </p:tav>
                                        <p:tav fmla="" tm="100000">
                                          <p:val>
                                            <p:strVal val="#ppt_h"/>
                                          </p:val>
                                        </p:tav>
                                      </p:tavLst>
                                    </p:anim>
                                  </p:childTnLst>
                                </p:cTn>
                              </p:par>
                            </p:childTnLst>
                          </p:cTn>
                        </p:par>
                        <p:par>
                          <p:cTn fill="hold">
                            <p:stCondLst>
                              <p:cond delay="3900"/>
                            </p:stCondLst>
                            <p:childTnLst>
                              <p:par>
                                <p:cTn fill="hold" nodeType="afterEffect" presetClass="entr" presetID="23" presetSubtype="16">
                                  <p:stCondLst>
                                    <p:cond delay="0"/>
                                  </p:stCondLst>
                                  <p:childTnLst>
                                    <p:set>
                                      <p:cBhvr>
                                        <p:cTn dur="1" fill="hold">
                                          <p:stCondLst>
                                            <p:cond delay="0"/>
                                          </p:stCondLst>
                                        </p:cTn>
                                        <p:tgtEl>
                                          <p:spTgt spid="2870"/>
                                        </p:tgtEl>
                                        <p:attrNameLst>
                                          <p:attrName>style.visibility</p:attrName>
                                        </p:attrNameLst>
                                      </p:cBhvr>
                                      <p:to>
                                        <p:strVal val="visible"/>
                                      </p:to>
                                    </p:set>
                                    <p:anim calcmode="lin" valueType="num">
                                      <p:cBhvr additive="base">
                                        <p:cTn dur="200"/>
                                        <p:tgtEl>
                                          <p:spTgt spid="2870"/>
                                        </p:tgtEl>
                                        <p:attrNameLst>
                                          <p:attrName>ppt_w</p:attrName>
                                        </p:attrNameLst>
                                      </p:cBhvr>
                                      <p:tavLst>
                                        <p:tav fmla="" tm="0">
                                          <p:val>
                                            <p:strVal val="0"/>
                                          </p:val>
                                        </p:tav>
                                        <p:tav fmla="" tm="100000">
                                          <p:val>
                                            <p:strVal val="#ppt_w"/>
                                          </p:val>
                                        </p:tav>
                                      </p:tavLst>
                                    </p:anim>
                                    <p:anim calcmode="lin" valueType="num">
                                      <p:cBhvr additive="base">
                                        <p:cTn dur="200"/>
                                        <p:tgtEl>
                                          <p:spTgt spid="2870"/>
                                        </p:tgtEl>
                                        <p:attrNameLst>
                                          <p:attrName>ppt_h</p:attrName>
                                        </p:attrNameLst>
                                      </p:cBhvr>
                                      <p:tavLst>
                                        <p:tav fmla="" tm="0">
                                          <p:val>
                                            <p:strVal val="0"/>
                                          </p:val>
                                        </p:tav>
                                        <p:tav fmla="" tm="100000">
                                          <p:val>
                                            <p:strVal val="#ppt_h"/>
                                          </p:val>
                                        </p:tav>
                                      </p:tavLst>
                                    </p:anim>
                                  </p:childTnLst>
                                </p:cTn>
                              </p:par>
                            </p:childTnLst>
                          </p:cTn>
                        </p:par>
                        <p:par>
                          <p:cTn fill="hold">
                            <p:stCondLst>
                              <p:cond delay="4100"/>
                            </p:stCondLst>
                            <p:childTnLst>
                              <p:par>
                                <p:cTn fill="hold" nodeType="afterEffect" presetClass="entr" presetID="23" presetSubtype="16">
                                  <p:stCondLst>
                                    <p:cond delay="0"/>
                                  </p:stCondLst>
                                  <p:childTnLst>
                                    <p:set>
                                      <p:cBhvr>
                                        <p:cTn dur="1" fill="hold">
                                          <p:stCondLst>
                                            <p:cond delay="0"/>
                                          </p:stCondLst>
                                        </p:cTn>
                                        <p:tgtEl>
                                          <p:spTgt spid="2858"/>
                                        </p:tgtEl>
                                        <p:attrNameLst>
                                          <p:attrName>style.visibility</p:attrName>
                                        </p:attrNameLst>
                                      </p:cBhvr>
                                      <p:to>
                                        <p:strVal val="visible"/>
                                      </p:to>
                                    </p:set>
                                    <p:anim calcmode="lin" valueType="num">
                                      <p:cBhvr additive="base">
                                        <p:cTn dur="200"/>
                                        <p:tgtEl>
                                          <p:spTgt spid="2858"/>
                                        </p:tgtEl>
                                        <p:attrNameLst>
                                          <p:attrName>ppt_w</p:attrName>
                                        </p:attrNameLst>
                                      </p:cBhvr>
                                      <p:tavLst>
                                        <p:tav fmla="" tm="0">
                                          <p:val>
                                            <p:strVal val="0"/>
                                          </p:val>
                                        </p:tav>
                                        <p:tav fmla="" tm="100000">
                                          <p:val>
                                            <p:strVal val="#ppt_w"/>
                                          </p:val>
                                        </p:tav>
                                      </p:tavLst>
                                    </p:anim>
                                    <p:anim calcmode="lin" valueType="num">
                                      <p:cBhvr additive="base">
                                        <p:cTn dur="200"/>
                                        <p:tgtEl>
                                          <p:spTgt spid="285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851"/>
                                        </p:tgtEl>
                                        <p:attrNameLst>
                                          <p:attrName>style.visibility</p:attrName>
                                        </p:attrNameLst>
                                      </p:cBhvr>
                                      <p:to>
                                        <p:strVal val="visible"/>
                                      </p:to>
                                    </p:set>
                                    <p:animEffect filter="fade" transition="in">
                                      <p:cBhvr>
                                        <p:cTn dur="300"/>
                                        <p:tgtEl>
                                          <p:spTgt spid="2851"/>
                                        </p:tgtEl>
                                      </p:cBhvr>
                                    </p:animEffect>
                                  </p:childTnLst>
                                </p:cTn>
                              </p:par>
                            </p:childTnLst>
                          </p:cTn>
                        </p:par>
                        <p:par>
                          <p:cTn fill="hold">
                            <p:stCondLst>
                              <p:cond delay="4400"/>
                            </p:stCondLst>
                            <p:childTnLst>
                              <p:par>
                                <p:cTn fill="hold" nodeType="afterEffect" presetClass="entr" presetID="23" presetSubtype="16">
                                  <p:stCondLst>
                                    <p:cond delay="0"/>
                                  </p:stCondLst>
                                  <p:childTnLst>
                                    <p:set>
                                      <p:cBhvr>
                                        <p:cTn dur="1" fill="hold">
                                          <p:stCondLst>
                                            <p:cond delay="0"/>
                                          </p:stCondLst>
                                        </p:cTn>
                                        <p:tgtEl>
                                          <p:spTgt spid="2871"/>
                                        </p:tgtEl>
                                        <p:attrNameLst>
                                          <p:attrName>style.visibility</p:attrName>
                                        </p:attrNameLst>
                                      </p:cBhvr>
                                      <p:to>
                                        <p:strVal val="visible"/>
                                      </p:to>
                                    </p:set>
                                    <p:anim calcmode="lin" valueType="num">
                                      <p:cBhvr additive="base">
                                        <p:cTn dur="200"/>
                                        <p:tgtEl>
                                          <p:spTgt spid="2871"/>
                                        </p:tgtEl>
                                        <p:attrNameLst>
                                          <p:attrName>ppt_w</p:attrName>
                                        </p:attrNameLst>
                                      </p:cBhvr>
                                      <p:tavLst>
                                        <p:tav fmla="" tm="0">
                                          <p:val>
                                            <p:strVal val="0"/>
                                          </p:val>
                                        </p:tav>
                                        <p:tav fmla="" tm="100000">
                                          <p:val>
                                            <p:strVal val="#ppt_w"/>
                                          </p:val>
                                        </p:tav>
                                      </p:tavLst>
                                    </p:anim>
                                    <p:anim calcmode="lin" valueType="num">
                                      <p:cBhvr additive="base">
                                        <p:cTn dur="200"/>
                                        <p:tgtEl>
                                          <p:spTgt spid="2871"/>
                                        </p:tgtEl>
                                        <p:attrNameLst>
                                          <p:attrName>ppt_h</p:attrName>
                                        </p:attrNameLst>
                                      </p:cBhvr>
                                      <p:tavLst>
                                        <p:tav fmla="" tm="0">
                                          <p:val>
                                            <p:strVal val="0"/>
                                          </p:val>
                                        </p:tav>
                                        <p:tav fmla="" tm="100000">
                                          <p:val>
                                            <p:strVal val="#ppt_h"/>
                                          </p:val>
                                        </p:tav>
                                      </p:tavLst>
                                    </p:anim>
                                  </p:childTnLst>
                                </p:cTn>
                              </p:par>
                            </p:childTnLst>
                          </p:cTn>
                        </p:par>
                        <p:par>
                          <p:cTn fill="hold">
                            <p:stCondLst>
                              <p:cond delay="4600"/>
                            </p:stCondLst>
                            <p:childTnLst>
                              <p:par>
                                <p:cTn fill="hold" nodeType="afterEffect" presetClass="entr" presetID="23" presetSubtype="16">
                                  <p:stCondLst>
                                    <p:cond delay="0"/>
                                  </p:stCondLst>
                                  <p:childTnLst>
                                    <p:set>
                                      <p:cBhvr>
                                        <p:cTn dur="1" fill="hold">
                                          <p:stCondLst>
                                            <p:cond delay="0"/>
                                          </p:stCondLst>
                                        </p:cTn>
                                        <p:tgtEl>
                                          <p:spTgt spid="2876"/>
                                        </p:tgtEl>
                                        <p:attrNameLst>
                                          <p:attrName>style.visibility</p:attrName>
                                        </p:attrNameLst>
                                      </p:cBhvr>
                                      <p:to>
                                        <p:strVal val="visible"/>
                                      </p:to>
                                    </p:set>
                                    <p:anim calcmode="lin" valueType="num">
                                      <p:cBhvr additive="base">
                                        <p:cTn dur="200"/>
                                        <p:tgtEl>
                                          <p:spTgt spid="2876"/>
                                        </p:tgtEl>
                                        <p:attrNameLst>
                                          <p:attrName>ppt_w</p:attrName>
                                        </p:attrNameLst>
                                      </p:cBhvr>
                                      <p:tavLst>
                                        <p:tav fmla="" tm="0">
                                          <p:val>
                                            <p:strVal val="0"/>
                                          </p:val>
                                        </p:tav>
                                        <p:tav fmla="" tm="100000">
                                          <p:val>
                                            <p:strVal val="#ppt_w"/>
                                          </p:val>
                                        </p:tav>
                                      </p:tavLst>
                                    </p:anim>
                                    <p:anim calcmode="lin" valueType="num">
                                      <p:cBhvr additive="base">
                                        <p:cTn dur="200"/>
                                        <p:tgtEl>
                                          <p:spTgt spid="2876"/>
                                        </p:tgtEl>
                                        <p:attrNameLst>
                                          <p:attrName>ppt_h</p:attrName>
                                        </p:attrNameLst>
                                      </p:cBhvr>
                                      <p:tavLst>
                                        <p:tav fmla="" tm="0">
                                          <p:val>
                                            <p:strVal val="0"/>
                                          </p:val>
                                        </p:tav>
                                        <p:tav fmla="" tm="100000">
                                          <p:val>
                                            <p:strVal val="#ppt_h"/>
                                          </p:val>
                                        </p:tav>
                                      </p:tavLst>
                                    </p:anim>
                                  </p:childTnLst>
                                </p:cTn>
                              </p:par>
                            </p:childTnLst>
                          </p:cTn>
                        </p:par>
                        <p:par>
                          <p:cTn fill="hold">
                            <p:stCondLst>
                              <p:cond delay="4800"/>
                            </p:stCondLst>
                            <p:childTnLst>
                              <p:par>
                                <p:cTn fill="hold" nodeType="afterEffect" presetClass="entr" presetID="23" presetSubtype="16">
                                  <p:stCondLst>
                                    <p:cond delay="0"/>
                                  </p:stCondLst>
                                  <p:childTnLst>
                                    <p:set>
                                      <p:cBhvr>
                                        <p:cTn dur="1" fill="hold">
                                          <p:stCondLst>
                                            <p:cond delay="0"/>
                                          </p:stCondLst>
                                        </p:cTn>
                                        <p:tgtEl>
                                          <p:spTgt spid="2873"/>
                                        </p:tgtEl>
                                        <p:attrNameLst>
                                          <p:attrName>style.visibility</p:attrName>
                                        </p:attrNameLst>
                                      </p:cBhvr>
                                      <p:to>
                                        <p:strVal val="visible"/>
                                      </p:to>
                                    </p:set>
                                    <p:anim calcmode="lin" valueType="num">
                                      <p:cBhvr additive="base">
                                        <p:cTn dur="200"/>
                                        <p:tgtEl>
                                          <p:spTgt spid="2873"/>
                                        </p:tgtEl>
                                        <p:attrNameLst>
                                          <p:attrName>ppt_w</p:attrName>
                                        </p:attrNameLst>
                                      </p:cBhvr>
                                      <p:tavLst>
                                        <p:tav fmla="" tm="0">
                                          <p:val>
                                            <p:strVal val="0"/>
                                          </p:val>
                                        </p:tav>
                                        <p:tav fmla="" tm="100000">
                                          <p:val>
                                            <p:strVal val="#ppt_w"/>
                                          </p:val>
                                        </p:tav>
                                      </p:tavLst>
                                    </p:anim>
                                    <p:anim calcmode="lin" valueType="num">
                                      <p:cBhvr additive="base">
                                        <p:cTn dur="200"/>
                                        <p:tgtEl>
                                          <p:spTgt spid="2873"/>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2872"/>
                                        </p:tgtEl>
                                        <p:attrNameLst>
                                          <p:attrName>style.visibility</p:attrName>
                                        </p:attrNameLst>
                                      </p:cBhvr>
                                      <p:to>
                                        <p:strVal val="visible"/>
                                      </p:to>
                                    </p:set>
                                    <p:anim calcmode="lin" valueType="num">
                                      <p:cBhvr additive="base">
                                        <p:cTn dur="200"/>
                                        <p:tgtEl>
                                          <p:spTgt spid="2872"/>
                                        </p:tgtEl>
                                        <p:attrNameLst>
                                          <p:attrName>ppt_w</p:attrName>
                                        </p:attrNameLst>
                                      </p:cBhvr>
                                      <p:tavLst>
                                        <p:tav fmla="" tm="0">
                                          <p:val>
                                            <p:strVal val="0"/>
                                          </p:val>
                                        </p:tav>
                                        <p:tav fmla="" tm="100000">
                                          <p:val>
                                            <p:strVal val="#ppt_w"/>
                                          </p:val>
                                        </p:tav>
                                      </p:tavLst>
                                    </p:anim>
                                    <p:anim calcmode="lin" valueType="num">
                                      <p:cBhvr additive="base">
                                        <p:cTn dur="200"/>
                                        <p:tgtEl>
                                          <p:spTgt spid="2872"/>
                                        </p:tgtEl>
                                        <p:attrNameLst>
                                          <p:attrName>ppt_h</p:attrName>
                                        </p:attrNameLst>
                                      </p:cBhvr>
                                      <p:tavLst>
                                        <p:tav fmla="" tm="0">
                                          <p:val>
                                            <p:strVal val="0"/>
                                          </p:val>
                                        </p:tav>
                                        <p:tav fmla="" tm="100000">
                                          <p:val>
                                            <p:strVal val="#ppt_h"/>
                                          </p:val>
                                        </p:tav>
                                      </p:tavLst>
                                    </p:anim>
                                  </p:childTnLst>
                                </p:cTn>
                              </p:par>
                            </p:childTnLst>
                          </p:cTn>
                        </p:par>
                        <p:par>
                          <p:cTn fill="hold">
                            <p:stCondLst>
                              <p:cond delay="5200"/>
                            </p:stCondLst>
                            <p:childTnLst>
                              <p:par>
                                <p:cTn fill="hold" nodeType="afterEffect" presetClass="entr" presetID="23" presetSubtype="16">
                                  <p:stCondLst>
                                    <p:cond delay="0"/>
                                  </p:stCondLst>
                                  <p:childTnLst>
                                    <p:set>
                                      <p:cBhvr>
                                        <p:cTn dur="1" fill="hold">
                                          <p:stCondLst>
                                            <p:cond delay="0"/>
                                          </p:stCondLst>
                                        </p:cTn>
                                        <p:tgtEl>
                                          <p:spTgt spid="2864"/>
                                        </p:tgtEl>
                                        <p:attrNameLst>
                                          <p:attrName>style.visibility</p:attrName>
                                        </p:attrNameLst>
                                      </p:cBhvr>
                                      <p:to>
                                        <p:strVal val="visible"/>
                                      </p:to>
                                    </p:set>
                                    <p:anim calcmode="lin" valueType="num">
                                      <p:cBhvr additive="base">
                                        <p:cTn dur="200"/>
                                        <p:tgtEl>
                                          <p:spTgt spid="2864"/>
                                        </p:tgtEl>
                                        <p:attrNameLst>
                                          <p:attrName>ppt_w</p:attrName>
                                        </p:attrNameLst>
                                      </p:cBhvr>
                                      <p:tavLst>
                                        <p:tav fmla="" tm="0">
                                          <p:val>
                                            <p:strVal val="0"/>
                                          </p:val>
                                        </p:tav>
                                        <p:tav fmla="" tm="100000">
                                          <p:val>
                                            <p:strVal val="#ppt_w"/>
                                          </p:val>
                                        </p:tav>
                                      </p:tavLst>
                                    </p:anim>
                                    <p:anim calcmode="lin" valueType="num">
                                      <p:cBhvr additive="base">
                                        <p:cTn dur="200"/>
                                        <p:tgtEl>
                                          <p:spTgt spid="2864"/>
                                        </p:tgtEl>
                                        <p:attrNameLst>
                                          <p:attrName>ppt_h</p:attrName>
                                        </p:attrNameLst>
                                      </p:cBhvr>
                                      <p:tavLst>
                                        <p:tav fmla="" tm="0">
                                          <p:val>
                                            <p:strVal val="0"/>
                                          </p:val>
                                        </p:tav>
                                        <p:tav fmla="" tm="100000">
                                          <p:val>
                                            <p:strVal val="#ppt_h"/>
                                          </p:val>
                                        </p:tav>
                                      </p:tavLst>
                                    </p:anim>
                                  </p:childTnLst>
                                </p:cTn>
                              </p:par>
                            </p:childTnLst>
                          </p:cTn>
                        </p:par>
                        <p:par>
                          <p:cTn fill="hold">
                            <p:stCondLst>
                              <p:cond delay="5400"/>
                            </p:stCondLst>
                            <p:childTnLst>
                              <p:par>
                                <p:cTn fill="hold" nodeType="afterEffect" presetClass="entr" presetID="23" presetSubtype="16">
                                  <p:stCondLst>
                                    <p:cond delay="0"/>
                                  </p:stCondLst>
                                  <p:childTnLst>
                                    <p:set>
                                      <p:cBhvr>
                                        <p:cTn dur="1" fill="hold">
                                          <p:stCondLst>
                                            <p:cond delay="0"/>
                                          </p:stCondLst>
                                        </p:cTn>
                                        <p:tgtEl>
                                          <p:spTgt spid="2865"/>
                                        </p:tgtEl>
                                        <p:attrNameLst>
                                          <p:attrName>style.visibility</p:attrName>
                                        </p:attrNameLst>
                                      </p:cBhvr>
                                      <p:to>
                                        <p:strVal val="visible"/>
                                      </p:to>
                                    </p:set>
                                    <p:anim calcmode="lin" valueType="num">
                                      <p:cBhvr additive="base">
                                        <p:cTn dur="200"/>
                                        <p:tgtEl>
                                          <p:spTgt spid="2865"/>
                                        </p:tgtEl>
                                        <p:attrNameLst>
                                          <p:attrName>ppt_w</p:attrName>
                                        </p:attrNameLst>
                                      </p:cBhvr>
                                      <p:tavLst>
                                        <p:tav fmla="" tm="0">
                                          <p:val>
                                            <p:strVal val="0"/>
                                          </p:val>
                                        </p:tav>
                                        <p:tav fmla="" tm="100000">
                                          <p:val>
                                            <p:strVal val="#ppt_w"/>
                                          </p:val>
                                        </p:tav>
                                      </p:tavLst>
                                    </p:anim>
                                    <p:anim calcmode="lin" valueType="num">
                                      <p:cBhvr additive="base">
                                        <p:cTn dur="200"/>
                                        <p:tgtEl>
                                          <p:spTgt spid="2865"/>
                                        </p:tgtEl>
                                        <p:attrNameLst>
                                          <p:attrName>ppt_h</p:attrName>
                                        </p:attrNameLst>
                                      </p:cBhvr>
                                      <p:tavLst>
                                        <p:tav fmla="" tm="0">
                                          <p:val>
                                            <p:strVal val="0"/>
                                          </p:val>
                                        </p:tav>
                                        <p:tav fmla="" tm="100000">
                                          <p:val>
                                            <p:strVal val="#ppt_h"/>
                                          </p:val>
                                        </p:tav>
                                      </p:tavLst>
                                    </p:anim>
                                  </p:childTnLst>
                                </p:cTn>
                              </p:par>
                            </p:childTnLst>
                          </p:cTn>
                        </p:par>
                        <p:par>
                          <p:cTn fill="hold">
                            <p:stCondLst>
                              <p:cond delay="5600"/>
                            </p:stCondLst>
                            <p:childTnLst>
                              <p:par>
                                <p:cTn fill="hold" nodeType="afterEffect" presetClass="entr" presetID="23" presetSubtype="16">
                                  <p:stCondLst>
                                    <p:cond delay="0"/>
                                  </p:stCondLst>
                                  <p:childTnLst>
                                    <p:set>
                                      <p:cBhvr>
                                        <p:cTn dur="1" fill="hold">
                                          <p:stCondLst>
                                            <p:cond delay="0"/>
                                          </p:stCondLst>
                                        </p:cTn>
                                        <p:tgtEl>
                                          <p:spTgt spid="2856"/>
                                        </p:tgtEl>
                                        <p:attrNameLst>
                                          <p:attrName>style.visibility</p:attrName>
                                        </p:attrNameLst>
                                      </p:cBhvr>
                                      <p:to>
                                        <p:strVal val="visible"/>
                                      </p:to>
                                    </p:set>
                                    <p:anim calcmode="lin" valueType="num">
                                      <p:cBhvr additive="base">
                                        <p:cTn dur="200"/>
                                        <p:tgtEl>
                                          <p:spTgt spid="2856"/>
                                        </p:tgtEl>
                                        <p:attrNameLst>
                                          <p:attrName>ppt_w</p:attrName>
                                        </p:attrNameLst>
                                      </p:cBhvr>
                                      <p:tavLst>
                                        <p:tav fmla="" tm="0">
                                          <p:val>
                                            <p:strVal val="0"/>
                                          </p:val>
                                        </p:tav>
                                        <p:tav fmla="" tm="100000">
                                          <p:val>
                                            <p:strVal val="#ppt_w"/>
                                          </p:val>
                                        </p:tav>
                                      </p:tavLst>
                                    </p:anim>
                                    <p:anim calcmode="lin" valueType="num">
                                      <p:cBhvr additive="base">
                                        <p:cTn dur="200"/>
                                        <p:tgtEl>
                                          <p:spTgt spid="2856"/>
                                        </p:tgtEl>
                                        <p:attrNameLst>
                                          <p:attrName>ppt_h</p:attrName>
                                        </p:attrNameLst>
                                      </p:cBhvr>
                                      <p:tavLst>
                                        <p:tav fmla="" tm="0">
                                          <p:val>
                                            <p:strVal val="0"/>
                                          </p:val>
                                        </p:tav>
                                        <p:tav fmla="" tm="100000">
                                          <p:val>
                                            <p:strVal val="#ppt_h"/>
                                          </p:val>
                                        </p:tav>
                                      </p:tavLst>
                                    </p:anim>
                                  </p:childTnLst>
                                </p:cTn>
                              </p:par>
                            </p:childTnLst>
                          </p:cTn>
                        </p:par>
                        <p:par>
                          <p:cTn fill="hold">
                            <p:stCondLst>
                              <p:cond delay="5800"/>
                            </p:stCondLst>
                            <p:childTnLst>
                              <p:par>
                                <p:cTn fill="hold" nodeType="afterEffect" presetClass="entr" presetID="23" presetSubtype="16">
                                  <p:stCondLst>
                                    <p:cond delay="0"/>
                                  </p:stCondLst>
                                  <p:childTnLst>
                                    <p:set>
                                      <p:cBhvr>
                                        <p:cTn dur="1" fill="hold">
                                          <p:stCondLst>
                                            <p:cond delay="0"/>
                                          </p:stCondLst>
                                        </p:cTn>
                                        <p:tgtEl>
                                          <p:spTgt spid="2882"/>
                                        </p:tgtEl>
                                        <p:attrNameLst>
                                          <p:attrName>style.visibility</p:attrName>
                                        </p:attrNameLst>
                                      </p:cBhvr>
                                      <p:to>
                                        <p:strVal val="visible"/>
                                      </p:to>
                                    </p:set>
                                    <p:anim calcmode="lin" valueType="num">
                                      <p:cBhvr additive="base">
                                        <p:cTn dur="200"/>
                                        <p:tgtEl>
                                          <p:spTgt spid="2882"/>
                                        </p:tgtEl>
                                        <p:attrNameLst>
                                          <p:attrName>ppt_w</p:attrName>
                                        </p:attrNameLst>
                                      </p:cBhvr>
                                      <p:tavLst>
                                        <p:tav fmla="" tm="0">
                                          <p:val>
                                            <p:strVal val="0"/>
                                          </p:val>
                                        </p:tav>
                                        <p:tav fmla="" tm="100000">
                                          <p:val>
                                            <p:strVal val="#ppt_w"/>
                                          </p:val>
                                        </p:tav>
                                      </p:tavLst>
                                    </p:anim>
                                    <p:anim calcmode="lin" valueType="num">
                                      <p:cBhvr additive="base">
                                        <p:cTn dur="200"/>
                                        <p:tgtEl>
                                          <p:spTgt spid="2882"/>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23" presetSubtype="16">
                                  <p:stCondLst>
                                    <p:cond delay="0"/>
                                  </p:stCondLst>
                                  <p:childTnLst>
                                    <p:set>
                                      <p:cBhvr>
                                        <p:cTn dur="1" fill="hold">
                                          <p:stCondLst>
                                            <p:cond delay="0"/>
                                          </p:stCondLst>
                                        </p:cTn>
                                        <p:tgtEl>
                                          <p:spTgt spid="2879"/>
                                        </p:tgtEl>
                                        <p:attrNameLst>
                                          <p:attrName>style.visibility</p:attrName>
                                        </p:attrNameLst>
                                      </p:cBhvr>
                                      <p:to>
                                        <p:strVal val="visible"/>
                                      </p:to>
                                    </p:set>
                                    <p:anim calcmode="lin" valueType="num">
                                      <p:cBhvr additive="base">
                                        <p:cTn dur="200"/>
                                        <p:tgtEl>
                                          <p:spTgt spid="2879"/>
                                        </p:tgtEl>
                                        <p:attrNameLst>
                                          <p:attrName>ppt_w</p:attrName>
                                        </p:attrNameLst>
                                      </p:cBhvr>
                                      <p:tavLst>
                                        <p:tav fmla="" tm="0">
                                          <p:val>
                                            <p:strVal val="0"/>
                                          </p:val>
                                        </p:tav>
                                        <p:tav fmla="" tm="100000">
                                          <p:val>
                                            <p:strVal val="#ppt_w"/>
                                          </p:val>
                                        </p:tav>
                                      </p:tavLst>
                                    </p:anim>
                                    <p:anim calcmode="lin" valueType="num">
                                      <p:cBhvr additive="base">
                                        <p:cTn dur="200"/>
                                        <p:tgtEl>
                                          <p:spTgt spid="2879"/>
                                        </p:tgtEl>
                                        <p:attrNameLst>
                                          <p:attrName>ppt_h</p:attrName>
                                        </p:attrNameLst>
                                      </p:cBhvr>
                                      <p:tavLst>
                                        <p:tav fmla="" tm="0">
                                          <p:val>
                                            <p:strVal val="0"/>
                                          </p:val>
                                        </p:tav>
                                        <p:tav fmla="" tm="100000">
                                          <p:val>
                                            <p:strVal val="#ppt_h"/>
                                          </p:val>
                                        </p:tav>
                                      </p:tavLst>
                                    </p:anim>
                                  </p:childTnLst>
                                </p:cTn>
                              </p:par>
                            </p:childTnLst>
                          </p:cTn>
                        </p:par>
                        <p:par>
                          <p:cTn fill="hold">
                            <p:stCondLst>
                              <p:cond delay="6200"/>
                            </p:stCondLst>
                            <p:childTnLst>
                              <p:par>
                                <p:cTn fill="hold" nodeType="afterEffect" presetClass="entr" presetID="23" presetSubtype="16">
                                  <p:stCondLst>
                                    <p:cond delay="0"/>
                                  </p:stCondLst>
                                  <p:childTnLst>
                                    <p:set>
                                      <p:cBhvr>
                                        <p:cTn dur="1" fill="hold">
                                          <p:stCondLst>
                                            <p:cond delay="0"/>
                                          </p:stCondLst>
                                        </p:cTn>
                                        <p:tgtEl>
                                          <p:spTgt spid="2884"/>
                                        </p:tgtEl>
                                        <p:attrNameLst>
                                          <p:attrName>style.visibility</p:attrName>
                                        </p:attrNameLst>
                                      </p:cBhvr>
                                      <p:to>
                                        <p:strVal val="visible"/>
                                      </p:to>
                                    </p:set>
                                    <p:anim calcmode="lin" valueType="num">
                                      <p:cBhvr additive="base">
                                        <p:cTn dur="200"/>
                                        <p:tgtEl>
                                          <p:spTgt spid="2884"/>
                                        </p:tgtEl>
                                        <p:attrNameLst>
                                          <p:attrName>ppt_w</p:attrName>
                                        </p:attrNameLst>
                                      </p:cBhvr>
                                      <p:tavLst>
                                        <p:tav fmla="" tm="0">
                                          <p:val>
                                            <p:strVal val="0"/>
                                          </p:val>
                                        </p:tav>
                                        <p:tav fmla="" tm="100000">
                                          <p:val>
                                            <p:strVal val="#ppt_w"/>
                                          </p:val>
                                        </p:tav>
                                      </p:tavLst>
                                    </p:anim>
                                    <p:anim calcmode="lin" valueType="num">
                                      <p:cBhvr additive="base">
                                        <p:cTn dur="200"/>
                                        <p:tgtEl>
                                          <p:spTgt spid="2884"/>
                                        </p:tgtEl>
                                        <p:attrNameLst>
                                          <p:attrName>ppt_h</p:attrName>
                                        </p:attrNameLst>
                                      </p:cBhvr>
                                      <p:tavLst>
                                        <p:tav fmla="" tm="0">
                                          <p:val>
                                            <p:strVal val="0"/>
                                          </p:val>
                                        </p:tav>
                                        <p:tav fmla="" tm="100000">
                                          <p:val>
                                            <p:strVal val="#ppt_h"/>
                                          </p:val>
                                        </p:tav>
                                      </p:tavLst>
                                    </p:anim>
                                  </p:childTnLst>
                                </p:cTn>
                              </p:par>
                            </p:childTnLst>
                          </p:cTn>
                        </p:par>
                        <p:par>
                          <p:cTn fill="hold">
                            <p:stCondLst>
                              <p:cond delay="6400"/>
                            </p:stCondLst>
                            <p:childTnLst>
                              <p:par>
                                <p:cTn fill="hold" nodeType="afterEffect" presetClass="entr" presetID="23" presetSubtype="16">
                                  <p:stCondLst>
                                    <p:cond delay="0"/>
                                  </p:stCondLst>
                                  <p:childTnLst>
                                    <p:set>
                                      <p:cBhvr>
                                        <p:cTn dur="1" fill="hold">
                                          <p:stCondLst>
                                            <p:cond delay="0"/>
                                          </p:stCondLst>
                                        </p:cTn>
                                        <p:tgtEl>
                                          <p:spTgt spid="2881"/>
                                        </p:tgtEl>
                                        <p:attrNameLst>
                                          <p:attrName>style.visibility</p:attrName>
                                        </p:attrNameLst>
                                      </p:cBhvr>
                                      <p:to>
                                        <p:strVal val="visible"/>
                                      </p:to>
                                    </p:set>
                                    <p:anim calcmode="lin" valueType="num">
                                      <p:cBhvr additive="base">
                                        <p:cTn dur="200"/>
                                        <p:tgtEl>
                                          <p:spTgt spid="2881"/>
                                        </p:tgtEl>
                                        <p:attrNameLst>
                                          <p:attrName>ppt_w</p:attrName>
                                        </p:attrNameLst>
                                      </p:cBhvr>
                                      <p:tavLst>
                                        <p:tav fmla="" tm="0">
                                          <p:val>
                                            <p:strVal val="0"/>
                                          </p:val>
                                        </p:tav>
                                        <p:tav fmla="" tm="100000">
                                          <p:val>
                                            <p:strVal val="#ppt_w"/>
                                          </p:val>
                                        </p:tav>
                                      </p:tavLst>
                                    </p:anim>
                                    <p:anim calcmode="lin" valueType="num">
                                      <p:cBhvr additive="base">
                                        <p:cTn dur="200"/>
                                        <p:tgtEl>
                                          <p:spTgt spid="2881"/>
                                        </p:tgtEl>
                                        <p:attrNameLst>
                                          <p:attrName>ppt_h</p:attrName>
                                        </p:attrNameLst>
                                      </p:cBhvr>
                                      <p:tavLst>
                                        <p:tav fmla="" tm="0">
                                          <p:val>
                                            <p:strVal val="0"/>
                                          </p:val>
                                        </p:tav>
                                        <p:tav fmla="" tm="100000">
                                          <p:val>
                                            <p:strVal val="#ppt_h"/>
                                          </p:val>
                                        </p:tav>
                                      </p:tavLst>
                                    </p:anim>
                                  </p:childTnLst>
                                </p:cTn>
                              </p:par>
                            </p:childTnLst>
                          </p:cTn>
                        </p:par>
                        <p:par>
                          <p:cTn fill="hold">
                            <p:stCondLst>
                              <p:cond delay="6600"/>
                            </p:stCondLst>
                            <p:childTnLst>
                              <p:par>
                                <p:cTn fill="hold" nodeType="afterEffect" presetClass="entr" presetID="23" presetSubtype="16">
                                  <p:stCondLst>
                                    <p:cond delay="0"/>
                                  </p:stCondLst>
                                  <p:childTnLst>
                                    <p:set>
                                      <p:cBhvr>
                                        <p:cTn dur="1" fill="hold">
                                          <p:stCondLst>
                                            <p:cond delay="0"/>
                                          </p:stCondLst>
                                        </p:cTn>
                                        <p:tgtEl>
                                          <p:spTgt spid="2885"/>
                                        </p:tgtEl>
                                        <p:attrNameLst>
                                          <p:attrName>style.visibility</p:attrName>
                                        </p:attrNameLst>
                                      </p:cBhvr>
                                      <p:to>
                                        <p:strVal val="visible"/>
                                      </p:to>
                                    </p:set>
                                    <p:anim calcmode="lin" valueType="num">
                                      <p:cBhvr additive="base">
                                        <p:cTn dur="200"/>
                                        <p:tgtEl>
                                          <p:spTgt spid="2885"/>
                                        </p:tgtEl>
                                        <p:attrNameLst>
                                          <p:attrName>ppt_w</p:attrName>
                                        </p:attrNameLst>
                                      </p:cBhvr>
                                      <p:tavLst>
                                        <p:tav fmla="" tm="0">
                                          <p:val>
                                            <p:strVal val="0"/>
                                          </p:val>
                                        </p:tav>
                                        <p:tav fmla="" tm="100000">
                                          <p:val>
                                            <p:strVal val="#ppt_w"/>
                                          </p:val>
                                        </p:tav>
                                      </p:tavLst>
                                    </p:anim>
                                    <p:anim calcmode="lin" valueType="num">
                                      <p:cBhvr additive="base">
                                        <p:cTn dur="200"/>
                                        <p:tgtEl>
                                          <p:spTgt spid="2885"/>
                                        </p:tgtEl>
                                        <p:attrNameLst>
                                          <p:attrName>ppt_h</p:attrName>
                                        </p:attrNameLst>
                                      </p:cBhvr>
                                      <p:tavLst>
                                        <p:tav fmla="" tm="0">
                                          <p:val>
                                            <p:strVal val="0"/>
                                          </p:val>
                                        </p:tav>
                                        <p:tav fmla="" tm="100000">
                                          <p:val>
                                            <p:strVal val="#ppt_h"/>
                                          </p:val>
                                        </p:tav>
                                      </p:tavLst>
                                    </p:anim>
                                  </p:childTnLst>
                                </p:cTn>
                              </p:par>
                            </p:childTnLst>
                          </p:cTn>
                        </p:par>
                        <p:par>
                          <p:cTn fill="hold">
                            <p:stCondLst>
                              <p:cond delay="6800"/>
                            </p:stCondLst>
                            <p:childTnLst>
                              <p:par>
                                <p:cTn fill="hold" nodeType="afterEffect" presetClass="entr" presetID="23" presetSubtype="16">
                                  <p:stCondLst>
                                    <p:cond delay="0"/>
                                  </p:stCondLst>
                                  <p:childTnLst>
                                    <p:set>
                                      <p:cBhvr>
                                        <p:cTn dur="1" fill="hold">
                                          <p:stCondLst>
                                            <p:cond delay="0"/>
                                          </p:stCondLst>
                                        </p:cTn>
                                        <p:tgtEl>
                                          <p:spTgt spid="2886"/>
                                        </p:tgtEl>
                                        <p:attrNameLst>
                                          <p:attrName>style.visibility</p:attrName>
                                        </p:attrNameLst>
                                      </p:cBhvr>
                                      <p:to>
                                        <p:strVal val="visible"/>
                                      </p:to>
                                    </p:set>
                                    <p:anim calcmode="lin" valueType="num">
                                      <p:cBhvr additive="base">
                                        <p:cTn dur="200"/>
                                        <p:tgtEl>
                                          <p:spTgt spid="2886"/>
                                        </p:tgtEl>
                                        <p:attrNameLst>
                                          <p:attrName>ppt_w</p:attrName>
                                        </p:attrNameLst>
                                      </p:cBhvr>
                                      <p:tavLst>
                                        <p:tav fmla="" tm="0">
                                          <p:val>
                                            <p:strVal val="0"/>
                                          </p:val>
                                        </p:tav>
                                        <p:tav fmla="" tm="100000">
                                          <p:val>
                                            <p:strVal val="#ppt_w"/>
                                          </p:val>
                                        </p:tav>
                                      </p:tavLst>
                                    </p:anim>
                                    <p:anim calcmode="lin" valueType="num">
                                      <p:cBhvr additive="base">
                                        <p:cTn dur="200"/>
                                        <p:tgtEl>
                                          <p:spTgt spid="2886"/>
                                        </p:tgtEl>
                                        <p:attrNameLst>
                                          <p:attrName>ppt_h</p:attrName>
                                        </p:attrNameLst>
                                      </p:cBhvr>
                                      <p:tavLst>
                                        <p:tav fmla="" tm="0">
                                          <p:val>
                                            <p:strVal val="0"/>
                                          </p:val>
                                        </p:tav>
                                        <p:tav fmla="" tm="100000">
                                          <p:val>
                                            <p:strVal val="#ppt_h"/>
                                          </p:val>
                                        </p:tav>
                                      </p:tavLst>
                                    </p:anim>
                                  </p:childTnLst>
                                </p:cTn>
                              </p:par>
                            </p:childTnLst>
                          </p:cTn>
                        </p:par>
                        <p:par>
                          <p:cTn fill="hold">
                            <p:stCondLst>
                              <p:cond delay="7000"/>
                            </p:stCondLst>
                            <p:childTnLst>
                              <p:par>
                                <p:cTn fill="hold" nodeType="afterEffect" presetClass="entr" presetID="23" presetSubtype="16">
                                  <p:stCondLst>
                                    <p:cond delay="0"/>
                                  </p:stCondLst>
                                  <p:childTnLst>
                                    <p:set>
                                      <p:cBhvr>
                                        <p:cTn dur="1" fill="hold">
                                          <p:stCondLst>
                                            <p:cond delay="0"/>
                                          </p:stCondLst>
                                        </p:cTn>
                                        <p:tgtEl>
                                          <p:spTgt spid="2883"/>
                                        </p:tgtEl>
                                        <p:attrNameLst>
                                          <p:attrName>style.visibility</p:attrName>
                                        </p:attrNameLst>
                                      </p:cBhvr>
                                      <p:to>
                                        <p:strVal val="visible"/>
                                      </p:to>
                                    </p:set>
                                    <p:anim calcmode="lin" valueType="num">
                                      <p:cBhvr additive="base">
                                        <p:cTn dur="200"/>
                                        <p:tgtEl>
                                          <p:spTgt spid="2883"/>
                                        </p:tgtEl>
                                        <p:attrNameLst>
                                          <p:attrName>ppt_w</p:attrName>
                                        </p:attrNameLst>
                                      </p:cBhvr>
                                      <p:tavLst>
                                        <p:tav fmla="" tm="0">
                                          <p:val>
                                            <p:strVal val="0"/>
                                          </p:val>
                                        </p:tav>
                                        <p:tav fmla="" tm="100000">
                                          <p:val>
                                            <p:strVal val="#ppt_w"/>
                                          </p:val>
                                        </p:tav>
                                      </p:tavLst>
                                    </p:anim>
                                    <p:anim calcmode="lin" valueType="num">
                                      <p:cBhvr additive="base">
                                        <p:cTn dur="200"/>
                                        <p:tgtEl>
                                          <p:spTgt spid="2883"/>
                                        </p:tgtEl>
                                        <p:attrNameLst>
                                          <p:attrName>ppt_h</p:attrName>
                                        </p:attrNameLst>
                                      </p:cBhvr>
                                      <p:tavLst>
                                        <p:tav fmla="" tm="0">
                                          <p:val>
                                            <p:strVal val="0"/>
                                          </p:val>
                                        </p:tav>
                                        <p:tav fmla="" tm="100000">
                                          <p:val>
                                            <p:strVal val="#ppt_h"/>
                                          </p:val>
                                        </p:tav>
                                      </p:tavLst>
                                    </p:anim>
                                  </p:childTnLst>
                                </p:cTn>
                              </p:par>
                            </p:childTnLst>
                          </p:cTn>
                        </p:par>
                        <p:par>
                          <p:cTn fill="hold">
                            <p:stCondLst>
                              <p:cond delay="7200"/>
                            </p:stCondLst>
                            <p:childTnLst>
                              <p:par>
                                <p:cTn fill="hold" nodeType="afterEffect" presetClass="entr" presetID="23" presetSubtype="16">
                                  <p:stCondLst>
                                    <p:cond delay="0"/>
                                  </p:stCondLst>
                                  <p:childTnLst>
                                    <p:set>
                                      <p:cBhvr>
                                        <p:cTn dur="1" fill="hold">
                                          <p:stCondLst>
                                            <p:cond delay="0"/>
                                          </p:stCondLst>
                                        </p:cTn>
                                        <p:tgtEl>
                                          <p:spTgt spid="2880"/>
                                        </p:tgtEl>
                                        <p:attrNameLst>
                                          <p:attrName>style.visibility</p:attrName>
                                        </p:attrNameLst>
                                      </p:cBhvr>
                                      <p:to>
                                        <p:strVal val="visible"/>
                                      </p:to>
                                    </p:set>
                                    <p:anim calcmode="lin" valueType="num">
                                      <p:cBhvr additive="base">
                                        <p:cTn dur="200"/>
                                        <p:tgtEl>
                                          <p:spTgt spid="2880"/>
                                        </p:tgtEl>
                                        <p:attrNameLst>
                                          <p:attrName>ppt_w</p:attrName>
                                        </p:attrNameLst>
                                      </p:cBhvr>
                                      <p:tavLst>
                                        <p:tav fmla="" tm="0">
                                          <p:val>
                                            <p:strVal val="0"/>
                                          </p:val>
                                        </p:tav>
                                        <p:tav fmla="" tm="100000">
                                          <p:val>
                                            <p:strVal val="#ppt_w"/>
                                          </p:val>
                                        </p:tav>
                                      </p:tavLst>
                                    </p:anim>
                                    <p:anim calcmode="lin" valueType="num">
                                      <p:cBhvr additive="base">
                                        <p:cTn dur="200"/>
                                        <p:tgtEl>
                                          <p:spTgt spid="288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1" name="Shape 2891"/>
        <p:cNvGrpSpPr/>
        <p:nvPr/>
      </p:nvGrpSpPr>
      <p:grpSpPr>
        <a:xfrm>
          <a:off x="0" y="0"/>
          <a:ext cx="0" cy="0"/>
          <a:chOff x="0" y="0"/>
          <a:chExt cx="0" cy="0"/>
        </a:xfrm>
      </p:grpSpPr>
      <p:sp>
        <p:nvSpPr>
          <p:cNvPr id="2892" name="Google Shape;2892;p115"/>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Resilient role model to do list</a:t>
            </a:r>
            <a:endParaRPr sz="3200">
              <a:solidFill>
                <a:srgbClr val="212121"/>
              </a:solidFill>
              <a:latin typeface="Luckiest Guy"/>
              <a:ea typeface="Luckiest Guy"/>
              <a:cs typeface="Luckiest Guy"/>
              <a:sym typeface="Luckiest Guy"/>
            </a:endParaRPr>
          </a:p>
        </p:txBody>
      </p:sp>
      <p:sp>
        <p:nvSpPr>
          <p:cNvPr id="2893" name="Google Shape;2893;p115"/>
          <p:cNvSpPr txBox="1"/>
          <p:nvPr>
            <p:ph idx="1" type="subTitle"/>
          </p:nvPr>
        </p:nvSpPr>
        <p:spPr>
          <a:xfrm>
            <a:off x="770575" y="1167425"/>
            <a:ext cx="7875000" cy="32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12121"/>
                </a:solidFill>
                <a:latin typeface="Jost"/>
                <a:ea typeface="Jost"/>
                <a:cs typeface="Jost"/>
                <a:sym typeface="Jost"/>
              </a:rPr>
              <a:t>✅	Planning Doc should be finished - please get this checked today if you havent already.</a:t>
            </a:r>
            <a:endParaRPr sz="1800">
              <a:solidFill>
                <a:srgbClr val="212121"/>
              </a:solidFill>
              <a:latin typeface="Jost"/>
              <a:ea typeface="Jost"/>
              <a:cs typeface="Jost"/>
              <a:sym typeface="Jost"/>
            </a:endParaRPr>
          </a:p>
          <a:p>
            <a:pPr indent="0" lvl="0" marL="0" rtl="0" algn="l">
              <a:spcBef>
                <a:spcPts val="0"/>
              </a:spcBef>
              <a:spcAft>
                <a:spcPts val="0"/>
              </a:spcAft>
              <a:buNone/>
            </a:pPr>
            <a:r>
              <a:rPr b="1" lang="en" sz="1800">
                <a:solidFill>
                  <a:srgbClr val="212121"/>
                </a:solidFill>
                <a:latin typeface="Jost"/>
                <a:ea typeface="Jost"/>
                <a:cs typeface="Jost"/>
                <a:sym typeface="Jost"/>
              </a:rPr>
              <a:t>REMINDER you need to focus on your role model going through one significant change, there can be other changes along the way but you need to have to base your assessment one</a:t>
            </a:r>
            <a:endParaRPr b="1"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Start writing your assessment:</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use the writing structure in your Google Drive&gt; L2HEA Folder &gt; Structure 2.2 and the word bank on slide 61 to complete your essay</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For each paragraph you complete get this checked/signed off by Mrs Tamihere</a:t>
            </a:r>
            <a:endParaRPr sz="1800">
              <a:solidFill>
                <a:srgbClr val="212121"/>
              </a:solidFill>
              <a:latin typeface="Jost"/>
              <a:ea typeface="Jost"/>
              <a:cs typeface="Jost"/>
              <a:sym typeface="Jost"/>
            </a:endParaRPr>
          </a:p>
          <a:p>
            <a:pPr indent="0" lvl="0" marL="0" rtl="0" algn="l">
              <a:spcBef>
                <a:spcPts val="0"/>
              </a:spcBef>
              <a:spcAft>
                <a:spcPts val="0"/>
              </a:spcAft>
              <a:buNone/>
            </a:pPr>
            <a:r>
              <a:rPr lang="en" sz="1800">
                <a:solidFill>
                  <a:srgbClr val="212121"/>
                </a:solidFill>
                <a:latin typeface="Jost"/>
                <a:ea typeface="Jost"/>
                <a:cs typeface="Jost"/>
                <a:sym typeface="Jost"/>
              </a:rPr>
              <a:t>✅	Complete one on one with Mrs Tamihere - Teina and Sinclair only!</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7" name="Shape 2897"/>
        <p:cNvGrpSpPr/>
        <p:nvPr/>
      </p:nvGrpSpPr>
      <p:grpSpPr>
        <a:xfrm>
          <a:off x="0" y="0"/>
          <a:ext cx="0" cy="0"/>
          <a:chOff x="0" y="0"/>
          <a:chExt cx="0" cy="0"/>
        </a:xfrm>
      </p:grpSpPr>
      <p:sp>
        <p:nvSpPr>
          <p:cNvPr id="2898" name="Google Shape;2898;p116"/>
          <p:cNvSpPr txBox="1"/>
          <p:nvPr>
            <p:ph type="ctrTitle"/>
          </p:nvPr>
        </p:nvSpPr>
        <p:spPr>
          <a:xfrm>
            <a:off x="2194950" y="481575"/>
            <a:ext cx="4746300" cy="20526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121"/>
                </a:solidFill>
                <a:latin typeface="Luckiest Guy"/>
                <a:ea typeface="Luckiest Guy"/>
                <a:cs typeface="Luckiest Guy"/>
                <a:sym typeface="Luckiest Guy"/>
              </a:rPr>
              <a:t>L2 health</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Do now</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mon 10/3</a:t>
            </a:r>
            <a:endParaRPr>
              <a:solidFill>
                <a:srgbClr val="212121"/>
              </a:solidFill>
              <a:latin typeface="Luckiest Guy"/>
              <a:ea typeface="Luckiest Guy"/>
              <a:cs typeface="Luckiest Guy"/>
              <a:sym typeface="Luckiest Guy"/>
            </a:endParaRPr>
          </a:p>
        </p:txBody>
      </p:sp>
      <p:sp>
        <p:nvSpPr>
          <p:cNvPr id="2899" name="Google Shape;2899;p116"/>
          <p:cNvSpPr txBox="1"/>
          <p:nvPr>
            <p:ph idx="1" type="subTitle"/>
          </p:nvPr>
        </p:nvSpPr>
        <p:spPr>
          <a:xfrm>
            <a:off x="1540775" y="2610375"/>
            <a:ext cx="5718600" cy="1875000"/>
          </a:xfrm>
          <a:prstGeom prst="rect">
            <a:avLst/>
          </a:prstGeom>
        </p:spPr>
        <p:txBody>
          <a:bodyPr anchorCtr="0" anchor="t" bIns="91425" lIns="91425" spcFirstLastPara="1" rIns="91425" wrap="square" tIns="91425">
            <a:noAutofit/>
          </a:bodyPr>
          <a:lstStyle/>
          <a:p>
            <a:pPr indent="-342900" lvl="0" marL="457200" rtl="0" algn="ctr">
              <a:spcBef>
                <a:spcPts val="0"/>
              </a:spcBef>
              <a:spcAft>
                <a:spcPts val="0"/>
              </a:spcAft>
              <a:buSzPts val="1800"/>
              <a:buFont typeface="Jost"/>
              <a:buAutoNum type="arabicPeriod"/>
            </a:pPr>
            <a:r>
              <a:rPr lang="en">
                <a:latin typeface="Jost"/>
                <a:ea typeface="Jost"/>
                <a:cs typeface="Jost"/>
                <a:sym typeface="Jost"/>
              </a:rPr>
              <a:t>Have you completed your PLPP in Whanau Mentor?</a:t>
            </a:r>
            <a:endParaRPr>
              <a:latin typeface="Jost"/>
              <a:ea typeface="Jost"/>
              <a:cs typeface="Jost"/>
              <a:sym typeface="Jost"/>
            </a:endParaRPr>
          </a:p>
          <a:p>
            <a:pPr indent="-342900" lvl="0" marL="457200" rtl="0" algn="ctr">
              <a:spcBef>
                <a:spcPts val="0"/>
              </a:spcBef>
              <a:spcAft>
                <a:spcPts val="0"/>
              </a:spcAft>
              <a:buSzPts val="1800"/>
              <a:buFont typeface="Jost"/>
              <a:buAutoNum type="arabicPeriod"/>
            </a:pPr>
            <a:r>
              <a:rPr lang="en">
                <a:latin typeface="Jost"/>
                <a:ea typeface="Jost"/>
                <a:cs typeface="Jost"/>
                <a:sym typeface="Jost"/>
              </a:rPr>
              <a:t>If not, please see me to do this.</a:t>
            </a:r>
            <a:endParaRPr>
              <a:latin typeface="Jost"/>
              <a:ea typeface="Jost"/>
              <a:cs typeface="Jost"/>
              <a:sym typeface="Jost"/>
            </a:endParaRPr>
          </a:p>
          <a:p>
            <a:pPr indent="-342900" lvl="0" marL="457200" rtl="0" algn="ctr">
              <a:spcBef>
                <a:spcPts val="0"/>
              </a:spcBef>
              <a:spcAft>
                <a:spcPts val="0"/>
              </a:spcAft>
              <a:buSzPts val="1800"/>
              <a:buFont typeface="Jost"/>
              <a:buAutoNum type="arabicPeriod"/>
            </a:pPr>
            <a:r>
              <a:rPr lang="en">
                <a:latin typeface="Jost"/>
                <a:ea typeface="Jost"/>
                <a:cs typeface="Jost"/>
                <a:sym typeface="Jost"/>
              </a:rPr>
              <a:t>If yes, when your PLPP is presented at LPC in Week 8 what would you like to discuss with your whanau about your learning pathway - write this down</a:t>
            </a:r>
            <a:endParaRPr>
              <a:latin typeface="Jost"/>
              <a:ea typeface="Jost"/>
              <a:cs typeface="Jost"/>
              <a:sym typeface="Jost"/>
            </a:endParaRPr>
          </a:p>
        </p:txBody>
      </p:sp>
      <p:sp>
        <p:nvSpPr>
          <p:cNvPr id="2900" name="Google Shape;2900;p116"/>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116"/>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116"/>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116"/>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116"/>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116"/>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116"/>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116"/>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116"/>
          <p:cNvSpPr/>
          <p:nvPr/>
        </p:nvSpPr>
        <p:spPr>
          <a:xfrm rot="10800000">
            <a:off x="680965" y="269200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116"/>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116"/>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116"/>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116"/>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116"/>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116"/>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116"/>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116"/>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116"/>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116"/>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116"/>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116"/>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116"/>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116"/>
          <p:cNvSpPr/>
          <p:nvPr/>
        </p:nvSpPr>
        <p:spPr>
          <a:xfrm rot="10800000">
            <a:off x="2069765" y="-76210"/>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116"/>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116"/>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116"/>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116"/>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116"/>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116"/>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116"/>
          <p:cNvSpPr/>
          <p:nvPr/>
        </p:nvSpPr>
        <p:spPr>
          <a:xfrm>
            <a:off x="8652474" y="316885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116"/>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116"/>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116"/>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116"/>
          <p:cNvSpPr/>
          <p:nvPr/>
        </p:nvSpPr>
        <p:spPr>
          <a:xfrm>
            <a:off x="7822482" y="3491070"/>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116"/>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2935" name="Google Shape;2935;p116" title="10 Minute Timer">
            <a:hlinkClick r:id="rId3"/>
          </p:cNvPr>
          <p:cNvPicPr preferRelativeResize="0"/>
          <p:nvPr/>
        </p:nvPicPr>
        <p:blipFill>
          <a:blip r:embed="rId4">
            <a:alphaModFix/>
          </a:blip>
          <a:stretch>
            <a:fillRect/>
          </a:stretch>
        </p:blipFill>
        <p:spPr>
          <a:xfrm>
            <a:off x="6695538" y="656137"/>
            <a:ext cx="1716525" cy="965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15"/>
                                        </p:tgtEl>
                                        <p:attrNameLst>
                                          <p:attrName>style.visibility</p:attrName>
                                        </p:attrNameLst>
                                      </p:cBhvr>
                                      <p:to>
                                        <p:strVal val="visible"/>
                                      </p:to>
                                    </p:set>
                                    <p:anim calcmode="lin" valueType="num">
                                      <p:cBhvr additive="base">
                                        <p:cTn dur="200"/>
                                        <p:tgtEl>
                                          <p:spTgt spid="2915"/>
                                        </p:tgtEl>
                                        <p:attrNameLst>
                                          <p:attrName>ppt_w</p:attrName>
                                        </p:attrNameLst>
                                      </p:cBhvr>
                                      <p:tavLst>
                                        <p:tav fmla="" tm="0">
                                          <p:val>
                                            <p:strVal val="0"/>
                                          </p:val>
                                        </p:tav>
                                        <p:tav fmla="" tm="100000">
                                          <p:val>
                                            <p:strVal val="#ppt_w"/>
                                          </p:val>
                                        </p:tav>
                                      </p:tavLst>
                                    </p:anim>
                                    <p:anim calcmode="lin" valueType="num">
                                      <p:cBhvr additive="base">
                                        <p:cTn dur="200"/>
                                        <p:tgtEl>
                                          <p:spTgt spid="2915"/>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923"/>
                                        </p:tgtEl>
                                        <p:attrNameLst>
                                          <p:attrName>style.visibility</p:attrName>
                                        </p:attrNameLst>
                                      </p:cBhvr>
                                      <p:to>
                                        <p:strVal val="visible"/>
                                      </p:to>
                                    </p:set>
                                    <p:anim calcmode="lin" valueType="num">
                                      <p:cBhvr additive="base">
                                        <p:cTn dur="200"/>
                                        <p:tgtEl>
                                          <p:spTgt spid="2923"/>
                                        </p:tgtEl>
                                        <p:attrNameLst>
                                          <p:attrName>ppt_w</p:attrName>
                                        </p:attrNameLst>
                                      </p:cBhvr>
                                      <p:tavLst>
                                        <p:tav fmla="" tm="0">
                                          <p:val>
                                            <p:strVal val="0"/>
                                          </p:val>
                                        </p:tav>
                                        <p:tav fmla="" tm="100000">
                                          <p:val>
                                            <p:strVal val="#ppt_w"/>
                                          </p:val>
                                        </p:tav>
                                      </p:tavLst>
                                    </p:anim>
                                    <p:anim calcmode="lin" valueType="num">
                                      <p:cBhvr additive="base">
                                        <p:cTn dur="200"/>
                                        <p:tgtEl>
                                          <p:spTgt spid="2923"/>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911"/>
                                        </p:tgtEl>
                                        <p:attrNameLst>
                                          <p:attrName>style.visibility</p:attrName>
                                        </p:attrNameLst>
                                      </p:cBhvr>
                                      <p:to>
                                        <p:strVal val="visible"/>
                                      </p:to>
                                    </p:set>
                                    <p:anim calcmode="lin" valueType="num">
                                      <p:cBhvr additive="base">
                                        <p:cTn dur="200"/>
                                        <p:tgtEl>
                                          <p:spTgt spid="2911"/>
                                        </p:tgtEl>
                                        <p:attrNameLst>
                                          <p:attrName>ppt_w</p:attrName>
                                        </p:attrNameLst>
                                      </p:cBhvr>
                                      <p:tavLst>
                                        <p:tav fmla="" tm="0">
                                          <p:val>
                                            <p:strVal val="0"/>
                                          </p:val>
                                        </p:tav>
                                        <p:tav fmla="" tm="100000">
                                          <p:val>
                                            <p:strVal val="#ppt_w"/>
                                          </p:val>
                                        </p:tav>
                                      </p:tavLst>
                                    </p:anim>
                                    <p:anim calcmode="lin" valueType="num">
                                      <p:cBhvr additive="base">
                                        <p:cTn dur="200"/>
                                        <p:tgtEl>
                                          <p:spTgt spid="291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898"/>
                                        </p:tgtEl>
                                        <p:attrNameLst>
                                          <p:attrName>style.visibility</p:attrName>
                                        </p:attrNameLst>
                                      </p:cBhvr>
                                      <p:to>
                                        <p:strVal val="visible"/>
                                      </p:to>
                                    </p:set>
                                    <p:animEffect filter="fade" transition="in">
                                      <p:cBhvr>
                                        <p:cTn dur="300"/>
                                        <p:tgtEl>
                                          <p:spTgt spid="2898"/>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901"/>
                                        </p:tgtEl>
                                        <p:attrNameLst>
                                          <p:attrName>style.visibility</p:attrName>
                                        </p:attrNameLst>
                                      </p:cBhvr>
                                      <p:to>
                                        <p:strVal val="visible"/>
                                      </p:to>
                                    </p:set>
                                    <p:anim calcmode="lin" valueType="num">
                                      <p:cBhvr additive="base">
                                        <p:cTn dur="200"/>
                                        <p:tgtEl>
                                          <p:spTgt spid="2901"/>
                                        </p:tgtEl>
                                        <p:attrNameLst>
                                          <p:attrName>ppt_w</p:attrName>
                                        </p:attrNameLst>
                                      </p:cBhvr>
                                      <p:tavLst>
                                        <p:tav fmla="" tm="0">
                                          <p:val>
                                            <p:strVal val="0"/>
                                          </p:val>
                                        </p:tav>
                                        <p:tav fmla="" tm="100000">
                                          <p:val>
                                            <p:strVal val="#ppt_w"/>
                                          </p:val>
                                        </p:tav>
                                      </p:tavLst>
                                    </p:anim>
                                    <p:anim calcmode="lin" valueType="num">
                                      <p:cBhvr additive="base">
                                        <p:cTn dur="200"/>
                                        <p:tgtEl>
                                          <p:spTgt spid="2901"/>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916"/>
                                        </p:tgtEl>
                                        <p:attrNameLst>
                                          <p:attrName>style.visibility</p:attrName>
                                        </p:attrNameLst>
                                      </p:cBhvr>
                                      <p:to>
                                        <p:strVal val="visible"/>
                                      </p:to>
                                    </p:set>
                                    <p:anim calcmode="lin" valueType="num">
                                      <p:cBhvr additive="base">
                                        <p:cTn dur="200"/>
                                        <p:tgtEl>
                                          <p:spTgt spid="2916"/>
                                        </p:tgtEl>
                                        <p:attrNameLst>
                                          <p:attrName>ppt_w</p:attrName>
                                        </p:attrNameLst>
                                      </p:cBhvr>
                                      <p:tavLst>
                                        <p:tav fmla="" tm="0">
                                          <p:val>
                                            <p:strVal val="0"/>
                                          </p:val>
                                        </p:tav>
                                        <p:tav fmla="" tm="100000">
                                          <p:val>
                                            <p:strVal val="#ppt_w"/>
                                          </p:val>
                                        </p:tav>
                                      </p:tavLst>
                                    </p:anim>
                                    <p:anim calcmode="lin" valueType="num">
                                      <p:cBhvr additive="base">
                                        <p:cTn dur="200"/>
                                        <p:tgtEl>
                                          <p:spTgt spid="2916"/>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903"/>
                                        </p:tgtEl>
                                        <p:attrNameLst>
                                          <p:attrName>style.visibility</p:attrName>
                                        </p:attrNameLst>
                                      </p:cBhvr>
                                      <p:to>
                                        <p:strVal val="visible"/>
                                      </p:to>
                                    </p:set>
                                    <p:anim calcmode="lin" valueType="num">
                                      <p:cBhvr additive="base">
                                        <p:cTn dur="200"/>
                                        <p:tgtEl>
                                          <p:spTgt spid="2903"/>
                                        </p:tgtEl>
                                        <p:attrNameLst>
                                          <p:attrName>ppt_w</p:attrName>
                                        </p:attrNameLst>
                                      </p:cBhvr>
                                      <p:tavLst>
                                        <p:tav fmla="" tm="0">
                                          <p:val>
                                            <p:strVal val="0"/>
                                          </p:val>
                                        </p:tav>
                                        <p:tav fmla="" tm="100000">
                                          <p:val>
                                            <p:strVal val="#ppt_w"/>
                                          </p:val>
                                        </p:tav>
                                      </p:tavLst>
                                    </p:anim>
                                    <p:anim calcmode="lin" valueType="num">
                                      <p:cBhvr additive="base">
                                        <p:cTn dur="200"/>
                                        <p:tgtEl>
                                          <p:spTgt spid="2903"/>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922"/>
                                        </p:tgtEl>
                                        <p:attrNameLst>
                                          <p:attrName>style.visibility</p:attrName>
                                        </p:attrNameLst>
                                      </p:cBhvr>
                                      <p:to>
                                        <p:strVal val="visible"/>
                                      </p:to>
                                    </p:set>
                                    <p:anim calcmode="lin" valueType="num">
                                      <p:cBhvr additive="base">
                                        <p:cTn dur="200"/>
                                        <p:tgtEl>
                                          <p:spTgt spid="2922"/>
                                        </p:tgtEl>
                                        <p:attrNameLst>
                                          <p:attrName>ppt_w</p:attrName>
                                        </p:attrNameLst>
                                      </p:cBhvr>
                                      <p:tavLst>
                                        <p:tav fmla="" tm="0">
                                          <p:val>
                                            <p:strVal val="0"/>
                                          </p:val>
                                        </p:tav>
                                        <p:tav fmla="" tm="100000">
                                          <p:val>
                                            <p:strVal val="#ppt_w"/>
                                          </p:val>
                                        </p:tav>
                                      </p:tavLst>
                                    </p:anim>
                                    <p:anim calcmode="lin" valueType="num">
                                      <p:cBhvr additive="base">
                                        <p:cTn dur="200"/>
                                        <p:tgtEl>
                                          <p:spTgt spid="2922"/>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914"/>
                                        </p:tgtEl>
                                        <p:attrNameLst>
                                          <p:attrName>style.visibility</p:attrName>
                                        </p:attrNameLst>
                                      </p:cBhvr>
                                      <p:to>
                                        <p:strVal val="visible"/>
                                      </p:to>
                                    </p:set>
                                    <p:anim calcmode="lin" valueType="num">
                                      <p:cBhvr additive="base">
                                        <p:cTn dur="200"/>
                                        <p:tgtEl>
                                          <p:spTgt spid="2914"/>
                                        </p:tgtEl>
                                        <p:attrNameLst>
                                          <p:attrName>ppt_w</p:attrName>
                                        </p:attrNameLst>
                                      </p:cBhvr>
                                      <p:tavLst>
                                        <p:tav fmla="" tm="0">
                                          <p:val>
                                            <p:strVal val="0"/>
                                          </p:val>
                                        </p:tav>
                                        <p:tav fmla="" tm="100000">
                                          <p:val>
                                            <p:strVal val="#ppt_w"/>
                                          </p:val>
                                        </p:tav>
                                      </p:tavLst>
                                    </p:anim>
                                    <p:anim calcmode="lin" valueType="num">
                                      <p:cBhvr additive="base">
                                        <p:cTn dur="200"/>
                                        <p:tgtEl>
                                          <p:spTgt spid="2914"/>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905"/>
                                        </p:tgtEl>
                                        <p:attrNameLst>
                                          <p:attrName>style.visibility</p:attrName>
                                        </p:attrNameLst>
                                      </p:cBhvr>
                                      <p:to>
                                        <p:strVal val="visible"/>
                                      </p:to>
                                    </p:set>
                                    <p:anim calcmode="lin" valueType="num">
                                      <p:cBhvr additive="base">
                                        <p:cTn dur="200"/>
                                        <p:tgtEl>
                                          <p:spTgt spid="2905"/>
                                        </p:tgtEl>
                                        <p:attrNameLst>
                                          <p:attrName>ppt_w</p:attrName>
                                        </p:attrNameLst>
                                      </p:cBhvr>
                                      <p:tavLst>
                                        <p:tav fmla="" tm="0">
                                          <p:val>
                                            <p:strVal val="0"/>
                                          </p:val>
                                        </p:tav>
                                        <p:tav fmla="" tm="100000">
                                          <p:val>
                                            <p:strVal val="#ppt_w"/>
                                          </p:val>
                                        </p:tav>
                                      </p:tavLst>
                                    </p:anim>
                                    <p:anim calcmode="lin" valueType="num">
                                      <p:cBhvr additive="base">
                                        <p:cTn dur="200"/>
                                        <p:tgtEl>
                                          <p:spTgt spid="2905"/>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908"/>
                                        </p:tgtEl>
                                        <p:attrNameLst>
                                          <p:attrName>style.visibility</p:attrName>
                                        </p:attrNameLst>
                                      </p:cBhvr>
                                      <p:to>
                                        <p:strVal val="visible"/>
                                      </p:to>
                                    </p:set>
                                    <p:anim calcmode="lin" valueType="num">
                                      <p:cBhvr additive="base">
                                        <p:cTn dur="200"/>
                                        <p:tgtEl>
                                          <p:spTgt spid="2908"/>
                                        </p:tgtEl>
                                        <p:attrNameLst>
                                          <p:attrName>ppt_w</p:attrName>
                                        </p:attrNameLst>
                                      </p:cBhvr>
                                      <p:tavLst>
                                        <p:tav fmla="" tm="0">
                                          <p:val>
                                            <p:strVal val="0"/>
                                          </p:val>
                                        </p:tav>
                                        <p:tav fmla="" tm="100000">
                                          <p:val>
                                            <p:strVal val="#ppt_w"/>
                                          </p:val>
                                        </p:tav>
                                      </p:tavLst>
                                    </p:anim>
                                    <p:anim calcmode="lin" valueType="num">
                                      <p:cBhvr additive="base">
                                        <p:cTn dur="200"/>
                                        <p:tgtEl>
                                          <p:spTgt spid="2908"/>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925"/>
                                        </p:tgtEl>
                                        <p:attrNameLst>
                                          <p:attrName>style.visibility</p:attrName>
                                        </p:attrNameLst>
                                      </p:cBhvr>
                                      <p:to>
                                        <p:strVal val="visible"/>
                                      </p:to>
                                    </p:set>
                                    <p:anim calcmode="lin" valueType="num">
                                      <p:cBhvr additive="base">
                                        <p:cTn dur="200"/>
                                        <p:tgtEl>
                                          <p:spTgt spid="2925"/>
                                        </p:tgtEl>
                                        <p:attrNameLst>
                                          <p:attrName>ppt_w</p:attrName>
                                        </p:attrNameLst>
                                      </p:cBhvr>
                                      <p:tavLst>
                                        <p:tav fmla="" tm="0">
                                          <p:val>
                                            <p:strVal val="0"/>
                                          </p:val>
                                        </p:tav>
                                        <p:tav fmla="" tm="100000">
                                          <p:val>
                                            <p:strVal val="#ppt_w"/>
                                          </p:val>
                                        </p:tav>
                                      </p:tavLst>
                                    </p:anim>
                                    <p:anim calcmode="lin" valueType="num">
                                      <p:cBhvr additive="base">
                                        <p:cTn dur="200"/>
                                        <p:tgtEl>
                                          <p:spTgt spid="2925"/>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910"/>
                                        </p:tgtEl>
                                        <p:attrNameLst>
                                          <p:attrName>style.visibility</p:attrName>
                                        </p:attrNameLst>
                                      </p:cBhvr>
                                      <p:to>
                                        <p:strVal val="visible"/>
                                      </p:to>
                                    </p:set>
                                    <p:anim calcmode="lin" valueType="num">
                                      <p:cBhvr additive="base">
                                        <p:cTn dur="200"/>
                                        <p:tgtEl>
                                          <p:spTgt spid="2910"/>
                                        </p:tgtEl>
                                        <p:attrNameLst>
                                          <p:attrName>ppt_w</p:attrName>
                                        </p:attrNameLst>
                                      </p:cBhvr>
                                      <p:tavLst>
                                        <p:tav fmla="" tm="0">
                                          <p:val>
                                            <p:strVal val="0"/>
                                          </p:val>
                                        </p:tav>
                                        <p:tav fmla="" tm="100000">
                                          <p:val>
                                            <p:strVal val="#ppt_w"/>
                                          </p:val>
                                        </p:tav>
                                      </p:tavLst>
                                    </p:anim>
                                    <p:anim calcmode="lin" valueType="num">
                                      <p:cBhvr additive="base">
                                        <p:cTn dur="200"/>
                                        <p:tgtEl>
                                          <p:spTgt spid="2910"/>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902"/>
                                        </p:tgtEl>
                                        <p:attrNameLst>
                                          <p:attrName>style.visibility</p:attrName>
                                        </p:attrNameLst>
                                      </p:cBhvr>
                                      <p:to>
                                        <p:strVal val="visible"/>
                                      </p:to>
                                    </p:set>
                                    <p:anim calcmode="lin" valueType="num">
                                      <p:cBhvr additive="base">
                                        <p:cTn dur="200"/>
                                        <p:tgtEl>
                                          <p:spTgt spid="2902"/>
                                        </p:tgtEl>
                                        <p:attrNameLst>
                                          <p:attrName>ppt_w</p:attrName>
                                        </p:attrNameLst>
                                      </p:cBhvr>
                                      <p:tavLst>
                                        <p:tav fmla="" tm="0">
                                          <p:val>
                                            <p:strVal val="0"/>
                                          </p:val>
                                        </p:tav>
                                        <p:tav fmla="" tm="100000">
                                          <p:val>
                                            <p:strVal val="#ppt_w"/>
                                          </p:val>
                                        </p:tav>
                                      </p:tavLst>
                                    </p:anim>
                                    <p:anim calcmode="lin" valueType="num">
                                      <p:cBhvr additive="base">
                                        <p:cTn dur="200"/>
                                        <p:tgtEl>
                                          <p:spTgt spid="2902"/>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900"/>
                                        </p:tgtEl>
                                        <p:attrNameLst>
                                          <p:attrName>style.visibility</p:attrName>
                                        </p:attrNameLst>
                                      </p:cBhvr>
                                      <p:to>
                                        <p:strVal val="visible"/>
                                      </p:to>
                                    </p:set>
                                    <p:anim calcmode="lin" valueType="num">
                                      <p:cBhvr additive="base">
                                        <p:cTn dur="200"/>
                                        <p:tgtEl>
                                          <p:spTgt spid="2900"/>
                                        </p:tgtEl>
                                        <p:attrNameLst>
                                          <p:attrName>ppt_w</p:attrName>
                                        </p:attrNameLst>
                                      </p:cBhvr>
                                      <p:tavLst>
                                        <p:tav fmla="" tm="0">
                                          <p:val>
                                            <p:strVal val="0"/>
                                          </p:val>
                                        </p:tav>
                                        <p:tav fmla="" tm="100000">
                                          <p:val>
                                            <p:strVal val="#ppt_w"/>
                                          </p:val>
                                        </p:tav>
                                      </p:tavLst>
                                    </p:anim>
                                    <p:anim calcmode="lin" valueType="num">
                                      <p:cBhvr additive="base">
                                        <p:cTn dur="200"/>
                                        <p:tgtEl>
                                          <p:spTgt spid="2900"/>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904"/>
                                        </p:tgtEl>
                                        <p:attrNameLst>
                                          <p:attrName>style.visibility</p:attrName>
                                        </p:attrNameLst>
                                      </p:cBhvr>
                                      <p:to>
                                        <p:strVal val="visible"/>
                                      </p:to>
                                    </p:set>
                                    <p:anim calcmode="lin" valueType="num">
                                      <p:cBhvr additive="base">
                                        <p:cTn dur="200"/>
                                        <p:tgtEl>
                                          <p:spTgt spid="2904"/>
                                        </p:tgtEl>
                                        <p:attrNameLst>
                                          <p:attrName>ppt_w</p:attrName>
                                        </p:attrNameLst>
                                      </p:cBhvr>
                                      <p:tavLst>
                                        <p:tav fmla="" tm="0">
                                          <p:val>
                                            <p:strVal val="0"/>
                                          </p:val>
                                        </p:tav>
                                        <p:tav fmla="" tm="100000">
                                          <p:val>
                                            <p:strVal val="#ppt_w"/>
                                          </p:val>
                                        </p:tav>
                                      </p:tavLst>
                                    </p:anim>
                                    <p:anim calcmode="lin" valueType="num">
                                      <p:cBhvr additive="base">
                                        <p:cTn dur="200"/>
                                        <p:tgtEl>
                                          <p:spTgt spid="2904"/>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917"/>
                                        </p:tgtEl>
                                        <p:attrNameLst>
                                          <p:attrName>style.visibility</p:attrName>
                                        </p:attrNameLst>
                                      </p:cBhvr>
                                      <p:to>
                                        <p:strVal val="visible"/>
                                      </p:to>
                                    </p:set>
                                    <p:anim calcmode="lin" valueType="num">
                                      <p:cBhvr additive="base">
                                        <p:cTn dur="200"/>
                                        <p:tgtEl>
                                          <p:spTgt spid="2917"/>
                                        </p:tgtEl>
                                        <p:attrNameLst>
                                          <p:attrName>ppt_w</p:attrName>
                                        </p:attrNameLst>
                                      </p:cBhvr>
                                      <p:tavLst>
                                        <p:tav fmla="" tm="0">
                                          <p:val>
                                            <p:strVal val="0"/>
                                          </p:val>
                                        </p:tav>
                                        <p:tav fmla="" tm="100000">
                                          <p:val>
                                            <p:strVal val="#ppt_w"/>
                                          </p:val>
                                        </p:tav>
                                      </p:tavLst>
                                    </p:anim>
                                    <p:anim calcmode="lin" valueType="num">
                                      <p:cBhvr additive="base">
                                        <p:cTn dur="200"/>
                                        <p:tgtEl>
                                          <p:spTgt spid="2917"/>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926"/>
                                        </p:tgtEl>
                                        <p:attrNameLst>
                                          <p:attrName>style.visibility</p:attrName>
                                        </p:attrNameLst>
                                      </p:cBhvr>
                                      <p:to>
                                        <p:strVal val="visible"/>
                                      </p:to>
                                    </p:set>
                                    <p:anim calcmode="lin" valueType="num">
                                      <p:cBhvr additive="base">
                                        <p:cTn dur="200"/>
                                        <p:tgtEl>
                                          <p:spTgt spid="2926"/>
                                        </p:tgtEl>
                                        <p:attrNameLst>
                                          <p:attrName>ppt_w</p:attrName>
                                        </p:attrNameLst>
                                      </p:cBhvr>
                                      <p:tavLst>
                                        <p:tav fmla="" tm="0">
                                          <p:val>
                                            <p:strVal val="0"/>
                                          </p:val>
                                        </p:tav>
                                        <p:tav fmla="" tm="100000">
                                          <p:val>
                                            <p:strVal val="#ppt_w"/>
                                          </p:val>
                                        </p:tav>
                                      </p:tavLst>
                                    </p:anim>
                                    <p:anim calcmode="lin" valueType="num">
                                      <p:cBhvr additive="base">
                                        <p:cTn dur="200"/>
                                        <p:tgtEl>
                                          <p:spTgt spid="2926"/>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907"/>
                                        </p:tgtEl>
                                        <p:attrNameLst>
                                          <p:attrName>style.visibility</p:attrName>
                                        </p:attrNameLst>
                                      </p:cBhvr>
                                      <p:to>
                                        <p:strVal val="visible"/>
                                      </p:to>
                                    </p:set>
                                    <p:anim calcmode="lin" valueType="num">
                                      <p:cBhvr additive="base">
                                        <p:cTn dur="200"/>
                                        <p:tgtEl>
                                          <p:spTgt spid="2907"/>
                                        </p:tgtEl>
                                        <p:attrNameLst>
                                          <p:attrName>ppt_w</p:attrName>
                                        </p:attrNameLst>
                                      </p:cBhvr>
                                      <p:tavLst>
                                        <p:tav fmla="" tm="0">
                                          <p:val>
                                            <p:strVal val="0"/>
                                          </p:val>
                                        </p:tav>
                                        <p:tav fmla="" tm="100000">
                                          <p:val>
                                            <p:strVal val="#ppt_w"/>
                                          </p:val>
                                        </p:tav>
                                      </p:tavLst>
                                    </p:anim>
                                    <p:anim calcmode="lin" valueType="num">
                                      <p:cBhvr additive="base">
                                        <p:cTn dur="200"/>
                                        <p:tgtEl>
                                          <p:spTgt spid="2907"/>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909"/>
                                        </p:tgtEl>
                                        <p:attrNameLst>
                                          <p:attrName>style.visibility</p:attrName>
                                        </p:attrNameLst>
                                      </p:cBhvr>
                                      <p:to>
                                        <p:strVal val="visible"/>
                                      </p:to>
                                    </p:set>
                                    <p:anim calcmode="lin" valueType="num">
                                      <p:cBhvr additive="base">
                                        <p:cTn dur="200"/>
                                        <p:tgtEl>
                                          <p:spTgt spid="2909"/>
                                        </p:tgtEl>
                                        <p:attrNameLst>
                                          <p:attrName>ppt_w</p:attrName>
                                        </p:attrNameLst>
                                      </p:cBhvr>
                                      <p:tavLst>
                                        <p:tav fmla="" tm="0">
                                          <p:val>
                                            <p:strVal val="0"/>
                                          </p:val>
                                        </p:tav>
                                        <p:tav fmla="" tm="100000">
                                          <p:val>
                                            <p:strVal val="#ppt_w"/>
                                          </p:val>
                                        </p:tav>
                                      </p:tavLst>
                                    </p:anim>
                                    <p:anim calcmode="lin" valueType="num">
                                      <p:cBhvr additive="base">
                                        <p:cTn dur="200"/>
                                        <p:tgtEl>
                                          <p:spTgt spid="2909"/>
                                        </p:tgtEl>
                                        <p:attrNameLst>
                                          <p:attrName>ppt_h</p:attrName>
                                        </p:attrNameLst>
                                      </p:cBhvr>
                                      <p:tavLst>
                                        <p:tav fmla="" tm="0">
                                          <p:val>
                                            <p:strVal val="0"/>
                                          </p:val>
                                        </p:tav>
                                        <p:tav fmla="" tm="100000">
                                          <p:val>
                                            <p:strVal val="#ppt_h"/>
                                          </p:val>
                                        </p:tav>
                                      </p:tavLst>
                                    </p:anim>
                                  </p:childTnLst>
                                </p:cTn>
                              </p:par>
                            </p:childTnLst>
                          </p:cTn>
                        </p:par>
                        <p:par>
                          <p:cTn fill="hold">
                            <p:stCondLst>
                              <p:cond delay="3900"/>
                            </p:stCondLst>
                            <p:childTnLst>
                              <p:par>
                                <p:cTn fill="hold" nodeType="afterEffect" presetClass="entr" presetID="23" presetSubtype="16">
                                  <p:stCondLst>
                                    <p:cond delay="0"/>
                                  </p:stCondLst>
                                  <p:childTnLst>
                                    <p:set>
                                      <p:cBhvr>
                                        <p:cTn dur="1" fill="hold">
                                          <p:stCondLst>
                                            <p:cond delay="0"/>
                                          </p:stCondLst>
                                        </p:cTn>
                                        <p:tgtEl>
                                          <p:spTgt spid="2918"/>
                                        </p:tgtEl>
                                        <p:attrNameLst>
                                          <p:attrName>style.visibility</p:attrName>
                                        </p:attrNameLst>
                                      </p:cBhvr>
                                      <p:to>
                                        <p:strVal val="visible"/>
                                      </p:to>
                                    </p:set>
                                    <p:anim calcmode="lin" valueType="num">
                                      <p:cBhvr additive="base">
                                        <p:cTn dur="200"/>
                                        <p:tgtEl>
                                          <p:spTgt spid="2918"/>
                                        </p:tgtEl>
                                        <p:attrNameLst>
                                          <p:attrName>ppt_w</p:attrName>
                                        </p:attrNameLst>
                                      </p:cBhvr>
                                      <p:tavLst>
                                        <p:tav fmla="" tm="0">
                                          <p:val>
                                            <p:strVal val="0"/>
                                          </p:val>
                                        </p:tav>
                                        <p:tav fmla="" tm="100000">
                                          <p:val>
                                            <p:strVal val="#ppt_w"/>
                                          </p:val>
                                        </p:tav>
                                      </p:tavLst>
                                    </p:anim>
                                    <p:anim calcmode="lin" valueType="num">
                                      <p:cBhvr additive="base">
                                        <p:cTn dur="200"/>
                                        <p:tgtEl>
                                          <p:spTgt spid="2918"/>
                                        </p:tgtEl>
                                        <p:attrNameLst>
                                          <p:attrName>ppt_h</p:attrName>
                                        </p:attrNameLst>
                                      </p:cBhvr>
                                      <p:tavLst>
                                        <p:tav fmla="" tm="0">
                                          <p:val>
                                            <p:strVal val="0"/>
                                          </p:val>
                                        </p:tav>
                                        <p:tav fmla="" tm="100000">
                                          <p:val>
                                            <p:strVal val="#ppt_h"/>
                                          </p:val>
                                        </p:tav>
                                      </p:tavLst>
                                    </p:anim>
                                  </p:childTnLst>
                                </p:cTn>
                              </p:par>
                            </p:childTnLst>
                          </p:cTn>
                        </p:par>
                        <p:par>
                          <p:cTn fill="hold">
                            <p:stCondLst>
                              <p:cond delay="4100"/>
                            </p:stCondLst>
                            <p:childTnLst>
                              <p:par>
                                <p:cTn fill="hold" nodeType="afterEffect" presetClass="entr" presetID="23" presetSubtype="16">
                                  <p:stCondLst>
                                    <p:cond delay="0"/>
                                  </p:stCondLst>
                                  <p:childTnLst>
                                    <p:set>
                                      <p:cBhvr>
                                        <p:cTn dur="1" fill="hold">
                                          <p:stCondLst>
                                            <p:cond delay="0"/>
                                          </p:stCondLst>
                                        </p:cTn>
                                        <p:tgtEl>
                                          <p:spTgt spid="2906"/>
                                        </p:tgtEl>
                                        <p:attrNameLst>
                                          <p:attrName>style.visibility</p:attrName>
                                        </p:attrNameLst>
                                      </p:cBhvr>
                                      <p:to>
                                        <p:strVal val="visible"/>
                                      </p:to>
                                    </p:set>
                                    <p:anim calcmode="lin" valueType="num">
                                      <p:cBhvr additive="base">
                                        <p:cTn dur="200"/>
                                        <p:tgtEl>
                                          <p:spTgt spid="2906"/>
                                        </p:tgtEl>
                                        <p:attrNameLst>
                                          <p:attrName>ppt_w</p:attrName>
                                        </p:attrNameLst>
                                      </p:cBhvr>
                                      <p:tavLst>
                                        <p:tav fmla="" tm="0">
                                          <p:val>
                                            <p:strVal val="0"/>
                                          </p:val>
                                        </p:tav>
                                        <p:tav fmla="" tm="100000">
                                          <p:val>
                                            <p:strVal val="#ppt_w"/>
                                          </p:val>
                                        </p:tav>
                                      </p:tavLst>
                                    </p:anim>
                                    <p:anim calcmode="lin" valueType="num">
                                      <p:cBhvr additive="base">
                                        <p:cTn dur="200"/>
                                        <p:tgtEl>
                                          <p:spTgt spid="290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899"/>
                                        </p:tgtEl>
                                        <p:attrNameLst>
                                          <p:attrName>style.visibility</p:attrName>
                                        </p:attrNameLst>
                                      </p:cBhvr>
                                      <p:to>
                                        <p:strVal val="visible"/>
                                      </p:to>
                                    </p:set>
                                    <p:animEffect filter="fade" transition="in">
                                      <p:cBhvr>
                                        <p:cTn dur="300"/>
                                        <p:tgtEl>
                                          <p:spTgt spid="2899"/>
                                        </p:tgtEl>
                                      </p:cBhvr>
                                    </p:animEffect>
                                  </p:childTnLst>
                                </p:cTn>
                              </p:par>
                            </p:childTnLst>
                          </p:cTn>
                        </p:par>
                        <p:par>
                          <p:cTn fill="hold">
                            <p:stCondLst>
                              <p:cond delay="4400"/>
                            </p:stCondLst>
                            <p:childTnLst>
                              <p:par>
                                <p:cTn fill="hold" nodeType="afterEffect" presetClass="entr" presetID="23" presetSubtype="16">
                                  <p:stCondLst>
                                    <p:cond delay="0"/>
                                  </p:stCondLst>
                                  <p:childTnLst>
                                    <p:set>
                                      <p:cBhvr>
                                        <p:cTn dur="1" fill="hold">
                                          <p:stCondLst>
                                            <p:cond delay="0"/>
                                          </p:stCondLst>
                                        </p:cTn>
                                        <p:tgtEl>
                                          <p:spTgt spid="2919"/>
                                        </p:tgtEl>
                                        <p:attrNameLst>
                                          <p:attrName>style.visibility</p:attrName>
                                        </p:attrNameLst>
                                      </p:cBhvr>
                                      <p:to>
                                        <p:strVal val="visible"/>
                                      </p:to>
                                    </p:set>
                                    <p:anim calcmode="lin" valueType="num">
                                      <p:cBhvr additive="base">
                                        <p:cTn dur="200"/>
                                        <p:tgtEl>
                                          <p:spTgt spid="2919"/>
                                        </p:tgtEl>
                                        <p:attrNameLst>
                                          <p:attrName>ppt_w</p:attrName>
                                        </p:attrNameLst>
                                      </p:cBhvr>
                                      <p:tavLst>
                                        <p:tav fmla="" tm="0">
                                          <p:val>
                                            <p:strVal val="0"/>
                                          </p:val>
                                        </p:tav>
                                        <p:tav fmla="" tm="100000">
                                          <p:val>
                                            <p:strVal val="#ppt_w"/>
                                          </p:val>
                                        </p:tav>
                                      </p:tavLst>
                                    </p:anim>
                                    <p:anim calcmode="lin" valueType="num">
                                      <p:cBhvr additive="base">
                                        <p:cTn dur="200"/>
                                        <p:tgtEl>
                                          <p:spTgt spid="2919"/>
                                        </p:tgtEl>
                                        <p:attrNameLst>
                                          <p:attrName>ppt_h</p:attrName>
                                        </p:attrNameLst>
                                      </p:cBhvr>
                                      <p:tavLst>
                                        <p:tav fmla="" tm="0">
                                          <p:val>
                                            <p:strVal val="0"/>
                                          </p:val>
                                        </p:tav>
                                        <p:tav fmla="" tm="100000">
                                          <p:val>
                                            <p:strVal val="#ppt_h"/>
                                          </p:val>
                                        </p:tav>
                                      </p:tavLst>
                                    </p:anim>
                                  </p:childTnLst>
                                </p:cTn>
                              </p:par>
                            </p:childTnLst>
                          </p:cTn>
                        </p:par>
                        <p:par>
                          <p:cTn fill="hold">
                            <p:stCondLst>
                              <p:cond delay="4600"/>
                            </p:stCondLst>
                            <p:childTnLst>
                              <p:par>
                                <p:cTn fill="hold" nodeType="afterEffect" presetClass="entr" presetID="23" presetSubtype="16">
                                  <p:stCondLst>
                                    <p:cond delay="0"/>
                                  </p:stCondLst>
                                  <p:childTnLst>
                                    <p:set>
                                      <p:cBhvr>
                                        <p:cTn dur="1" fill="hold">
                                          <p:stCondLst>
                                            <p:cond delay="0"/>
                                          </p:stCondLst>
                                        </p:cTn>
                                        <p:tgtEl>
                                          <p:spTgt spid="2924"/>
                                        </p:tgtEl>
                                        <p:attrNameLst>
                                          <p:attrName>style.visibility</p:attrName>
                                        </p:attrNameLst>
                                      </p:cBhvr>
                                      <p:to>
                                        <p:strVal val="visible"/>
                                      </p:to>
                                    </p:set>
                                    <p:anim calcmode="lin" valueType="num">
                                      <p:cBhvr additive="base">
                                        <p:cTn dur="200"/>
                                        <p:tgtEl>
                                          <p:spTgt spid="2924"/>
                                        </p:tgtEl>
                                        <p:attrNameLst>
                                          <p:attrName>ppt_w</p:attrName>
                                        </p:attrNameLst>
                                      </p:cBhvr>
                                      <p:tavLst>
                                        <p:tav fmla="" tm="0">
                                          <p:val>
                                            <p:strVal val="0"/>
                                          </p:val>
                                        </p:tav>
                                        <p:tav fmla="" tm="100000">
                                          <p:val>
                                            <p:strVal val="#ppt_w"/>
                                          </p:val>
                                        </p:tav>
                                      </p:tavLst>
                                    </p:anim>
                                    <p:anim calcmode="lin" valueType="num">
                                      <p:cBhvr additive="base">
                                        <p:cTn dur="200"/>
                                        <p:tgtEl>
                                          <p:spTgt spid="2924"/>
                                        </p:tgtEl>
                                        <p:attrNameLst>
                                          <p:attrName>ppt_h</p:attrName>
                                        </p:attrNameLst>
                                      </p:cBhvr>
                                      <p:tavLst>
                                        <p:tav fmla="" tm="0">
                                          <p:val>
                                            <p:strVal val="0"/>
                                          </p:val>
                                        </p:tav>
                                        <p:tav fmla="" tm="100000">
                                          <p:val>
                                            <p:strVal val="#ppt_h"/>
                                          </p:val>
                                        </p:tav>
                                      </p:tavLst>
                                    </p:anim>
                                  </p:childTnLst>
                                </p:cTn>
                              </p:par>
                            </p:childTnLst>
                          </p:cTn>
                        </p:par>
                        <p:par>
                          <p:cTn fill="hold">
                            <p:stCondLst>
                              <p:cond delay="4800"/>
                            </p:stCondLst>
                            <p:childTnLst>
                              <p:par>
                                <p:cTn fill="hold" nodeType="afterEffect" presetClass="entr" presetID="23" presetSubtype="16">
                                  <p:stCondLst>
                                    <p:cond delay="0"/>
                                  </p:stCondLst>
                                  <p:childTnLst>
                                    <p:set>
                                      <p:cBhvr>
                                        <p:cTn dur="1" fill="hold">
                                          <p:stCondLst>
                                            <p:cond delay="0"/>
                                          </p:stCondLst>
                                        </p:cTn>
                                        <p:tgtEl>
                                          <p:spTgt spid="2921"/>
                                        </p:tgtEl>
                                        <p:attrNameLst>
                                          <p:attrName>style.visibility</p:attrName>
                                        </p:attrNameLst>
                                      </p:cBhvr>
                                      <p:to>
                                        <p:strVal val="visible"/>
                                      </p:to>
                                    </p:set>
                                    <p:anim calcmode="lin" valueType="num">
                                      <p:cBhvr additive="base">
                                        <p:cTn dur="200"/>
                                        <p:tgtEl>
                                          <p:spTgt spid="2921"/>
                                        </p:tgtEl>
                                        <p:attrNameLst>
                                          <p:attrName>ppt_w</p:attrName>
                                        </p:attrNameLst>
                                      </p:cBhvr>
                                      <p:tavLst>
                                        <p:tav fmla="" tm="0">
                                          <p:val>
                                            <p:strVal val="0"/>
                                          </p:val>
                                        </p:tav>
                                        <p:tav fmla="" tm="100000">
                                          <p:val>
                                            <p:strVal val="#ppt_w"/>
                                          </p:val>
                                        </p:tav>
                                      </p:tavLst>
                                    </p:anim>
                                    <p:anim calcmode="lin" valueType="num">
                                      <p:cBhvr additive="base">
                                        <p:cTn dur="200"/>
                                        <p:tgtEl>
                                          <p:spTgt spid="2921"/>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2920"/>
                                        </p:tgtEl>
                                        <p:attrNameLst>
                                          <p:attrName>style.visibility</p:attrName>
                                        </p:attrNameLst>
                                      </p:cBhvr>
                                      <p:to>
                                        <p:strVal val="visible"/>
                                      </p:to>
                                    </p:set>
                                    <p:anim calcmode="lin" valueType="num">
                                      <p:cBhvr additive="base">
                                        <p:cTn dur="200"/>
                                        <p:tgtEl>
                                          <p:spTgt spid="2920"/>
                                        </p:tgtEl>
                                        <p:attrNameLst>
                                          <p:attrName>ppt_w</p:attrName>
                                        </p:attrNameLst>
                                      </p:cBhvr>
                                      <p:tavLst>
                                        <p:tav fmla="" tm="0">
                                          <p:val>
                                            <p:strVal val="0"/>
                                          </p:val>
                                        </p:tav>
                                        <p:tav fmla="" tm="100000">
                                          <p:val>
                                            <p:strVal val="#ppt_w"/>
                                          </p:val>
                                        </p:tav>
                                      </p:tavLst>
                                    </p:anim>
                                    <p:anim calcmode="lin" valueType="num">
                                      <p:cBhvr additive="base">
                                        <p:cTn dur="200"/>
                                        <p:tgtEl>
                                          <p:spTgt spid="2920"/>
                                        </p:tgtEl>
                                        <p:attrNameLst>
                                          <p:attrName>ppt_h</p:attrName>
                                        </p:attrNameLst>
                                      </p:cBhvr>
                                      <p:tavLst>
                                        <p:tav fmla="" tm="0">
                                          <p:val>
                                            <p:strVal val="0"/>
                                          </p:val>
                                        </p:tav>
                                        <p:tav fmla="" tm="100000">
                                          <p:val>
                                            <p:strVal val="#ppt_h"/>
                                          </p:val>
                                        </p:tav>
                                      </p:tavLst>
                                    </p:anim>
                                  </p:childTnLst>
                                </p:cTn>
                              </p:par>
                            </p:childTnLst>
                          </p:cTn>
                        </p:par>
                        <p:par>
                          <p:cTn fill="hold">
                            <p:stCondLst>
                              <p:cond delay="5200"/>
                            </p:stCondLst>
                            <p:childTnLst>
                              <p:par>
                                <p:cTn fill="hold" nodeType="afterEffect" presetClass="entr" presetID="23" presetSubtype="16">
                                  <p:stCondLst>
                                    <p:cond delay="0"/>
                                  </p:stCondLst>
                                  <p:childTnLst>
                                    <p:set>
                                      <p:cBhvr>
                                        <p:cTn dur="1" fill="hold">
                                          <p:stCondLst>
                                            <p:cond delay="0"/>
                                          </p:stCondLst>
                                        </p:cTn>
                                        <p:tgtEl>
                                          <p:spTgt spid="2912"/>
                                        </p:tgtEl>
                                        <p:attrNameLst>
                                          <p:attrName>style.visibility</p:attrName>
                                        </p:attrNameLst>
                                      </p:cBhvr>
                                      <p:to>
                                        <p:strVal val="visible"/>
                                      </p:to>
                                    </p:set>
                                    <p:anim calcmode="lin" valueType="num">
                                      <p:cBhvr additive="base">
                                        <p:cTn dur="200"/>
                                        <p:tgtEl>
                                          <p:spTgt spid="2912"/>
                                        </p:tgtEl>
                                        <p:attrNameLst>
                                          <p:attrName>ppt_w</p:attrName>
                                        </p:attrNameLst>
                                      </p:cBhvr>
                                      <p:tavLst>
                                        <p:tav fmla="" tm="0">
                                          <p:val>
                                            <p:strVal val="0"/>
                                          </p:val>
                                        </p:tav>
                                        <p:tav fmla="" tm="100000">
                                          <p:val>
                                            <p:strVal val="#ppt_w"/>
                                          </p:val>
                                        </p:tav>
                                      </p:tavLst>
                                    </p:anim>
                                    <p:anim calcmode="lin" valueType="num">
                                      <p:cBhvr additive="base">
                                        <p:cTn dur="200"/>
                                        <p:tgtEl>
                                          <p:spTgt spid="2912"/>
                                        </p:tgtEl>
                                        <p:attrNameLst>
                                          <p:attrName>ppt_h</p:attrName>
                                        </p:attrNameLst>
                                      </p:cBhvr>
                                      <p:tavLst>
                                        <p:tav fmla="" tm="0">
                                          <p:val>
                                            <p:strVal val="0"/>
                                          </p:val>
                                        </p:tav>
                                        <p:tav fmla="" tm="100000">
                                          <p:val>
                                            <p:strVal val="#ppt_h"/>
                                          </p:val>
                                        </p:tav>
                                      </p:tavLst>
                                    </p:anim>
                                  </p:childTnLst>
                                </p:cTn>
                              </p:par>
                            </p:childTnLst>
                          </p:cTn>
                        </p:par>
                        <p:par>
                          <p:cTn fill="hold">
                            <p:stCondLst>
                              <p:cond delay="5400"/>
                            </p:stCondLst>
                            <p:childTnLst>
                              <p:par>
                                <p:cTn fill="hold" nodeType="afterEffect" presetClass="entr" presetID="23" presetSubtype="16">
                                  <p:stCondLst>
                                    <p:cond delay="0"/>
                                  </p:stCondLst>
                                  <p:childTnLst>
                                    <p:set>
                                      <p:cBhvr>
                                        <p:cTn dur="1" fill="hold">
                                          <p:stCondLst>
                                            <p:cond delay="0"/>
                                          </p:stCondLst>
                                        </p:cTn>
                                        <p:tgtEl>
                                          <p:spTgt spid="2913"/>
                                        </p:tgtEl>
                                        <p:attrNameLst>
                                          <p:attrName>style.visibility</p:attrName>
                                        </p:attrNameLst>
                                      </p:cBhvr>
                                      <p:to>
                                        <p:strVal val="visible"/>
                                      </p:to>
                                    </p:set>
                                    <p:anim calcmode="lin" valueType="num">
                                      <p:cBhvr additive="base">
                                        <p:cTn dur="200"/>
                                        <p:tgtEl>
                                          <p:spTgt spid="2913"/>
                                        </p:tgtEl>
                                        <p:attrNameLst>
                                          <p:attrName>ppt_w</p:attrName>
                                        </p:attrNameLst>
                                      </p:cBhvr>
                                      <p:tavLst>
                                        <p:tav fmla="" tm="0">
                                          <p:val>
                                            <p:strVal val="0"/>
                                          </p:val>
                                        </p:tav>
                                        <p:tav fmla="" tm="100000">
                                          <p:val>
                                            <p:strVal val="#ppt_w"/>
                                          </p:val>
                                        </p:tav>
                                      </p:tavLst>
                                    </p:anim>
                                    <p:anim calcmode="lin" valueType="num">
                                      <p:cBhvr additive="base">
                                        <p:cTn dur="200"/>
                                        <p:tgtEl>
                                          <p:spTgt spid="2913"/>
                                        </p:tgtEl>
                                        <p:attrNameLst>
                                          <p:attrName>ppt_h</p:attrName>
                                        </p:attrNameLst>
                                      </p:cBhvr>
                                      <p:tavLst>
                                        <p:tav fmla="" tm="0">
                                          <p:val>
                                            <p:strVal val="0"/>
                                          </p:val>
                                        </p:tav>
                                        <p:tav fmla="" tm="100000">
                                          <p:val>
                                            <p:strVal val="#ppt_h"/>
                                          </p:val>
                                        </p:tav>
                                      </p:tavLst>
                                    </p:anim>
                                  </p:childTnLst>
                                </p:cTn>
                              </p:par>
                            </p:childTnLst>
                          </p:cTn>
                        </p:par>
                        <p:par>
                          <p:cTn fill="hold">
                            <p:stCondLst>
                              <p:cond delay="5600"/>
                            </p:stCondLst>
                            <p:childTnLst>
                              <p:par>
                                <p:cTn fill="hold" nodeType="afterEffect" presetClass="entr" presetID="23" presetSubtype="16">
                                  <p:stCondLst>
                                    <p:cond delay="0"/>
                                  </p:stCondLst>
                                  <p:childTnLst>
                                    <p:set>
                                      <p:cBhvr>
                                        <p:cTn dur="1" fill="hold">
                                          <p:stCondLst>
                                            <p:cond delay="0"/>
                                          </p:stCondLst>
                                        </p:cTn>
                                        <p:tgtEl>
                                          <p:spTgt spid="2904"/>
                                        </p:tgtEl>
                                        <p:attrNameLst>
                                          <p:attrName>style.visibility</p:attrName>
                                        </p:attrNameLst>
                                      </p:cBhvr>
                                      <p:to>
                                        <p:strVal val="visible"/>
                                      </p:to>
                                    </p:set>
                                    <p:anim calcmode="lin" valueType="num">
                                      <p:cBhvr additive="base">
                                        <p:cTn dur="200"/>
                                        <p:tgtEl>
                                          <p:spTgt spid="2904"/>
                                        </p:tgtEl>
                                        <p:attrNameLst>
                                          <p:attrName>ppt_w</p:attrName>
                                        </p:attrNameLst>
                                      </p:cBhvr>
                                      <p:tavLst>
                                        <p:tav fmla="" tm="0">
                                          <p:val>
                                            <p:strVal val="0"/>
                                          </p:val>
                                        </p:tav>
                                        <p:tav fmla="" tm="100000">
                                          <p:val>
                                            <p:strVal val="#ppt_w"/>
                                          </p:val>
                                        </p:tav>
                                      </p:tavLst>
                                    </p:anim>
                                    <p:anim calcmode="lin" valueType="num">
                                      <p:cBhvr additive="base">
                                        <p:cTn dur="200"/>
                                        <p:tgtEl>
                                          <p:spTgt spid="2904"/>
                                        </p:tgtEl>
                                        <p:attrNameLst>
                                          <p:attrName>ppt_h</p:attrName>
                                        </p:attrNameLst>
                                      </p:cBhvr>
                                      <p:tavLst>
                                        <p:tav fmla="" tm="0">
                                          <p:val>
                                            <p:strVal val="0"/>
                                          </p:val>
                                        </p:tav>
                                        <p:tav fmla="" tm="100000">
                                          <p:val>
                                            <p:strVal val="#ppt_h"/>
                                          </p:val>
                                        </p:tav>
                                      </p:tavLst>
                                    </p:anim>
                                  </p:childTnLst>
                                </p:cTn>
                              </p:par>
                            </p:childTnLst>
                          </p:cTn>
                        </p:par>
                        <p:par>
                          <p:cTn fill="hold">
                            <p:stCondLst>
                              <p:cond delay="5800"/>
                            </p:stCondLst>
                            <p:childTnLst>
                              <p:par>
                                <p:cTn fill="hold" nodeType="afterEffect" presetClass="entr" presetID="23" presetSubtype="16">
                                  <p:stCondLst>
                                    <p:cond delay="0"/>
                                  </p:stCondLst>
                                  <p:childTnLst>
                                    <p:set>
                                      <p:cBhvr>
                                        <p:cTn dur="1" fill="hold">
                                          <p:stCondLst>
                                            <p:cond delay="0"/>
                                          </p:stCondLst>
                                        </p:cTn>
                                        <p:tgtEl>
                                          <p:spTgt spid="2930"/>
                                        </p:tgtEl>
                                        <p:attrNameLst>
                                          <p:attrName>style.visibility</p:attrName>
                                        </p:attrNameLst>
                                      </p:cBhvr>
                                      <p:to>
                                        <p:strVal val="visible"/>
                                      </p:to>
                                    </p:set>
                                    <p:anim calcmode="lin" valueType="num">
                                      <p:cBhvr additive="base">
                                        <p:cTn dur="200"/>
                                        <p:tgtEl>
                                          <p:spTgt spid="2930"/>
                                        </p:tgtEl>
                                        <p:attrNameLst>
                                          <p:attrName>ppt_w</p:attrName>
                                        </p:attrNameLst>
                                      </p:cBhvr>
                                      <p:tavLst>
                                        <p:tav fmla="" tm="0">
                                          <p:val>
                                            <p:strVal val="0"/>
                                          </p:val>
                                        </p:tav>
                                        <p:tav fmla="" tm="100000">
                                          <p:val>
                                            <p:strVal val="#ppt_w"/>
                                          </p:val>
                                        </p:tav>
                                      </p:tavLst>
                                    </p:anim>
                                    <p:anim calcmode="lin" valueType="num">
                                      <p:cBhvr additive="base">
                                        <p:cTn dur="200"/>
                                        <p:tgtEl>
                                          <p:spTgt spid="2930"/>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23" presetSubtype="16">
                                  <p:stCondLst>
                                    <p:cond delay="0"/>
                                  </p:stCondLst>
                                  <p:childTnLst>
                                    <p:set>
                                      <p:cBhvr>
                                        <p:cTn dur="1" fill="hold">
                                          <p:stCondLst>
                                            <p:cond delay="0"/>
                                          </p:stCondLst>
                                        </p:cTn>
                                        <p:tgtEl>
                                          <p:spTgt spid="2927"/>
                                        </p:tgtEl>
                                        <p:attrNameLst>
                                          <p:attrName>style.visibility</p:attrName>
                                        </p:attrNameLst>
                                      </p:cBhvr>
                                      <p:to>
                                        <p:strVal val="visible"/>
                                      </p:to>
                                    </p:set>
                                    <p:anim calcmode="lin" valueType="num">
                                      <p:cBhvr additive="base">
                                        <p:cTn dur="200"/>
                                        <p:tgtEl>
                                          <p:spTgt spid="2927"/>
                                        </p:tgtEl>
                                        <p:attrNameLst>
                                          <p:attrName>ppt_w</p:attrName>
                                        </p:attrNameLst>
                                      </p:cBhvr>
                                      <p:tavLst>
                                        <p:tav fmla="" tm="0">
                                          <p:val>
                                            <p:strVal val="0"/>
                                          </p:val>
                                        </p:tav>
                                        <p:tav fmla="" tm="100000">
                                          <p:val>
                                            <p:strVal val="#ppt_w"/>
                                          </p:val>
                                        </p:tav>
                                      </p:tavLst>
                                    </p:anim>
                                    <p:anim calcmode="lin" valueType="num">
                                      <p:cBhvr additive="base">
                                        <p:cTn dur="200"/>
                                        <p:tgtEl>
                                          <p:spTgt spid="2927"/>
                                        </p:tgtEl>
                                        <p:attrNameLst>
                                          <p:attrName>ppt_h</p:attrName>
                                        </p:attrNameLst>
                                      </p:cBhvr>
                                      <p:tavLst>
                                        <p:tav fmla="" tm="0">
                                          <p:val>
                                            <p:strVal val="0"/>
                                          </p:val>
                                        </p:tav>
                                        <p:tav fmla="" tm="100000">
                                          <p:val>
                                            <p:strVal val="#ppt_h"/>
                                          </p:val>
                                        </p:tav>
                                      </p:tavLst>
                                    </p:anim>
                                  </p:childTnLst>
                                </p:cTn>
                              </p:par>
                            </p:childTnLst>
                          </p:cTn>
                        </p:par>
                        <p:par>
                          <p:cTn fill="hold">
                            <p:stCondLst>
                              <p:cond delay="6200"/>
                            </p:stCondLst>
                            <p:childTnLst>
                              <p:par>
                                <p:cTn fill="hold" nodeType="afterEffect" presetClass="entr" presetID="23" presetSubtype="16">
                                  <p:stCondLst>
                                    <p:cond delay="0"/>
                                  </p:stCondLst>
                                  <p:childTnLst>
                                    <p:set>
                                      <p:cBhvr>
                                        <p:cTn dur="1" fill="hold">
                                          <p:stCondLst>
                                            <p:cond delay="0"/>
                                          </p:stCondLst>
                                        </p:cTn>
                                        <p:tgtEl>
                                          <p:spTgt spid="2932"/>
                                        </p:tgtEl>
                                        <p:attrNameLst>
                                          <p:attrName>style.visibility</p:attrName>
                                        </p:attrNameLst>
                                      </p:cBhvr>
                                      <p:to>
                                        <p:strVal val="visible"/>
                                      </p:to>
                                    </p:set>
                                    <p:anim calcmode="lin" valueType="num">
                                      <p:cBhvr additive="base">
                                        <p:cTn dur="200"/>
                                        <p:tgtEl>
                                          <p:spTgt spid="2932"/>
                                        </p:tgtEl>
                                        <p:attrNameLst>
                                          <p:attrName>ppt_w</p:attrName>
                                        </p:attrNameLst>
                                      </p:cBhvr>
                                      <p:tavLst>
                                        <p:tav fmla="" tm="0">
                                          <p:val>
                                            <p:strVal val="0"/>
                                          </p:val>
                                        </p:tav>
                                        <p:tav fmla="" tm="100000">
                                          <p:val>
                                            <p:strVal val="#ppt_w"/>
                                          </p:val>
                                        </p:tav>
                                      </p:tavLst>
                                    </p:anim>
                                    <p:anim calcmode="lin" valueType="num">
                                      <p:cBhvr additive="base">
                                        <p:cTn dur="200"/>
                                        <p:tgtEl>
                                          <p:spTgt spid="2932"/>
                                        </p:tgtEl>
                                        <p:attrNameLst>
                                          <p:attrName>ppt_h</p:attrName>
                                        </p:attrNameLst>
                                      </p:cBhvr>
                                      <p:tavLst>
                                        <p:tav fmla="" tm="0">
                                          <p:val>
                                            <p:strVal val="0"/>
                                          </p:val>
                                        </p:tav>
                                        <p:tav fmla="" tm="100000">
                                          <p:val>
                                            <p:strVal val="#ppt_h"/>
                                          </p:val>
                                        </p:tav>
                                      </p:tavLst>
                                    </p:anim>
                                  </p:childTnLst>
                                </p:cTn>
                              </p:par>
                            </p:childTnLst>
                          </p:cTn>
                        </p:par>
                        <p:par>
                          <p:cTn fill="hold">
                            <p:stCondLst>
                              <p:cond delay="6400"/>
                            </p:stCondLst>
                            <p:childTnLst>
                              <p:par>
                                <p:cTn fill="hold" nodeType="afterEffect" presetClass="entr" presetID="23" presetSubtype="16">
                                  <p:stCondLst>
                                    <p:cond delay="0"/>
                                  </p:stCondLst>
                                  <p:childTnLst>
                                    <p:set>
                                      <p:cBhvr>
                                        <p:cTn dur="1" fill="hold">
                                          <p:stCondLst>
                                            <p:cond delay="0"/>
                                          </p:stCondLst>
                                        </p:cTn>
                                        <p:tgtEl>
                                          <p:spTgt spid="2929"/>
                                        </p:tgtEl>
                                        <p:attrNameLst>
                                          <p:attrName>style.visibility</p:attrName>
                                        </p:attrNameLst>
                                      </p:cBhvr>
                                      <p:to>
                                        <p:strVal val="visible"/>
                                      </p:to>
                                    </p:set>
                                    <p:anim calcmode="lin" valueType="num">
                                      <p:cBhvr additive="base">
                                        <p:cTn dur="200"/>
                                        <p:tgtEl>
                                          <p:spTgt spid="2929"/>
                                        </p:tgtEl>
                                        <p:attrNameLst>
                                          <p:attrName>ppt_w</p:attrName>
                                        </p:attrNameLst>
                                      </p:cBhvr>
                                      <p:tavLst>
                                        <p:tav fmla="" tm="0">
                                          <p:val>
                                            <p:strVal val="0"/>
                                          </p:val>
                                        </p:tav>
                                        <p:tav fmla="" tm="100000">
                                          <p:val>
                                            <p:strVal val="#ppt_w"/>
                                          </p:val>
                                        </p:tav>
                                      </p:tavLst>
                                    </p:anim>
                                    <p:anim calcmode="lin" valueType="num">
                                      <p:cBhvr additive="base">
                                        <p:cTn dur="200"/>
                                        <p:tgtEl>
                                          <p:spTgt spid="2929"/>
                                        </p:tgtEl>
                                        <p:attrNameLst>
                                          <p:attrName>ppt_h</p:attrName>
                                        </p:attrNameLst>
                                      </p:cBhvr>
                                      <p:tavLst>
                                        <p:tav fmla="" tm="0">
                                          <p:val>
                                            <p:strVal val="0"/>
                                          </p:val>
                                        </p:tav>
                                        <p:tav fmla="" tm="100000">
                                          <p:val>
                                            <p:strVal val="#ppt_h"/>
                                          </p:val>
                                        </p:tav>
                                      </p:tavLst>
                                    </p:anim>
                                  </p:childTnLst>
                                </p:cTn>
                              </p:par>
                            </p:childTnLst>
                          </p:cTn>
                        </p:par>
                        <p:par>
                          <p:cTn fill="hold">
                            <p:stCondLst>
                              <p:cond delay="6600"/>
                            </p:stCondLst>
                            <p:childTnLst>
                              <p:par>
                                <p:cTn fill="hold" nodeType="afterEffect" presetClass="entr" presetID="23" presetSubtype="16">
                                  <p:stCondLst>
                                    <p:cond delay="0"/>
                                  </p:stCondLst>
                                  <p:childTnLst>
                                    <p:set>
                                      <p:cBhvr>
                                        <p:cTn dur="1" fill="hold">
                                          <p:stCondLst>
                                            <p:cond delay="0"/>
                                          </p:stCondLst>
                                        </p:cTn>
                                        <p:tgtEl>
                                          <p:spTgt spid="2933"/>
                                        </p:tgtEl>
                                        <p:attrNameLst>
                                          <p:attrName>style.visibility</p:attrName>
                                        </p:attrNameLst>
                                      </p:cBhvr>
                                      <p:to>
                                        <p:strVal val="visible"/>
                                      </p:to>
                                    </p:set>
                                    <p:anim calcmode="lin" valueType="num">
                                      <p:cBhvr additive="base">
                                        <p:cTn dur="200"/>
                                        <p:tgtEl>
                                          <p:spTgt spid="2933"/>
                                        </p:tgtEl>
                                        <p:attrNameLst>
                                          <p:attrName>ppt_w</p:attrName>
                                        </p:attrNameLst>
                                      </p:cBhvr>
                                      <p:tavLst>
                                        <p:tav fmla="" tm="0">
                                          <p:val>
                                            <p:strVal val="0"/>
                                          </p:val>
                                        </p:tav>
                                        <p:tav fmla="" tm="100000">
                                          <p:val>
                                            <p:strVal val="#ppt_w"/>
                                          </p:val>
                                        </p:tav>
                                      </p:tavLst>
                                    </p:anim>
                                    <p:anim calcmode="lin" valueType="num">
                                      <p:cBhvr additive="base">
                                        <p:cTn dur="200"/>
                                        <p:tgtEl>
                                          <p:spTgt spid="2933"/>
                                        </p:tgtEl>
                                        <p:attrNameLst>
                                          <p:attrName>ppt_h</p:attrName>
                                        </p:attrNameLst>
                                      </p:cBhvr>
                                      <p:tavLst>
                                        <p:tav fmla="" tm="0">
                                          <p:val>
                                            <p:strVal val="0"/>
                                          </p:val>
                                        </p:tav>
                                        <p:tav fmla="" tm="100000">
                                          <p:val>
                                            <p:strVal val="#ppt_h"/>
                                          </p:val>
                                        </p:tav>
                                      </p:tavLst>
                                    </p:anim>
                                  </p:childTnLst>
                                </p:cTn>
                              </p:par>
                            </p:childTnLst>
                          </p:cTn>
                        </p:par>
                        <p:par>
                          <p:cTn fill="hold">
                            <p:stCondLst>
                              <p:cond delay="6800"/>
                            </p:stCondLst>
                            <p:childTnLst>
                              <p:par>
                                <p:cTn fill="hold" nodeType="afterEffect" presetClass="entr" presetID="23" presetSubtype="16">
                                  <p:stCondLst>
                                    <p:cond delay="0"/>
                                  </p:stCondLst>
                                  <p:childTnLst>
                                    <p:set>
                                      <p:cBhvr>
                                        <p:cTn dur="1" fill="hold">
                                          <p:stCondLst>
                                            <p:cond delay="0"/>
                                          </p:stCondLst>
                                        </p:cTn>
                                        <p:tgtEl>
                                          <p:spTgt spid="2934"/>
                                        </p:tgtEl>
                                        <p:attrNameLst>
                                          <p:attrName>style.visibility</p:attrName>
                                        </p:attrNameLst>
                                      </p:cBhvr>
                                      <p:to>
                                        <p:strVal val="visible"/>
                                      </p:to>
                                    </p:set>
                                    <p:anim calcmode="lin" valueType="num">
                                      <p:cBhvr additive="base">
                                        <p:cTn dur="200"/>
                                        <p:tgtEl>
                                          <p:spTgt spid="2934"/>
                                        </p:tgtEl>
                                        <p:attrNameLst>
                                          <p:attrName>ppt_w</p:attrName>
                                        </p:attrNameLst>
                                      </p:cBhvr>
                                      <p:tavLst>
                                        <p:tav fmla="" tm="0">
                                          <p:val>
                                            <p:strVal val="0"/>
                                          </p:val>
                                        </p:tav>
                                        <p:tav fmla="" tm="100000">
                                          <p:val>
                                            <p:strVal val="#ppt_w"/>
                                          </p:val>
                                        </p:tav>
                                      </p:tavLst>
                                    </p:anim>
                                    <p:anim calcmode="lin" valueType="num">
                                      <p:cBhvr additive="base">
                                        <p:cTn dur="200"/>
                                        <p:tgtEl>
                                          <p:spTgt spid="2934"/>
                                        </p:tgtEl>
                                        <p:attrNameLst>
                                          <p:attrName>ppt_h</p:attrName>
                                        </p:attrNameLst>
                                      </p:cBhvr>
                                      <p:tavLst>
                                        <p:tav fmla="" tm="0">
                                          <p:val>
                                            <p:strVal val="0"/>
                                          </p:val>
                                        </p:tav>
                                        <p:tav fmla="" tm="100000">
                                          <p:val>
                                            <p:strVal val="#ppt_h"/>
                                          </p:val>
                                        </p:tav>
                                      </p:tavLst>
                                    </p:anim>
                                  </p:childTnLst>
                                </p:cTn>
                              </p:par>
                            </p:childTnLst>
                          </p:cTn>
                        </p:par>
                        <p:par>
                          <p:cTn fill="hold">
                            <p:stCondLst>
                              <p:cond delay="7000"/>
                            </p:stCondLst>
                            <p:childTnLst>
                              <p:par>
                                <p:cTn fill="hold" nodeType="afterEffect" presetClass="entr" presetID="23" presetSubtype="16">
                                  <p:stCondLst>
                                    <p:cond delay="0"/>
                                  </p:stCondLst>
                                  <p:childTnLst>
                                    <p:set>
                                      <p:cBhvr>
                                        <p:cTn dur="1" fill="hold">
                                          <p:stCondLst>
                                            <p:cond delay="0"/>
                                          </p:stCondLst>
                                        </p:cTn>
                                        <p:tgtEl>
                                          <p:spTgt spid="2931"/>
                                        </p:tgtEl>
                                        <p:attrNameLst>
                                          <p:attrName>style.visibility</p:attrName>
                                        </p:attrNameLst>
                                      </p:cBhvr>
                                      <p:to>
                                        <p:strVal val="visible"/>
                                      </p:to>
                                    </p:set>
                                    <p:anim calcmode="lin" valueType="num">
                                      <p:cBhvr additive="base">
                                        <p:cTn dur="200"/>
                                        <p:tgtEl>
                                          <p:spTgt spid="2931"/>
                                        </p:tgtEl>
                                        <p:attrNameLst>
                                          <p:attrName>ppt_w</p:attrName>
                                        </p:attrNameLst>
                                      </p:cBhvr>
                                      <p:tavLst>
                                        <p:tav fmla="" tm="0">
                                          <p:val>
                                            <p:strVal val="0"/>
                                          </p:val>
                                        </p:tav>
                                        <p:tav fmla="" tm="100000">
                                          <p:val>
                                            <p:strVal val="#ppt_w"/>
                                          </p:val>
                                        </p:tav>
                                      </p:tavLst>
                                    </p:anim>
                                    <p:anim calcmode="lin" valueType="num">
                                      <p:cBhvr additive="base">
                                        <p:cTn dur="200"/>
                                        <p:tgtEl>
                                          <p:spTgt spid="2931"/>
                                        </p:tgtEl>
                                        <p:attrNameLst>
                                          <p:attrName>ppt_h</p:attrName>
                                        </p:attrNameLst>
                                      </p:cBhvr>
                                      <p:tavLst>
                                        <p:tav fmla="" tm="0">
                                          <p:val>
                                            <p:strVal val="0"/>
                                          </p:val>
                                        </p:tav>
                                        <p:tav fmla="" tm="100000">
                                          <p:val>
                                            <p:strVal val="#ppt_h"/>
                                          </p:val>
                                        </p:tav>
                                      </p:tavLst>
                                    </p:anim>
                                  </p:childTnLst>
                                </p:cTn>
                              </p:par>
                            </p:childTnLst>
                          </p:cTn>
                        </p:par>
                        <p:par>
                          <p:cTn fill="hold">
                            <p:stCondLst>
                              <p:cond delay="7200"/>
                            </p:stCondLst>
                            <p:childTnLst>
                              <p:par>
                                <p:cTn fill="hold" nodeType="afterEffect" presetClass="entr" presetID="23" presetSubtype="16">
                                  <p:stCondLst>
                                    <p:cond delay="0"/>
                                  </p:stCondLst>
                                  <p:childTnLst>
                                    <p:set>
                                      <p:cBhvr>
                                        <p:cTn dur="1" fill="hold">
                                          <p:stCondLst>
                                            <p:cond delay="0"/>
                                          </p:stCondLst>
                                        </p:cTn>
                                        <p:tgtEl>
                                          <p:spTgt spid="2928"/>
                                        </p:tgtEl>
                                        <p:attrNameLst>
                                          <p:attrName>style.visibility</p:attrName>
                                        </p:attrNameLst>
                                      </p:cBhvr>
                                      <p:to>
                                        <p:strVal val="visible"/>
                                      </p:to>
                                    </p:set>
                                    <p:anim calcmode="lin" valueType="num">
                                      <p:cBhvr additive="base">
                                        <p:cTn dur="200"/>
                                        <p:tgtEl>
                                          <p:spTgt spid="2928"/>
                                        </p:tgtEl>
                                        <p:attrNameLst>
                                          <p:attrName>ppt_w</p:attrName>
                                        </p:attrNameLst>
                                      </p:cBhvr>
                                      <p:tavLst>
                                        <p:tav fmla="" tm="0">
                                          <p:val>
                                            <p:strVal val="0"/>
                                          </p:val>
                                        </p:tav>
                                        <p:tav fmla="" tm="100000">
                                          <p:val>
                                            <p:strVal val="#ppt_w"/>
                                          </p:val>
                                        </p:tav>
                                      </p:tavLst>
                                    </p:anim>
                                    <p:anim calcmode="lin" valueType="num">
                                      <p:cBhvr additive="base">
                                        <p:cTn dur="200"/>
                                        <p:tgtEl>
                                          <p:spTgt spid="292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9" name="Shape 2939"/>
        <p:cNvGrpSpPr/>
        <p:nvPr/>
      </p:nvGrpSpPr>
      <p:grpSpPr>
        <a:xfrm>
          <a:off x="0" y="0"/>
          <a:ext cx="0" cy="0"/>
          <a:chOff x="0" y="0"/>
          <a:chExt cx="0" cy="0"/>
        </a:xfrm>
      </p:grpSpPr>
      <p:sp>
        <p:nvSpPr>
          <p:cNvPr id="2940" name="Google Shape;2940;p117"/>
          <p:cNvSpPr txBox="1"/>
          <p:nvPr>
            <p:ph type="ctrTitle"/>
          </p:nvPr>
        </p:nvSpPr>
        <p:spPr>
          <a:xfrm>
            <a:off x="2194950" y="481575"/>
            <a:ext cx="4746300" cy="20526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121"/>
                </a:solidFill>
                <a:latin typeface="Luckiest Guy"/>
                <a:ea typeface="Luckiest Guy"/>
                <a:cs typeface="Luckiest Guy"/>
                <a:sym typeface="Luckiest Guy"/>
              </a:rPr>
              <a:t>L2 health</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Do now</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mon 17/3</a:t>
            </a:r>
            <a:endParaRPr>
              <a:solidFill>
                <a:srgbClr val="212121"/>
              </a:solidFill>
              <a:latin typeface="Luckiest Guy"/>
              <a:ea typeface="Luckiest Guy"/>
              <a:cs typeface="Luckiest Guy"/>
              <a:sym typeface="Luckiest Guy"/>
            </a:endParaRPr>
          </a:p>
        </p:txBody>
      </p:sp>
      <p:sp>
        <p:nvSpPr>
          <p:cNvPr id="2941" name="Google Shape;2941;p117"/>
          <p:cNvSpPr txBox="1"/>
          <p:nvPr>
            <p:ph idx="1" type="subTitle"/>
          </p:nvPr>
        </p:nvSpPr>
        <p:spPr>
          <a:xfrm>
            <a:off x="1540775" y="2610375"/>
            <a:ext cx="5718600" cy="1875000"/>
          </a:xfrm>
          <a:prstGeom prst="rect">
            <a:avLst/>
          </a:prstGeom>
        </p:spPr>
        <p:txBody>
          <a:bodyPr anchorCtr="0" anchor="t" bIns="91425" lIns="91425" spcFirstLastPara="1" rIns="91425" wrap="square" tIns="91425">
            <a:noAutofit/>
          </a:bodyPr>
          <a:lstStyle/>
          <a:p>
            <a:pPr indent="-342900" lvl="0" marL="457200" rtl="0" algn="ctr">
              <a:spcBef>
                <a:spcPts val="0"/>
              </a:spcBef>
              <a:spcAft>
                <a:spcPts val="0"/>
              </a:spcAft>
              <a:buSzPts val="1800"/>
              <a:buFont typeface="Jost"/>
              <a:buAutoNum type="arabicPeriod"/>
            </a:pPr>
            <a:r>
              <a:rPr lang="en">
                <a:latin typeface="Jost"/>
                <a:ea typeface="Jost"/>
                <a:cs typeface="Jost"/>
                <a:sym typeface="Jost"/>
              </a:rPr>
              <a:t>Rate your motivation out of 10 when it comes to completing your 2.2 assessment to the standard you want to complete it at</a:t>
            </a:r>
            <a:endParaRPr>
              <a:latin typeface="Jost"/>
              <a:ea typeface="Jost"/>
              <a:cs typeface="Jost"/>
              <a:sym typeface="Jost"/>
            </a:endParaRPr>
          </a:p>
          <a:p>
            <a:pPr indent="-342900" lvl="0" marL="457200" rtl="0" algn="ctr">
              <a:spcBef>
                <a:spcPts val="0"/>
              </a:spcBef>
              <a:spcAft>
                <a:spcPts val="0"/>
              </a:spcAft>
              <a:buSzPts val="1800"/>
              <a:buFont typeface="Jost"/>
              <a:buAutoNum type="arabicPeriod"/>
            </a:pPr>
            <a:r>
              <a:rPr lang="en">
                <a:latin typeface="Jost"/>
                <a:ea typeface="Jost"/>
                <a:cs typeface="Jost"/>
                <a:sym typeface="Jost"/>
              </a:rPr>
              <a:t>Share it with the person next you</a:t>
            </a:r>
            <a:endParaRPr>
              <a:latin typeface="Jost"/>
              <a:ea typeface="Jost"/>
              <a:cs typeface="Jost"/>
              <a:sym typeface="Jost"/>
            </a:endParaRPr>
          </a:p>
        </p:txBody>
      </p:sp>
      <p:sp>
        <p:nvSpPr>
          <p:cNvPr id="2942" name="Google Shape;2942;p117"/>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117"/>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117"/>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117"/>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117"/>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117"/>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117"/>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117"/>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117"/>
          <p:cNvSpPr/>
          <p:nvPr/>
        </p:nvSpPr>
        <p:spPr>
          <a:xfrm rot="10800000">
            <a:off x="680965" y="269200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117"/>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117"/>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117"/>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117"/>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117"/>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117"/>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117"/>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117"/>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117"/>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117"/>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117"/>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117"/>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117"/>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117"/>
          <p:cNvSpPr/>
          <p:nvPr/>
        </p:nvSpPr>
        <p:spPr>
          <a:xfrm rot="10800000">
            <a:off x="2069765" y="-76210"/>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117"/>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117"/>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117"/>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117"/>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117"/>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117"/>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117"/>
          <p:cNvSpPr/>
          <p:nvPr/>
        </p:nvSpPr>
        <p:spPr>
          <a:xfrm>
            <a:off x="8652474" y="316885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117"/>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117"/>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117"/>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117"/>
          <p:cNvSpPr/>
          <p:nvPr/>
        </p:nvSpPr>
        <p:spPr>
          <a:xfrm>
            <a:off x="7822482" y="3491070"/>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117"/>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2977" name="Google Shape;2977;p117" title="10 Minute Timer">
            <a:hlinkClick r:id="rId3"/>
          </p:cNvPr>
          <p:cNvPicPr preferRelativeResize="0"/>
          <p:nvPr/>
        </p:nvPicPr>
        <p:blipFill>
          <a:blip r:embed="rId4">
            <a:alphaModFix/>
          </a:blip>
          <a:stretch>
            <a:fillRect/>
          </a:stretch>
        </p:blipFill>
        <p:spPr>
          <a:xfrm>
            <a:off x="6695538" y="656137"/>
            <a:ext cx="1716525" cy="965550"/>
          </a:xfrm>
          <a:prstGeom prst="rect">
            <a:avLst/>
          </a:prstGeom>
          <a:noFill/>
          <a:ln>
            <a:noFill/>
          </a:ln>
        </p:spPr>
      </p:pic>
      <p:sp>
        <p:nvSpPr>
          <p:cNvPr id="2978" name="Google Shape;2978;p117"/>
          <p:cNvSpPr txBox="1"/>
          <p:nvPr/>
        </p:nvSpPr>
        <p:spPr>
          <a:xfrm>
            <a:off x="2222700" y="4057675"/>
            <a:ext cx="4690800" cy="400200"/>
          </a:xfrm>
          <a:prstGeom prst="rect">
            <a:avLst/>
          </a:prstGeom>
          <a:solidFill>
            <a:schemeClr val="accen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Luckiest Guy"/>
                <a:ea typeface="Luckiest Guy"/>
                <a:cs typeface="Luckiest Guy"/>
                <a:sym typeface="Luckiest Guy"/>
              </a:rPr>
              <a:t>What do you need to do make your rating higher?</a:t>
            </a:r>
            <a:endParaRPr>
              <a:solidFill>
                <a:schemeClr val="dk2"/>
              </a:solidFill>
              <a:latin typeface="Luckiest Guy"/>
              <a:ea typeface="Luckiest Guy"/>
              <a:cs typeface="Luckiest Guy"/>
              <a:sym typeface="Luckiest Gu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57"/>
                                        </p:tgtEl>
                                        <p:attrNameLst>
                                          <p:attrName>style.visibility</p:attrName>
                                        </p:attrNameLst>
                                      </p:cBhvr>
                                      <p:to>
                                        <p:strVal val="visible"/>
                                      </p:to>
                                    </p:set>
                                    <p:anim calcmode="lin" valueType="num">
                                      <p:cBhvr additive="base">
                                        <p:cTn dur="200"/>
                                        <p:tgtEl>
                                          <p:spTgt spid="2957"/>
                                        </p:tgtEl>
                                        <p:attrNameLst>
                                          <p:attrName>ppt_w</p:attrName>
                                        </p:attrNameLst>
                                      </p:cBhvr>
                                      <p:tavLst>
                                        <p:tav fmla="" tm="0">
                                          <p:val>
                                            <p:strVal val="0"/>
                                          </p:val>
                                        </p:tav>
                                        <p:tav fmla="" tm="100000">
                                          <p:val>
                                            <p:strVal val="#ppt_w"/>
                                          </p:val>
                                        </p:tav>
                                      </p:tavLst>
                                    </p:anim>
                                    <p:anim calcmode="lin" valueType="num">
                                      <p:cBhvr additive="base">
                                        <p:cTn dur="200"/>
                                        <p:tgtEl>
                                          <p:spTgt spid="2957"/>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2965"/>
                                        </p:tgtEl>
                                        <p:attrNameLst>
                                          <p:attrName>style.visibility</p:attrName>
                                        </p:attrNameLst>
                                      </p:cBhvr>
                                      <p:to>
                                        <p:strVal val="visible"/>
                                      </p:to>
                                    </p:set>
                                    <p:anim calcmode="lin" valueType="num">
                                      <p:cBhvr additive="base">
                                        <p:cTn dur="200"/>
                                        <p:tgtEl>
                                          <p:spTgt spid="2965"/>
                                        </p:tgtEl>
                                        <p:attrNameLst>
                                          <p:attrName>ppt_w</p:attrName>
                                        </p:attrNameLst>
                                      </p:cBhvr>
                                      <p:tavLst>
                                        <p:tav fmla="" tm="0">
                                          <p:val>
                                            <p:strVal val="0"/>
                                          </p:val>
                                        </p:tav>
                                        <p:tav fmla="" tm="100000">
                                          <p:val>
                                            <p:strVal val="#ppt_w"/>
                                          </p:val>
                                        </p:tav>
                                      </p:tavLst>
                                    </p:anim>
                                    <p:anim calcmode="lin" valueType="num">
                                      <p:cBhvr additive="base">
                                        <p:cTn dur="200"/>
                                        <p:tgtEl>
                                          <p:spTgt spid="2965"/>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2953"/>
                                        </p:tgtEl>
                                        <p:attrNameLst>
                                          <p:attrName>style.visibility</p:attrName>
                                        </p:attrNameLst>
                                      </p:cBhvr>
                                      <p:to>
                                        <p:strVal val="visible"/>
                                      </p:to>
                                    </p:set>
                                    <p:anim calcmode="lin" valueType="num">
                                      <p:cBhvr additive="base">
                                        <p:cTn dur="200"/>
                                        <p:tgtEl>
                                          <p:spTgt spid="2953"/>
                                        </p:tgtEl>
                                        <p:attrNameLst>
                                          <p:attrName>ppt_w</p:attrName>
                                        </p:attrNameLst>
                                      </p:cBhvr>
                                      <p:tavLst>
                                        <p:tav fmla="" tm="0">
                                          <p:val>
                                            <p:strVal val="0"/>
                                          </p:val>
                                        </p:tav>
                                        <p:tav fmla="" tm="100000">
                                          <p:val>
                                            <p:strVal val="#ppt_w"/>
                                          </p:val>
                                        </p:tav>
                                      </p:tavLst>
                                    </p:anim>
                                    <p:anim calcmode="lin" valueType="num">
                                      <p:cBhvr additive="base">
                                        <p:cTn dur="200"/>
                                        <p:tgtEl>
                                          <p:spTgt spid="295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940"/>
                                        </p:tgtEl>
                                        <p:attrNameLst>
                                          <p:attrName>style.visibility</p:attrName>
                                        </p:attrNameLst>
                                      </p:cBhvr>
                                      <p:to>
                                        <p:strVal val="visible"/>
                                      </p:to>
                                    </p:set>
                                    <p:animEffect filter="fade" transition="in">
                                      <p:cBhvr>
                                        <p:cTn dur="300"/>
                                        <p:tgtEl>
                                          <p:spTgt spid="2940"/>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2943"/>
                                        </p:tgtEl>
                                        <p:attrNameLst>
                                          <p:attrName>style.visibility</p:attrName>
                                        </p:attrNameLst>
                                      </p:cBhvr>
                                      <p:to>
                                        <p:strVal val="visible"/>
                                      </p:to>
                                    </p:set>
                                    <p:anim calcmode="lin" valueType="num">
                                      <p:cBhvr additive="base">
                                        <p:cTn dur="200"/>
                                        <p:tgtEl>
                                          <p:spTgt spid="2943"/>
                                        </p:tgtEl>
                                        <p:attrNameLst>
                                          <p:attrName>ppt_w</p:attrName>
                                        </p:attrNameLst>
                                      </p:cBhvr>
                                      <p:tavLst>
                                        <p:tav fmla="" tm="0">
                                          <p:val>
                                            <p:strVal val="0"/>
                                          </p:val>
                                        </p:tav>
                                        <p:tav fmla="" tm="100000">
                                          <p:val>
                                            <p:strVal val="#ppt_w"/>
                                          </p:val>
                                        </p:tav>
                                      </p:tavLst>
                                    </p:anim>
                                    <p:anim calcmode="lin" valueType="num">
                                      <p:cBhvr additive="base">
                                        <p:cTn dur="200"/>
                                        <p:tgtEl>
                                          <p:spTgt spid="2943"/>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2958"/>
                                        </p:tgtEl>
                                        <p:attrNameLst>
                                          <p:attrName>style.visibility</p:attrName>
                                        </p:attrNameLst>
                                      </p:cBhvr>
                                      <p:to>
                                        <p:strVal val="visible"/>
                                      </p:to>
                                    </p:set>
                                    <p:anim calcmode="lin" valueType="num">
                                      <p:cBhvr additive="base">
                                        <p:cTn dur="200"/>
                                        <p:tgtEl>
                                          <p:spTgt spid="2958"/>
                                        </p:tgtEl>
                                        <p:attrNameLst>
                                          <p:attrName>ppt_w</p:attrName>
                                        </p:attrNameLst>
                                      </p:cBhvr>
                                      <p:tavLst>
                                        <p:tav fmla="" tm="0">
                                          <p:val>
                                            <p:strVal val="0"/>
                                          </p:val>
                                        </p:tav>
                                        <p:tav fmla="" tm="100000">
                                          <p:val>
                                            <p:strVal val="#ppt_w"/>
                                          </p:val>
                                        </p:tav>
                                      </p:tavLst>
                                    </p:anim>
                                    <p:anim calcmode="lin" valueType="num">
                                      <p:cBhvr additive="base">
                                        <p:cTn dur="200"/>
                                        <p:tgtEl>
                                          <p:spTgt spid="2958"/>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2945"/>
                                        </p:tgtEl>
                                        <p:attrNameLst>
                                          <p:attrName>style.visibility</p:attrName>
                                        </p:attrNameLst>
                                      </p:cBhvr>
                                      <p:to>
                                        <p:strVal val="visible"/>
                                      </p:to>
                                    </p:set>
                                    <p:anim calcmode="lin" valueType="num">
                                      <p:cBhvr additive="base">
                                        <p:cTn dur="200"/>
                                        <p:tgtEl>
                                          <p:spTgt spid="2945"/>
                                        </p:tgtEl>
                                        <p:attrNameLst>
                                          <p:attrName>ppt_w</p:attrName>
                                        </p:attrNameLst>
                                      </p:cBhvr>
                                      <p:tavLst>
                                        <p:tav fmla="" tm="0">
                                          <p:val>
                                            <p:strVal val="0"/>
                                          </p:val>
                                        </p:tav>
                                        <p:tav fmla="" tm="100000">
                                          <p:val>
                                            <p:strVal val="#ppt_w"/>
                                          </p:val>
                                        </p:tav>
                                      </p:tavLst>
                                    </p:anim>
                                    <p:anim calcmode="lin" valueType="num">
                                      <p:cBhvr additive="base">
                                        <p:cTn dur="200"/>
                                        <p:tgtEl>
                                          <p:spTgt spid="2945"/>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2964"/>
                                        </p:tgtEl>
                                        <p:attrNameLst>
                                          <p:attrName>style.visibility</p:attrName>
                                        </p:attrNameLst>
                                      </p:cBhvr>
                                      <p:to>
                                        <p:strVal val="visible"/>
                                      </p:to>
                                    </p:set>
                                    <p:anim calcmode="lin" valueType="num">
                                      <p:cBhvr additive="base">
                                        <p:cTn dur="200"/>
                                        <p:tgtEl>
                                          <p:spTgt spid="2964"/>
                                        </p:tgtEl>
                                        <p:attrNameLst>
                                          <p:attrName>ppt_w</p:attrName>
                                        </p:attrNameLst>
                                      </p:cBhvr>
                                      <p:tavLst>
                                        <p:tav fmla="" tm="0">
                                          <p:val>
                                            <p:strVal val="0"/>
                                          </p:val>
                                        </p:tav>
                                        <p:tav fmla="" tm="100000">
                                          <p:val>
                                            <p:strVal val="#ppt_w"/>
                                          </p:val>
                                        </p:tav>
                                      </p:tavLst>
                                    </p:anim>
                                    <p:anim calcmode="lin" valueType="num">
                                      <p:cBhvr additive="base">
                                        <p:cTn dur="200"/>
                                        <p:tgtEl>
                                          <p:spTgt spid="2964"/>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2956"/>
                                        </p:tgtEl>
                                        <p:attrNameLst>
                                          <p:attrName>style.visibility</p:attrName>
                                        </p:attrNameLst>
                                      </p:cBhvr>
                                      <p:to>
                                        <p:strVal val="visible"/>
                                      </p:to>
                                    </p:set>
                                    <p:anim calcmode="lin" valueType="num">
                                      <p:cBhvr additive="base">
                                        <p:cTn dur="200"/>
                                        <p:tgtEl>
                                          <p:spTgt spid="2956"/>
                                        </p:tgtEl>
                                        <p:attrNameLst>
                                          <p:attrName>ppt_w</p:attrName>
                                        </p:attrNameLst>
                                      </p:cBhvr>
                                      <p:tavLst>
                                        <p:tav fmla="" tm="0">
                                          <p:val>
                                            <p:strVal val="0"/>
                                          </p:val>
                                        </p:tav>
                                        <p:tav fmla="" tm="100000">
                                          <p:val>
                                            <p:strVal val="#ppt_w"/>
                                          </p:val>
                                        </p:tav>
                                      </p:tavLst>
                                    </p:anim>
                                    <p:anim calcmode="lin" valueType="num">
                                      <p:cBhvr additive="base">
                                        <p:cTn dur="200"/>
                                        <p:tgtEl>
                                          <p:spTgt spid="2956"/>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2947"/>
                                        </p:tgtEl>
                                        <p:attrNameLst>
                                          <p:attrName>style.visibility</p:attrName>
                                        </p:attrNameLst>
                                      </p:cBhvr>
                                      <p:to>
                                        <p:strVal val="visible"/>
                                      </p:to>
                                    </p:set>
                                    <p:anim calcmode="lin" valueType="num">
                                      <p:cBhvr additive="base">
                                        <p:cTn dur="200"/>
                                        <p:tgtEl>
                                          <p:spTgt spid="2947"/>
                                        </p:tgtEl>
                                        <p:attrNameLst>
                                          <p:attrName>ppt_w</p:attrName>
                                        </p:attrNameLst>
                                      </p:cBhvr>
                                      <p:tavLst>
                                        <p:tav fmla="" tm="0">
                                          <p:val>
                                            <p:strVal val="0"/>
                                          </p:val>
                                        </p:tav>
                                        <p:tav fmla="" tm="100000">
                                          <p:val>
                                            <p:strVal val="#ppt_w"/>
                                          </p:val>
                                        </p:tav>
                                      </p:tavLst>
                                    </p:anim>
                                    <p:anim calcmode="lin" valueType="num">
                                      <p:cBhvr additive="base">
                                        <p:cTn dur="200"/>
                                        <p:tgtEl>
                                          <p:spTgt spid="2947"/>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2950"/>
                                        </p:tgtEl>
                                        <p:attrNameLst>
                                          <p:attrName>style.visibility</p:attrName>
                                        </p:attrNameLst>
                                      </p:cBhvr>
                                      <p:to>
                                        <p:strVal val="visible"/>
                                      </p:to>
                                    </p:set>
                                    <p:anim calcmode="lin" valueType="num">
                                      <p:cBhvr additive="base">
                                        <p:cTn dur="200"/>
                                        <p:tgtEl>
                                          <p:spTgt spid="2950"/>
                                        </p:tgtEl>
                                        <p:attrNameLst>
                                          <p:attrName>ppt_w</p:attrName>
                                        </p:attrNameLst>
                                      </p:cBhvr>
                                      <p:tavLst>
                                        <p:tav fmla="" tm="0">
                                          <p:val>
                                            <p:strVal val="0"/>
                                          </p:val>
                                        </p:tav>
                                        <p:tav fmla="" tm="100000">
                                          <p:val>
                                            <p:strVal val="#ppt_w"/>
                                          </p:val>
                                        </p:tav>
                                      </p:tavLst>
                                    </p:anim>
                                    <p:anim calcmode="lin" valueType="num">
                                      <p:cBhvr additive="base">
                                        <p:cTn dur="200"/>
                                        <p:tgtEl>
                                          <p:spTgt spid="2950"/>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2967"/>
                                        </p:tgtEl>
                                        <p:attrNameLst>
                                          <p:attrName>style.visibility</p:attrName>
                                        </p:attrNameLst>
                                      </p:cBhvr>
                                      <p:to>
                                        <p:strVal val="visible"/>
                                      </p:to>
                                    </p:set>
                                    <p:anim calcmode="lin" valueType="num">
                                      <p:cBhvr additive="base">
                                        <p:cTn dur="200"/>
                                        <p:tgtEl>
                                          <p:spTgt spid="2967"/>
                                        </p:tgtEl>
                                        <p:attrNameLst>
                                          <p:attrName>ppt_w</p:attrName>
                                        </p:attrNameLst>
                                      </p:cBhvr>
                                      <p:tavLst>
                                        <p:tav fmla="" tm="0">
                                          <p:val>
                                            <p:strVal val="0"/>
                                          </p:val>
                                        </p:tav>
                                        <p:tav fmla="" tm="100000">
                                          <p:val>
                                            <p:strVal val="#ppt_w"/>
                                          </p:val>
                                        </p:tav>
                                      </p:tavLst>
                                    </p:anim>
                                    <p:anim calcmode="lin" valueType="num">
                                      <p:cBhvr additive="base">
                                        <p:cTn dur="200"/>
                                        <p:tgtEl>
                                          <p:spTgt spid="2967"/>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2952"/>
                                        </p:tgtEl>
                                        <p:attrNameLst>
                                          <p:attrName>style.visibility</p:attrName>
                                        </p:attrNameLst>
                                      </p:cBhvr>
                                      <p:to>
                                        <p:strVal val="visible"/>
                                      </p:to>
                                    </p:set>
                                    <p:anim calcmode="lin" valueType="num">
                                      <p:cBhvr additive="base">
                                        <p:cTn dur="200"/>
                                        <p:tgtEl>
                                          <p:spTgt spid="2952"/>
                                        </p:tgtEl>
                                        <p:attrNameLst>
                                          <p:attrName>ppt_w</p:attrName>
                                        </p:attrNameLst>
                                      </p:cBhvr>
                                      <p:tavLst>
                                        <p:tav fmla="" tm="0">
                                          <p:val>
                                            <p:strVal val="0"/>
                                          </p:val>
                                        </p:tav>
                                        <p:tav fmla="" tm="100000">
                                          <p:val>
                                            <p:strVal val="#ppt_w"/>
                                          </p:val>
                                        </p:tav>
                                      </p:tavLst>
                                    </p:anim>
                                    <p:anim calcmode="lin" valueType="num">
                                      <p:cBhvr additive="base">
                                        <p:cTn dur="200"/>
                                        <p:tgtEl>
                                          <p:spTgt spid="2952"/>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2944"/>
                                        </p:tgtEl>
                                        <p:attrNameLst>
                                          <p:attrName>style.visibility</p:attrName>
                                        </p:attrNameLst>
                                      </p:cBhvr>
                                      <p:to>
                                        <p:strVal val="visible"/>
                                      </p:to>
                                    </p:set>
                                    <p:anim calcmode="lin" valueType="num">
                                      <p:cBhvr additive="base">
                                        <p:cTn dur="200"/>
                                        <p:tgtEl>
                                          <p:spTgt spid="2944"/>
                                        </p:tgtEl>
                                        <p:attrNameLst>
                                          <p:attrName>ppt_w</p:attrName>
                                        </p:attrNameLst>
                                      </p:cBhvr>
                                      <p:tavLst>
                                        <p:tav fmla="" tm="0">
                                          <p:val>
                                            <p:strVal val="0"/>
                                          </p:val>
                                        </p:tav>
                                        <p:tav fmla="" tm="100000">
                                          <p:val>
                                            <p:strVal val="#ppt_w"/>
                                          </p:val>
                                        </p:tav>
                                      </p:tavLst>
                                    </p:anim>
                                    <p:anim calcmode="lin" valueType="num">
                                      <p:cBhvr additive="base">
                                        <p:cTn dur="200"/>
                                        <p:tgtEl>
                                          <p:spTgt spid="2944"/>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2942"/>
                                        </p:tgtEl>
                                        <p:attrNameLst>
                                          <p:attrName>style.visibility</p:attrName>
                                        </p:attrNameLst>
                                      </p:cBhvr>
                                      <p:to>
                                        <p:strVal val="visible"/>
                                      </p:to>
                                    </p:set>
                                    <p:anim calcmode="lin" valueType="num">
                                      <p:cBhvr additive="base">
                                        <p:cTn dur="200"/>
                                        <p:tgtEl>
                                          <p:spTgt spid="2942"/>
                                        </p:tgtEl>
                                        <p:attrNameLst>
                                          <p:attrName>ppt_w</p:attrName>
                                        </p:attrNameLst>
                                      </p:cBhvr>
                                      <p:tavLst>
                                        <p:tav fmla="" tm="0">
                                          <p:val>
                                            <p:strVal val="0"/>
                                          </p:val>
                                        </p:tav>
                                        <p:tav fmla="" tm="100000">
                                          <p:val>
                                            <p:strVal val="#ppt_w"/>
                                          </p:val>
                                        </p:tav>
                                      </p:tavLst>
                                    </p:anim>
                                    <p:anim calcmode="lin" valueType="num">
                                      <p:cBhvr additive="base">
                                        <p:cTn dur="200"/>
                                        <p:tgtEl>
                                          <p:spTgt spid="2942"/>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2946"/>
                                        </p:tgtEl>
                                        <p:attrNameLst>
                                          <p:attrName>style.visibility</p:attrName>
                                        </p:attrNameLst>
                                      </p:cBhvr>
                                      <p:to>
                                        <p:strVal val="visible"/>
                                      </p:to>
                                    </p:set>
                                    <p:anim calcmode="lin" valueType="num">
                                      <p:cBhvr additive="base">
                                        <p:cTn dur="200"/>
                                        <p:tgtEl>
                                          <p:spTgt spid="2946"/>
                                        </p:tgtEl>
                                        <p:attrNameLst>
                                          <p:attrName>ppt_w</p:attrName>
                                        </p:attrNameLst>
                                      </p:cBhvr>
                                      <p:tavLst>
                                        <p:tav fmla="" tm="0">
                                          <p:val>
                                            <p:strVal val="0"/>
                                          </p:val>
                                        </p:tav>
                                        <p:tav fmla="" tm="100000">
                                          <p:val>
                                            <p:strVal val="#ppt_w"/>
                                          </p:val>
                                        </p:tav>
                                      </p:tavLst>
                                    </p:anim>
                                    <p:anim calcmode="lin" valueType="num">
                                      <p:cBhvr additive="base">
                                        <p:cTn dur="200"/>
                                        <p:tgtEl>
                                          <p:spTgt spid="2946"/>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2959"/>
                                        </p:tgtEl>
                                        <p:attrNameLst>
                                          <p:attrName>style.visibility</p:attrName>
                                        </p:attrNameLst>
                                      </p:cBhvr>
                                      <p:to>
                                        <p:strVal val="visible"/>
                                      </p:to>
                                    </p:set>
                                    <p:anim calcmode="lin" valueType="num">
                                      <p:cBhvr additive="base">
                                        <p:cTn dur="200"/>
                                        <p:tgtEl>
                                          <p:spTgt spid="2959"/>
                                        </p:tgtEl>
                                        <p:attrNameLst>
                                          <p:attrName>ppt_w</p:attrName>
                                        </p:attrNameLst>
                                      </p:cBhvr>
                                      <p:tavLst>
                                        <p:tav fmla="" tm="0">
                                          <p:val>
                                            <p:strVal val="0"/>
                                          </p:val>
                                        </p:tav>
                                        <p:tav fmla="" tm="100000">
                                          <p:val>
                                            <p:strVal val="#ppt_w"/>
                                          </p:val>
                                        </p:tav>
                                      </p:tavLst>
                                    </p:anim>
                                    <p:anim calcmode="lin" valueType="num">
                                      <p:cBhvr additive="base">
                                        <p:cTn dur="200"/>
                                        <p:tgtEl>
                                          <p:spTgt spid="2959"/>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2968"/>
                                        </p:tgtEl>
                                        <p:attrNameLst>
                                          <p:attrName>style.visibility</p:attrName>
                                        </p:attrNameLst>
                                      </p:cBhvr>
                                      <p:to>
                                        <p:strVal val="visible"/>
                                      </p:to>
                                    </p:set>
                                    <p:anim calcmode="lin" valueType="num">
                                      <p:cBhvr additive="base">
                                        <p:cTn dur="200"/>
                                        <p:tgtEl>
                                          <p:spTgt spid="2968"/>
                                        </p:tgtEl>
                                        <p:attrNameLst>
                                          <p:attrName>ppt_w</p:attrName>
                                        </p:attrNameLst>
                                      </p:cBhvr>
                                      <p:tavLst>
                                        <p:tav fmla="" tm="0">
                                          <p:val>
                                            <p:strVal val="0"/>
                                          </p:val>
                                        </p:tav>
                                        <p:tav fmla="" tm="100000">
                                          <p:val>
                                            <p:strVal val="#ppt_w"/>
                                          </p:val>
                                        </p:tav>
                                      </p:tavLst>
                                    </p:anim>
                                    <p:anim calcmode="lin" valueType="num">
                                      <p:cBhvr additive="base">
                                        <p:cTn dur="200"/>
                                        <p:tgtEl>
                                          <p:spTgt spid="2968"/>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2949"/>
                                        </p:tgtEl>
                                        <p:attrNameLst>
                                          <p:attrName>style.visibility</p:attrName>
                                        </p:attrNameLst>
                                      </p:cBhvr>
                                      <p:to>
                                        <p:strVal val="visible"/>
                                      </p:to>
                                    </p:set>
                                    <p:anim calcmode="lin" valueType="num">
                                      <p:cBhvr additive="base">
                                        <p:cTn dur="200"/>
                                        <p:tgtEl>
                                          <p:spTgt spid="2949"/>
                                        </p:tgtEl>
                                        <p:attrNameLst>
                                          <p:attrName>ppt_w</p:attrName>
                                        </p:attrNameLst>
                                      </p:cBhvr>
                                      <p:tavLst>
                                        <p:tav fmla="" tm="0">
                                          <p:val>
                                            <p:strVal val="0"/>
                                          </p:val>
                                        </p:tav>
                                        <p:tav fmla="" tm="100000">
                                          <p:val>
                                            <p:strVal val="#ppt_w"/>
                                          </p:val>
                                        </p:tav>
                                      </p:tavLst>
                                    </p:anim>
                                    <p:anim calcmode="lin" valueType="num">
                                      <p:cBhvr additive="base">
                                        <p:cTn dur="200"/>
                                        <p:tgtEl>
                                          <p:spTgt spid="2949"/>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2951"/>
                                        </p:tgtEl>
                                        <p:attrNameLst>
                                          <p:attrName>style.visibility</p:attrName>
                                        </p:attrNameLst>
                                      </p:cBhvr>
                                      <p:to>
                                        <p:strVal val="visible"/>
                                      </p:to>
                                    </p:set>
                                    <p:anim calcmode="lin" valueType="num">
                                      <p:cBhvr additive="base">
                                        <p:cTn dur="200"/>
                                        <p:tgtEl>
                                          <p:spTgt spid="2951"/>
                                        </p:tgtEl>
                                        <p:attrNameLst>
                                          <p:attrName>ppt_w</p:attrName>
                                        </p:attrNameLst>
                                      </p:cBhvr>
                                      <p:tavLst>
                                        <p:tav fmla="" tm="0">
                                          <p:val>
                                            <p:strVal val="0"/>
                                          </p:val>
                                        </p:tav>
                                        <p:tav fmla="" tm="100000">
                                          <p:val>
                                            <p:strVal val="#ppt_w"/>
                                          </p:val>
                                        </p:tav>
                                      </p:tavLst>
                                    </p:anim>
                                    <p:anim calcmode="lin" valueType="num">
                                      <p:cBhvr additive="base">
                                        <p:cTn dur="200"/>
                                        <p:tgtEl>
                                          <p:spTgt spid="2951"/>
                                        </p:tgtEl>
                                        <p:attrNameLst>
                                          <p:attrName>ppt_h</p:attrName>
                                        </p:attrNameLst>
                                      </p:cBhvr>
                                      <p:tavLst>
                                        <p:tav fmla="" tm="0">
                                          <p:val>
                                            <p:strVal val="0"/>
                                          </p:val>
                                        </p:tav>
                                        <p:tav fmla="" tm="100000">
                                          <p:val>
                                            <p:strVal val="#ppt_h"/>
                                          </p:val>
                                        </p:tav>
                                      </p:tavLst>
                                    </p:anim>
                                  </p:childTnLst>
                                </p:cTn>
                              </p:par>
                            </p:childTnLst>
                          </p:cTn>
                        </p:par>
                        <p:par>
                          <p:cTn fill="hold">
                            <p:stCondLst>
                              <p:cond delay="3900"/>
                            </p:stCondLst>
                            <p:childTnLst>
                              <p:par>
                                <p:cTn fill="hold" nodeType="afterEffect" presetClass="entr" presetID="23" presetSubtype="16">
                                  <p:stCondLst>
                                    <p:cond delay="0"/>
                                  </p:stCondLst>
                                  <p:childTnLst>
                                    <p:set>
                                      <p:cBhvr>
                                        <p:cTn dur="1" fill="hold">
                                          <p:stCondLst>
                                            <p:cond delay="0"/>
                                          </p:stCondLst>
                                        </p:cTn>
                                        <p:tgtEl>
                                          <p:spTgt spid="2960"/>
                                        </p:tgtEl>
                                        <p:attrNameLst>
                                          <p:attrName>style.visibility</p:attrName>
                                        </p:attrNameLst>
                                      </p:cBhvr>
                                      <p:to>
                                        <p:strVal val="visible"/>
                                      </p:to>
                                    </p:set>
                                    <p:anim calcmode="lin" valueType="num">
                                      <p:cBhvr additive="base">
                                        <p:cTn dur="200"/>
                                        <p:tgtEl>
                                          <p:spTgt spid="2960"/>
                                        </p:tgtEl>
                                        <p:attrNameLst>
                                          <p:attrName>ppt_w</p:attrName>
                                        </p:attrNameLst>
                                      </p:cBhvr>
                                      <p:tavLst>
                                        <p:tav fmla="" tm="0">
                                          <p:val>
                                            <p:strVal val="0"/>
                                          </p:val>
                                        </p:tav>
                                        <p:tav fmla="" tm="100000">
                                          <p:val>
                                            <p:strVal val="#ppt_w"/>
                                          </p:val>
                                        </p:tav>
                                      </p:tavLst>
                                    </p:anim>
                                    <p:anim calcmode="lin" valueType="num">
                                      <p:cBhvr additive="base">
                                        <p:cTn dur="200"/>
                                        <p:tgtEl>
                                          <p:spTgt spid="2960"/>
                                        </p:tgtEl>
                                        <p:attrNameLst>
                                          <p:attrName>ppt_h</p:attrName>
                                        </p:attrNameLst>
                                      </p:cBhvr>
                                      <p:tavLst>
                                        <p:tav fmla="" tm="0">
                                          <p:val>
                                            <p:strVal val="0"/>
                                          </p:val>
                                        </p:tav>
                                        <p:tav fmla="" tm="100000">
                                          <p:val>
                                            <p:strVal val="#ppt_h"/>
                                          </p:val>
                                        </p:tav>
                                      </p:tavLst>
                                    </p:anim>
                                  </p:childTnLst>
                                </p:cTn>
                              </p:par>
                            </p:childTnLst>
                          </p:cTn>
                        </p:par>
                        <p:par>
                          <p:cTn fill="hold">
                            <p:stCondLst>
                              <p:cond delay="4100"/>
                            </p:stCondLst>
                            <p:childTnLst>
                              <p:par>
                                <p:cTn fill="hold" nodeType="afterEffect" presetClass="entr" presetID="23" presetSubtype="16">
                                  <p:stCondLst>
                                    <p:cond delay="0"/>
                                  </p:stCondLst>
                                  <p:childTnLst>
                                    <p:set>
                                      <p:cBhvr>
                                        <p:cTn dur="1" fill="hold">
                                          <p:stCondLst>
                                            <p:cond delay="0"/>
                                          </p:stCondLst>
                                        </p:cTn>
                                        <p:tgtEl>
                                          <p:spTgt spid="2948"/>
                                        </p:tgtEl>
                                        <p:attrNameLst>
                                          <p:attrName>style.visibility</p:attrName>
                                        </p:attrNameLst>
                                      </p:cBhvr>
                                      <p:to>
                                        <p:strVal val="visible"/>
                                      </p:to>
                                    </p:set>
                                    <p:anim calcmode="lin" valueType="num">
                                      <p:cBhvr additive="base">
                                        <p:cTn dur="200"/>
                                        <p:tgtEl>
                                          <p:spTgt spid="2948"/>
                                        </p:tgtEl>
                                        <p:attrNameLst>
                                          <p:attrName>ppt_w</p:attrName>
                                        </p:attrNameLst>
                                      </p:cBhvr>
                                      <p:tavLst>
                                        <p:tav fmla="" tm="0">
                                          <p:val>
                                            <p:strVal val="0"/>
                                          </p:val>
                                        </p:tav>
                                        <p:tav fmla="" tm="100000">
                                          <p:val>
                                            <p:strVal val="#ppt_w"/>
                                          </p:val>
                                        </p:tav>
                                      </p:tavLst>
                                    </p:anim>
                                    <p:anim calcmode="lin" valueType="num">
                                      <p:cBhvr additive="base">
                                        <p:cTn dur="200"/>
                                        <p:tgtEl>
                                          <p:spTgt spid="294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941"/>
                                        </p:tgtEl>
                                        <p:attrNameLst>
                                          <p:attrName>style.visibility</p:attrName>
                                        </p:attrNameLst>
                                      </p:cBhvr>
                                      <p:to>
                                        <p:strVal val="visible"/>
                                      </p:to>
                                    </p:set>
                                    <p:animEffect filter="fade" transition="in">
                                      <p:cBhvr>
                                        <p:cTn dur="300"/>
                                        <p:tgtEl>
                                          <p:spTgt spid="2941"/>
                                        </p:tgtEl>
                                      </p:cBhvr>
                                    </p:animEffect>
                                  </p:childTnLst>
                                </p:cTn>
                              </p:par>
                            </p:childTnLst>
                          </p:cTn>
                        </p:par>
                        <p:par>
                          <p:cTn fill="hold">
                            <p:stCondLst>
                              <p:cond delay="4400"/>
                            </p:stCondLst>
                            <p:childTnLst>
                              <p:par>
                                <p:cTn fill="hold" nodeType="afterEffect" presetClass="entr" presetID="23" presetSubtype="16">
                                  <p:stCondLst>
                                    <p:cond delay="0"/>
                                  </p:stCondLst>
                                  <p:childTnLst>
                                    <p:set>
                                      <p:cBhvr>
                                        <p:cTn dur="1" fill="hold">
                                          <p:stCondLst>
                                            <p:cond delay="0"/>
                                          </p:stCondLst>
                                        </p:cTn>
                                        <p:tgtEl>
                                          <p:spTgt spid="2961"/>
                                        </p:tgtEl>
                                        <p:attrNameLst>
                                          <p:attrName>style.visibility</p:attrName>
                                        </p:attrNameLst>
                                      </p:cBhvr>
                                      <p:to>
                                        <p:strVal val="visible"/>
                                      </p:to>
                                    </p:set>
                                    <p:anim calcmode="lin" valueType="num">
                                      <p:cBhvr additive="base">
                                        <p:cTn dur="200"/>
                                        <p:tgtEl>
                                          <p:spTgt spid="2961"/>
                                        </p:tgtEl>
                                        <p:attrNameLst>
                                          <p:attrName>ppt_w</p:attrName>
                                        </p:attrNameLst>
                                      </p:cBhvr>
                                      <p:tavLst>
                                        <p:tav fmla="" tm="0">
                                          <p:val>
                                            <p:strVal val="0"/>
                                          </p:val>
                                        </p:tav>
                                        <p:tav fmla="" tm="100000">
                                          <p:val>
                                            <p:strVal val="#ppt_w"/>
                                          </p:val>
                                        </p:tav>
                                      </p:tavLst>
                                    </p:anim>
                                    <p:anim calcmode="lin" valueType="num">
                                      <p:cBhvr additive="base">
                                        <p:cTn dur="200"/>
                                        <p:tgtEl>
                                          <p:spTgt spid="2961"/>
                                        </p:tgtEl>
                                        <p:attrNameLst>
                                          <p:attrName>ppt_h</p:attrName>
                                        </p:attrNameLst>
                                      </p:cBhvr>
                                      <p:tavLst>
                                        <p:tav fmla="" tm="0">
                                          <p:val>
                                            <p:strVal val="0"/>
                                          </p:val>
                                        </p:tav>
                                        <p:tav fmla="" tm="100000">
                                          <p:val>
                                            <p:strVal val="#ppt_h"/>
                                          </p:val>
                                        </p:tav>
                                      </p:tavLst>
                                    </p:anim>
                                  </p:childTnLst>
                                </p:cTn>
                              </p:par>
                            </p:childTnLst>
                          </p:cTn>
                        </p:par>
                        <p:par>
                          <p:cTn fill="hold">
                            <p:stCondLst>
                              <p:cond delay="4600"/>
                            </p:stCondLst>
                            <p:childTnLst>
                              <p:par>
                                <p:cTn fill="hold" nodeType="afterEffect" presetClass="entr" presetID="23" presetSubtype="16">
                                  <p:stCondLst>
                                    <p:cond delay="0"/>
                                  </p:stCondLst>
                                  <p:childTnLst>
                                    <p:set>
                                      <p:cBhvr>
                                        <p:cTn dur="1" fill="hold">
                                          <p:stCondLst>
                                            <p:cond delay="0"/>
                                          </p:stCondLst>
                                        </p:cTn>
                                        <p:tgtEl>
                                          <p:spTgt spid="2966"/>
                                        </p:tgtEl>
                                        <p:attrNameLst>
                                          <p:attrName>style.visibility</p:attrName>
                                        </p:attrNameLst>
                                      </p:cBhvr>
                                      <p:to>
                                        <p:strVal val="visible"/>
                                      </p:to>
                                    </p:set>
                                    <p:anim calcmode="lin" valueType="num">
                                      <p:cBhvr additive="base">
                                        <p:cTn dur="200"/>
                                        <p:tgtEl>
                                          <p:spTgt spid="2966"/>
                                        </p:tgtEl>
                                        <p:attrNameLst>
                                          <p:attrName>ppt_w</p:attrName>
                                        </p:attrNameLst>
                                      </p:cBhvr>
                                      <p:tavLst>
                                        <p:tav fmla="" tm="0">
                                          <p:val>
                                            <p:strVal val="0"/>
                                          </p:val>
                                        </p:tav>
                                        <p:tav fmla="" tm="100000">
                                          <p:val>
                                            <p:strVal val="#ppt_w"/>
                                          </p:val>
                                        </p:tav>
                                      </p:tavLst>
                                    </p:anim>
                                    <p:anim calcmode="lin" valueType="num">
                                      <p:cBhvr additive="base">
                                        <p:cTn dur="200"/>
                                        <p:tgtEl>
                                          <p:spTgt spid="2966"/>
                                        </p:tgtEl>
                                        <p:attrNameLst>
                                          <p:attrName>ppt_h</p:attrName>
                                        </p:attrNameLst>
                                      </p:cBhvr>
                                      <p:tavLst>
                                        <p:tav fmla="" tm="0">
                                          <p:val>
                                            <p:strVal val="0"/>
                                          </p:val>
                                        </p:tav>
                                        <p:tav fmla="" tm="100000">
                                          <p:val>
                                            <p:strVal val="#ppt_h"/>
                                          </p:val>
                                        </p:tav>
                                      </p:tavLst>
                                    </p:anim>
                                  </p:childTnLst>
                                </p:cTn>
                              </p:par>
                            </p:childTnLst>
                          </p:cTn>
                        </p:par>
                        <p:par>
                          <p:cTn fill="hold">
                            <p:stCondLst>
                              <p:cond delay="4800"/>
                            </p:stCondLst>
                            <p:childTnLst>
                              <p:par>
                                <p:cTn fill="hold" nodeType="afterEffect" presetClass="entr" presetID="23" presetSubtype="16">
                                  <p:stCondLst>
                                    <p:cond delay="0"/>
                                  </p:stCondLst>
                                  <p:childTnLst>
                                    <p:set>
                                      <p:cBhvr>
                                        <p:cTn dur="1" fill="hold">
                                          <p:stCondLst>
                                            <p:cond delay="0"/>
                                          </p:stCondLst>
                                        </p:cTn>
                                        <p:tgtEl>
                                          <p:spTgt spid="2963"/>
                                        </p:tgtEl>
                                        <p:attrNameLst>
                                          <p:attrName>style.visibility</p:attrName>
                                        </p:attrNameLst>
                                      </p:cBhvr>
                                      <p:to>
                                        <p:strVal val="visible"/>
                                      </p:to>
                                    </p:set>
                                    <p:anim calcmode="lin" valueType="num">
                                      <p:cBhvr additive="base">
                                        <p:cTn dur="200"/>
                                        <p:tgtEl>
                                          <p:spTgt spid="2963"/>
                                        </p:tgtEl>
                                        <p:attrNameLst>
                                          <p:attrName>ppt_w</p:attrName>
                                        </p:attrNameLst>
                                      </p:cBhvr>
                                      <p:tavLst>
                                        <p:tav fmla="" tm="0">
                                          <p:val>
                                            <p:strVal val="0"/>
                                          </p:val>
                                        </p:tav>
                                        <p:tav fmla="" tm="100000">
                                          <p:val>
                                            <p:strVal val="#ppt_w"/>
                                          </p:val>
                                        </p:tav>
                                      </p:tavLst>
                                    </p:anim>
                                    <p:anim calcmode="lin" valueType="num">
                                      <p:cBhvr additive="base">
                                        <p:cTn dur="200"/>
                                        <p:tgtEl>
                                          <p:spTgt spid="2963"/>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2962"/>
                                        </p:tgtEl>
                                        <p:attrNameLst>
                                          <p:attrName>style.visibility</p:attrName>
                                        </p:attrNameLst>
                                      </p:cBhvr>
                                      <p:to>
                                        <p:strVal val="visible"/>
                                      </p:to>
                                    </p:set>
                                    <p:anim calcmode="lin" valueType="num">
                                      <p:cBhvr additive="base">
                                        <p:cTn dur="200"/>
                                        <p:tgtEl>
                                          <p:spTgt spid="2962"/>
                                        </p:tgtEl>
                                        <p:attrNameLst>
                                          <p:attrName>ppt_w</p:attrName>
                                        </p:attrNameLst>
                                      </p:cBhvr>
                                      <p:tavLst>
                                        <p:tav fmla="" tm="0">
                                          <p:val>
                                            <p:strVal val="0"/>
                                          </p:val>
                                        </p:tav>
                                        <p:tav fmla="" tm="100000">
                                          <p:val>
                                            <p:strVal val="#ppt_w"/>
                                          </p:val>
                                        </p:tav>
                                      </p:tavLst>
                                    </p:anim>
                                    <p:anim calcmode="lin" valueType="num">
                                      <p:cBhvr additive="base">
                                        <p:cTn dur="200"/>
                                        <p:tgtEl>
                                          <p:spTgt spid="2962"/>
                                        </p:tgtEl>
                                        <p:attrNameLst>
                                          <p:attrName>ppt_h</p:attrName>
                                        </p:attrNameLst>
                                      </p:cBhvr>
                                      <p:tavLst>
                                        <p:tav fmla="" tm="0">
                                          <p:val>
                                            <p:strVal val="0"/>
                                          </p:val>
                                        </p:tav>
                                        <p:tav fmla="" tm="100000">
                                          <p:val>
                                            <p:strVal val="#ppt_h"/>
                                          </p:val>
                                        </p:tav>
                                      </p:tavLst>
                                    </p:anim>
                                  </p:childTnLst>
                                </p:cTn>
                              </p:par>
                            </p:childTnLst>
                          </p:cTn>
                        </p:par>
                        <p:par>
                          <p:cTn fill="hold">
                            <p:stCondLst>
                              <p:cond delay="5200"/>
                            </p:stCondLst>
                            <p:childTnLst>
                              <p:par>
                                <p:cTn fill="hold" nodeType="afterEffect" presetClass="entr" presetID="23" presetSubtype="16">
                                  <p:stCondLst>
                                    <p:cond delay="0"/>
                                  </p:stCondLst>
                                  <p:childTnLst>
                                    <p:set>
                                      <p:cBhvr>
                                        <p:cTn dur="1" fill="hold">
                                          <p:stCondLst>
                                            <p:cond delay="0"/>
                                          </p:stCondLst>
                                        </p:cTn>
                                        <p:tgtEl>
                                          <p:spTgt spid="2954"/>
                                        </p:tgtEl>
                                        <p:attrNameLst>
                                          <p:attrName>style.visibility</p:attrName>
                                        </p:attrNameLst>
                                      </p:cBhvr>
                                      <p:to>
                                        <p:strVal val="visible"/>
                                      </p:to>
                                    </p:set>
                                    <p:anim calcmode="lin" valueType="num">
                                      <p:cBhvr additive="base">
                                        <p:cTn dur="200"/>
                                        <p:tgtEl>
                                          <p:spTgt spid="2954"/>
                                        </p:tgtEl>
                                        <p:attrNameLst>
                                          <p:attrName>ppt_w</p:attrName>
                                        </p:attrNameLst>
                                      </p:cBhvr>
                                      <p:tavLst>
                                        <p:tav fmla="" tm="0">
                                          <p:val>
                                            <p:strVal val="0"/>
                                          </p:val>
                                        </p:tav>
                                        <p:tav fmla="" tm="100000">
                                          <p:val>
                                            <p:strVal val="#ppt_w"/>
                                          </p:val>
                                        </p:tav>
                                      </p:tavLst>
                                    </p:anim>
                                    <p:anim calcmode="lin" valueType="num">
                                      <p:cBhvr additive="base">
                                        <p:cTn dur="200"/>
                                        <p:tgtEl>
                                          <p:spTgt spid="2954"/>
                                        </p:tgtEl>
                                        <p:attrNameLst>
                                          <p:attrName>ppt_h</p:attrName>
                                        </p:attrNameLst>
                                      </p:cBhvr>
                                      <p:tavLst>
                                        <p:tav fmla="" tm="0">
                                          <p:val>
                                            <p:strVal val="0"/>
                                          </p:val>
                                        </p:tav>
                                        <p:tav fmla="" tm="100000">
                                          <p:val>
                                            <p:strVal val="#ppt_h"/>
                                          </p:val>
                                        </p:tav>
                                      </p:tavLst>
                                    </p:anim>
                                  </p:childTnLst>
                                </p:cTn>
                              </p:par>
                            </p:childTnLst>
                          </p:cTn>
                        </p:par>
                        <p:par>
                          <p:cTn fill="hold">
                            <p:stCondLst>
                              <p:cond delay="5400"/>
                            </p:stCondLst>
                            <p:childTnLst>
                              <p:par>
                                <p:cTn fill="hold" nodeType="afterEffect" presetClass="entr" presetID="23" presetSubtype="16">
                                  <p:stCondLst>
                                    <p:cond delay="0"/>
                                  </p:stCondLst>
                                  <p:childTnLst>
                                    <p:set>
                                      <p:cBhvr>
                                        <p:cTn dur="1" fill="hold">
                                          <p:stCondLst>
                                            <p:cond delay="0"/>
                                          </p:stCondLst>
                                        </p:cTn>
                                        <p:tgtEl>
                                          <p:spTgt spid="2955"/>
                                        </p:tgtEl>
                                        <p:attrNameLst>
                                          <p:attrName>style.visibility</p:attrName>
                                        </p:attrNameLst>
                                      </p:cBhvr>
                                      <p:to>
                                        <p:strVal val="visible"/>
                                      </p:to>
                                    </p:set>
                                    <p:anim calcmode="lin" valueType="num">
                                      <p:cBhvr additive="base">
                                        <p:cTn dur="200"/>
                                        <p:tgtEl>
                                          <p:spTgt spid="2955"/>
                                        </p:tgtEl>
                                        <p:attrNameLst>
                                          <p:attrName>ppt_w</p:attrName>
                                        </p:attrNameLst>
                                      </p:cBhvr>
                                      <p:tavLst>
                                        <p:tav fmla="" tm="0">
                                          <p:val>
                                            <p:strVal val="0"/>
                                          </p:val>
                                        </p:tav>
                                        <p:tav fmla="" tm="100000">
                                          <p:val>
                                            <p:strVal val="#ppt_w"/>
                                          </p:val>
                                        </p:tav>
                                      </p:tavLst>
                                    </p:anim>
                                    <p:anim calcmode="lin" valueType="num">
                                      <p:cBhvr additive="base">
                                        <p:cTn dur="200"/>
                                        <p:tgtEl>
                                          <p:spTgt spid="2955"/>
                                        </p:tgtEl>
                                        <p:attrNameLst>
                                          <p:attrName>ppt_h</p:attrName>
                                        </p:attrNameLst>
                                      </p:cBhvr>
                                      <p:tavLst>
                                        <p:tav fmla="" tm="0">
                                          <p:val>
                                            <p:strVal val="0"/>
                                          </p:val>
                                        </p:tav>
                                        <p:tav fmla="" tm="100000">
                                          <p:val>
                                            <p:strVal val="#ppt_h"/>
                                          </p:val>
                                        </p:tav>
                                      </p:tavLst>
                                    </p:anim>
                                  </p:childTnLst>
                                </p:cTn>
                              </p:par>
                            </p:childTnLst>
                          </p:cTn>
                        </p:par>
                        <p:par>
                          <p:cTn fill="hold">
                            <p:stCondLst>
                              <p:cond delay="5600"/>
                            </p:stCondLst>
                            <p:childTnLst>
                              <p:par>
                                <p:cTn fill="hold" nodeType="afterEffect" presetClass="entr" presetID="23" presetSubtype="16">
                                  <p:stCondLst>
                                    <p:cond delay="0"/>
                                  </p:stCondLst>
                                  <p:childTnLst>
                                    <p:set>
                                      <p:cBhvr>
                                        <p:cTn dur="1" fill="hold">
                                          <p:stCondLst>
                                            <p:cond delay="0"/>
                                          </p:stCondLst>
                                        </p:cTn>
                                        <p:tgtEl>
                                          <p:spTgt spid="2946"/>
                                        </p:tgtEl>
                                        <p:attrNameLst>
                                          <p:attrName>style.visibility</p:attrName>
                                        </p:attrNameLst>
                                      </p:cBhvr>
                                      <p:to>
                                        <p:strVal val="visible"/>
                                      </p:to>
                                    </p:set>
                                    <p:anim calcmode="lin" valueType="num">
                                      <p:cBhvr additive="base">
                                        <p:cTn dur="200"/>
                                        <p:tgtEl>
                                          <p:spTgt spid="2946"/>
                                        </p:tgtEl>
                                        <p:attrNameLst>
                                          <p:attrName>ppt_w</p:attrName>
                                        </p:attrNameLst>
                                      </p:cBhvr>
                                      <p:tavLst>
                                        <p:tav fmla="" tm="0">
                                          <p:val>
                                            <p:strVal val="0"/>
                                          </p:val>
                                        </p:tav>
                                        <p:tav fmla="" tm="100000">
                                          <p:val>
                                            <p:strVal val="#ppt_w"/>
                                          </p:val>
                                        </p:tav>
                                      </p:tavLst>
                                    </p:anim>
                                    <p:anim calcmode="lin" valueType="num">
                                      <p:cBhvr additive="base">
                                        <p:cTn dur="200"/>
                                        <p:tgtEl>
                                          <p:spTgt spid="2946"/>
                                        </p:tgtEl>
                                        <p:attrNameLst>
                                          <p:attrName>ppt_h</p:attrName>
                                        </p:attrNameLst>
                                      </p:cBhvr>
                                      <p:tavLst>
                                        <p:tav fmla="" tm="0">
                                          <p:val>
                                            <p:strVal val="0"/>
                                          </p:val>
                                        </p:tav>
                                        <p:tav fmla="" tm="100000">
                                          <p:val>
                                            <p:strVal val="#ppt_h"/>
                                          </p:val>
                                        </p:tav>
                                      </p:tavLst>
                                    </p:anim>
                                  </p:childTnLst>
                                </p:cTn>
                              </p:par>
                            </p:childTnLst>
                          </p:cTn>
                        </p:par>
                        <p:par>
                          <p:cTn fill="hold">
                            <p:stCondLst>
                              <p:cond delay="5800"/>
                            </p:stCondLst>
                            <p:childTnLst>
                              <p:par>
                                <p:cTn fill="hold" nodeType="afterEffect" presetClass="entr" presetID="23" presetSubtype="16">
                                  <p:stCondLst>
                                    <p:cond delay="0"/>
                                  </p:stCondLst>
                                  <p:childTnLst>
                                    <p:set>
                                      <p:cBhvr>
                                        <p:cTn dur="1" fill="hold">
                                          <p:stCondLst>
                                            <p:cond delay="0"/>
                                          </p:stCondLst>
                                        </p:cTn>
                                        <p:tgtEl>
                                          <p:spTgt spid="2972"/>
                                        </p:tgtEl>
                                        <p:attrNameLst>
                                          <p:attrName>style.visibility</p:attrName>
                                        </p:attrNameLst>
                                      </p:cBhvr>
                                      <p:to>
                                        <p:strVal val="visible"/>
                                      </p:to>
                                    </p:set>
                                    <p:anim calcmode="lin" valueType="num">
                                      <p:cBhvr additive="base">
                                        <p:cTn dur="200"/>
                                        <p:tgtEl>
                                          <p:spTgt spid="2972"/>
                                        </p:tgtEl>
                                        <p:attrNameLst>
                                          <p:attrName>ppt_w</p:attrName>
                                        </p:attrNameLst>
                                      </p:cBhvr>
                                      <p:tavLst>
                                        <p:tav fmla="" tm="0">
                                          <p:val>
                                            <p:strVal val="0"/>
                                          </p:val>
                                        </p:tav>
                                        <p:tav fmla="" tm="100000">
                                          <p:val>
                                            <p:strVal val="#ppt_w"/>
                                          </p:val>
                                        </p:tav>
                                      </p:tavLst>
                                    </p:anim>
                                    <p:anim calcmode="lin" valueType="num">
                                      <p:cBhvr additive="base">
                                        <p:cTn dur="200"/>
                                        <p:tgtEl>
                                          <p:spTgt spid="2972"/>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23" presetSubtype="16">
                                  <p:stCondLst>
                                    <p:cond delay="0"/>
                                  </p:stCondLst>
                                  <p:childTnLst>
                                    <p:set>
                                      <p:cBhvr>
                                        <p:cTn dur="1" fill="hold">
                                          <p:stCondLst>
                                            <p:cond delay="0"/>
                                          </p:stCondLst>
                                        </p:cTn>
                                        <p:tgtEl>
                                          <p:spTgt spid="2969"/>
                                        </p:tgtEl>
                                        <p:attrNameLst>
                                          <p:attrName>style.visibility</p:attrName>
                                        </p:attrNameLst>
                                      </p:cBhvr>
                                      <p:to>
                                        <p:strVal val="visible"/>
                                      </p:to>
                                    </p:set>
                                    <p:anim calcmode="lin" valueType="num">
                                      <p:cBhvr additive="base">
                                        <p:cTn dur="200"/>
                                        <p:tgtEl>
                                          <p:spTgt spid="2969"/>
                                        </p:tgtEl>
                                        <p:attrNameLst>
                                          <p:attrName>ppt_w</p:attrName>
                                        </p:attrNameLst>
                                      </p:cBhvr>
                                      <p:tavLst>
                                        <p:tav fmla="" tm="0">
                                          <p:val>
                                            <p:strVal val="0"/>
                                          </p:val>
                                        </p:tav>
                                        <p:tav fmla="" tm="100000">
                                          <p:val>
                                            <p:strVal val="#ppt_w"/>
                                          </p:val>
                                        </p:tav>
                                      </p:tavLst>
                                    </p:anim>
                                    <p:anim calcmode="lin" valueType="num">
                                      <p:cBhvr additive="base">
                                        <p:cTn dur="200"/>
                                        <p:tgtEl>
                                          <p:spTgt spid="2969"/>
                                        </p:tgtEl>
                                        <p:attrNameLst>
                                          <p:attrName>ppt_h</p:attrName>
                                        </p:attrNameLst>
                                      </p:cBhvr>
                                      <p:tavLst>
                                        <p:tav fmla="" tm="0">
                                          <p:val>
                                            <p:strVal val="0"/>
                                          </p:val>
                                        </p:tav>
                                        <p:tav fmla="" tm="100000">
                                          <p:val>
                                            <p:strVal val="#ppt_h"/>
                                          </p:val>
                                        </p:tav>
                                      </p:tavLst>
                                    </p:anim>
                                  </p:childTnLst>
                                </p:cTn>
                              </p:par>
                            </p:childTnLst>
                          </p:cTn>
                        </p:par>
                        <p:par>
                          <p:cTn fill="hold">
                            <p:stCondLst>
                              <p:cond delay="6200"/>
                            </p:stCondLst>
                            <p:childTnLst>
                              <p:par>
                                <p:cTn fill="hold" nodeType="afterEffect" presetClass="entr" presetID="23" presetSubtype="16">
                                  <p:stCondLst>
                                    <p:cond delay="0"/>
                                  </p:stCondLst>
                                  <p:childTnLst>
                                    <p:set>
                                      <p:cBhvr>
                                        <p:cTn dur="1" fill="hold">
                                          <p:stCondLst>
                                            <p:cond delay="0"/>
                                          </p:stCondLst>
                                        </p:cTn>
                                        <p:tgtEl>
                                          <p:spTgt spid="2974"/>
                                        </p:tgtEl>
                                        <p:attrNameLst>
                                          <p:attrName>style.visibility</p:attrName>
                                        </p:attrNameLst>
                                      </p:cBhvr>
                                      <p:to>
                                        <p:strVal val="visible"/>
                                      </p:to>
                                    </p:set>
                                    <p:anim calcmode="lin" valueType="num">
                                      <p:cBhvr additive="base">
                                        <p:cTn dur="200"/>
                                        <p:tgtEl>
                                          <p:spTgt spid="2974"/>
                                        </p:tgtEl>
                                        <p:attrNameLst>
                                          <p:attrName>ppt_w</p:attrName>
                                        </p:attrNameLst>
                                      </p:cBhvr>
                                      <p:tavLst>
                                        <p:tav fmla="" tm="0">
                                          <p:val>
                                            <p:strVal val="0"/>
                                          </p:val>
                                        </p:tav>
                                        <p:tav fmla="" tm="100000">
                                          <p:val>
                                            <p:strVal val="#ppt_w"/>
                                          </p:val>
                                        </p:tav>
                                      </p:tavLst>
                                    </p:anim>
                                    <p:anim calcmode="lin" valueType="num">
                                      <p:cBhvr additive="base">
                                        <p:cTn dur="200"/>
                                        <p:tgtEl>
                                          <p:spTgt spid="2974"/>
                                        </p:tgtEl>
                                        <p:attrNameLst>
                                          <p:attrName>ppt_h</p:attrName>
                                        </p:attrNameLst>
                                      </p:cBhvr>
                                      <p:tavLst>
                                        <p:tav fmla="" tm="0">
                                          <p:val>
                                            <p:strVal val="0"/>
                                          </p:val>
                                        </p:tav>
                                        <p:tav fmla="" tm="100000">
                                          <p:val>
                                            <p:strVal val="#ppt_h"/>
                                          </p:val>
                                        </p:tav>
                                      </p:tavLst>
                                    </p:anim>
                                  </p:childTnLst>
                                </p:cTn>
                              </p:par>
                            </p:childTnLst>
                          </p:cTn>
                        </p:par>
                        <p:par>
                          <p:cTn fill="hold">
                            <p:stCondLst>
                              <p:cond delay="6400"/>
                            </p:stCondLst>
                            <p:childTnLst>
                              <p:par>
                                <p:cTn fill="hold" nodeType="afterEffect" presetClass="entr" presetID="23" presetSubtype="16">
                                  <p:stCondLst>
                                    <p:cond delay="0"/>
                                  </p:stCondLst>
                                  <p:childTnLst>
                                    <p:set>
                                      <p:cBhvr>
                                        <p:cTn dur="1" fill="hold">
                                          <p:stCondLst>
                                            <p:cond delay="0"/>
                                          </p:stCondLst>
                                        </p:cTn>
                                        <p:tgtEl>
                                          <p:spTgt spid="2971"/>
                                        </p:tgtEl>
                                        <p:attrNameLst>
                                          <p:attrName>style.visibility</p:attrName>
                                        </p:attrNameLst>
                                      </p:cBhvr>
                                      <p:to>
                                        <p:strVal val="visible"/>
                                      </p:to>
                                    </p:set>
                                    <p:anim calcmode="lin" valueType="num">
                                      <p:cBhvr additive="base">
                                        <p:cTn dur="200"/>
                                        <p:tgtEl>
                                          <p:spTgt spid="2971"/>
                                        </p:tgtEl>
                                        <p:attrNameLst>
                                          <p:attrName>ppt_w</p:attrName>
                                        </p:attrNameLst>
                                      </p:cBhvr>
                                      <p:tavLst>
                                        <p:tav fmla="" tm="0">
                                          <p:val>
                                            <p:strVal val="0"/>
                                          </p:val>
                                        </p:tav>
                                        <p:tav fmla="" tm="100000">
                                          <p:val>
                                            <p:strVal val="#ppt_w"/>
                                          </p:val>
                                        </p:tav>
                                      </p:tavLst>
                                    </p:anim>
                                    <p:anim calcmode="lin" valueType="num">
                                      <p:cBhvr additive="base">
                                        <p:cTn dur="200"/>
                                        <p:tgtEl>
                                          <p:spTgt spid="2971"/>
                                        </p:tgtEl>
                                        <p:attrNameLst>
                                          <p:attrName>ppt_h</p:attrName>
                                        </p:attrNameLst>
                                      </p:cBhvr>
                                      <p:tavLst>
                                        <p:tav fmla="" tm="0">
                                          <p:val>
                                            <p:strVal val="0"/>
                                          </p:val>
                                        </p:tav>
                                        <p:tav fmla="" tm="100000">
                                          <p:val>
                                            <p:strVal val="#ppt_h"/>
                                          </p:val>
                                        </p:tav>
                                      </p:tavLst>
                                    </p:anim>
                                  </p:childTnLst>
                                </p:cTn>
                              </p:par>
                            </p:childTnLst>
                          </p:cTn>
                        </p:par>
                        <p:par>
                          <p:cTn fill="hold">
                            <p:stCondLst>
                              <p:cond delay="6600"/>
                            </p:stCondLst>
                            <p:childTnLst>
                              <p:par>
                                <p:cTn fill="hold" nodeType="afterEffect" presetClass="entr" presetID="23" presetSubtype="16">
                                  <p:stCondLst>
                                    <p:cond delay="0"/>
                                  </p:stCondLst>
                                  <p:childTnLst>
                                    <p:set>
                                      <p:cBhvr>
                                        <p:cTn dur="1" fill="hold">
                                          <p:stCondLst>
                                            <p:cond delay="0"/>
                                          </p:stCondLst>
                                        </p:cTn>
                                        <p:tgtEl>
                                          <p:spTgt spid="2975"/>
                                        </p:tgtEl>
                                        <p:attrNameLst>
                                          <p:attrName>style.visibility</p:attrName>
                                        </p:attrNameLst>
                                      </p:cBhvr>
                                      <p:to>
                                        <p:strVal val="visible"/>
                                      </p:to>
                                    </p:set>
                                    <p:anim calcmode="lin" valueType="num">
                                      <p:cBhvr additive="base">
                                        <p:cTn dur="200"/>
                                        <p:tgtEl>
                                          <p:spTgt spid="2975"/>
                                        </p:tgtEl>
                                        <p:attrNameLst>
                                          <p:attrName>ppt_w</p:attrName>
                                        </p:attrNameLst>
                                      </p:cBhvr>
                                      <p:tavLst>
                                        <p:tav fmla="" tm="0">
                                          <p:val>
                                            <p:strVal val="0"/>
                                          </p:val>
                                        </p:tav>
                                        <p:tav fmla="" tm="100000">
                                          <p:val>
                                            <p:strVal val="#ppt_w"/>
                                          </p:val>
                                        </p:tav>
                                      </p:tavLst>
                                    </p:anim>
                                    <p:anim calcmode="lin" valueType="num">
                                      <p:cBhvr additive="base">
                                        <p:cTn dur="200"/>
                                        <p:tgtEl>
                                          <p:spTgt spid="2975"/>
                                        </p:tgtEl>
                                        <p:attrNameLst>
                                          <p:attrName>ppt_h</p:attrName>
                                        </p:attrNameLst>
                                      </p:cBhvr>
                                      <p:tavLst>
                                        <p:tav fmla="" tm="0">
                                          <p:val>
                                            <p:strVal val="0"/>
                                          </p:val>
                                        </p:tav>
                                        <p:tav fmla="" tm="100000">
                                          <p:val>
                                            <p:strVal val="#ppt_h"/>
                                          </p:val>
                                        </p:tav>
                                      </p:tavLst>
                                    </p:anim>
                                  </p:childTnLst>
                                </p:cTn>
                              </p:par>
                            </p:childTnLst>
                          </p:cTn>
                        </p:par>
                        <p:par>
                          <p:cTn fill="hold">
                            <p:stCondLst>
                              <p:cond delay="6800"/>
                            </p:stCondLst>
                            <p:childTnLst>
                              <p:par>
                                <p:cTn fill="hold" nodeType="afterEffect" presetClass="entr" presetID="23" presetSubtype="16">
                                  <p:stCondLst>
                                    <p:cond delay="0"/>
                                  </p:stCondLst>
                                  <p:childTnLst>
                                    <p:set>
                                      <p:cBhvr>
                                        <p:cTn dur="1" fill="hold">
                                          <p:stCondLst>
                                            <p:cond delay="0"/>
                                          </p:stCondLst>
                                        </p:cTn>
                                        <p:tgtEl>
                                          <p:spTgt spid="2976"/>
                                        </p:tgtEl>
                                        <p:attrNameLst>
                                          <p:attrName>style.visibility</p:attrName>
                                        </p:attrNameLst>
                                      </p:cBhvr>
                                      <p:to>
                                        <p:strVal val="visible"/>
                                      </p:to>
                                    </p:set>
                                    <p:anim calcmode="lin" valueType="num">
                                      <p:cBhvr additive="base">
                                        <p:cTn dur="200"/>
                                        <p:tgtEl>
                                          <p:spTgt spid="2976"/>
                                        </p:tgtEl>
                                        <p:attrNameLst>
                                          <p:attrName>ppt_w</p:attrName>
                                        </p:attrNameLst>
                                      </p:cBhvr>
                                      <p:tavLst>
                                        <p:tav fmla="" tm="0">
                                          <p:val>
                                            <p:strVal val="0"/>
                                          </p:val>
                                        </p:tav>
                                        <p:tav fmla="" tm="100000">
                                          <p:val>
                                            <p:strVal val="#ppt_w"/>
                                          </p:val>
                                        </p:tav>
                                      </p:tavLst>
                                    </p:anim>
                                    <p:anim calcmode="lin" valueType="num">
                                      <p:cBhvr additive="base">
                                        <p:cTn dur="200"/>
                                        <p:tgtEl>
                                          <p:spTgt spid="2976"/>
                                        </p:tgtEl>
                                        <p:attrNameLst>
                                          <p:attrName>ppt_h</p:attrName>
                                        </p:attrNameLst>
                                      </p:cBhvr>
                                      <p:tavLst>
                                        <p:tav fmla="" tm="0">
                                          <p:val>
                                            <p:strVal val="0"/>
                                          </p:val>
                                        </p:tav>
                                        <p:tav fmla="" tm="100000">
                                          <p:val>
                                            <p:strVal val="#ppt_h"/>
                                          </p:val>
                                        </p:tav>
                                      </p:tavLst>
                                    </p:anim>
                                  </p:childTnLst>
                                </p:cTn>
                              </p:par>
                            </p:childTnLst>
                          </p:cTn>
                        </p:par>
                        <p:par>
                          <p:cTn fill="hold">
                            <p:stCondLst>
                              <p:cond delay="7000"/>
                            </p:stCondLst>
                            <p:childTnLst>
                              <p:par>
                                <p:cTn fill="hold" nodeType="afterEffect" presetClass="entr" presetID="23" presetSubtype="16">
                                  <p:stCondLst>
                                    <p:cond delay="0"/>
                                  </p:stCondLst>
                                  <p:childTnLst>
                                    <p:set>
                                      <p:cBhvr>
                                        <p:cTn dur="1" fill="hold">
                                          <p:stCondLst>
                                            <p:cond delay="0"/>
                                          </p:stCondLst>
                                        </p:cTn>
                                        <p:tgtEl>
                                          <p:spTgt spid="2973"/>
                                        </p:tgtEl>
                                        <p:attrNameLst>
                                          <p:attrName>style.visibility</p:attrName>
                                        </p:attrNameLst>
                                      </p:cBhvr>
                                      <p:to>
                                        <p:strVal val="visible"/>
                                      </p:to>
                                    </p:set>
                                    <p:anim calcmode="lin" valueType="num">
                                      <p:cBhvr additive="base">
                                        <p:cTn dur="200"/>
                                        <p:tgtEl>
                                          <p:spTgt spid="2973"/>
                                        </p:tgtEl>
                                        <p:attrNameLst>
                                          <p:attrName>ppt_w</p:attrName>
                                        </p:attrNameLst>
                                      </p:cBhvr>
                                      <p:tavLst>
                                        <p:tav fmla="" tm="0">
                                          <p:val>
                                            <p:strVal val="0"/>
                                          </p:val>
                                        </p:tav>
                                        <p:tav fmla="" tm="100000">
                                          <p:val>
                                            <p:strVal val="#ppt_w"/>
                                          </p:val>
                                        </p:tav>
                                      </p:tavLst>
                                    </p:anim>
                                    <p:anim calcmode="lin" valueType="num">
                                      <p:cBhvr additive="base">
                                        <p:cTn dur="200"/>
                                        <p:tgtEl>
                                          <p:spTgt spid="2973"/>
                                        </p:tgtEl>
                                        <p:attrNameLst>
                                          <p:attrName>ppt_h</p:attrName>
                                        </p:attrNameLst>
                                      </p:cBhvr>
                                      <p:tavLst>
                                        <p:tav fmla="" tm="0">
                                          <p:val>
                                            <p:strVal val="0"/>
                                          </p:val>
                                        </p:tav>
                                        <p:tav fmla="" tm="100000">
                                          <p:val>
                                            <p:strVal val="#ppt_h"/>
                                          </p:val>
                                        </p:tav>
                                      </p:tavLst>
                                    </p:anim>
                                  </p:childTnLst>
                                </p:cTn>
                              </p:par>
                            </p:childTnLst>
                          </p:cTn>
                        </p:par>
                        <p:par>
                          <p:cTn fill="hold">
                            <p:stCondLst>
                              <p:cond delay="7200"/>
                            </p:stCondLst>
                            <p:childTnLst>
                              <p:par>
                                <p:cTn fill="hold" nodeType="afterEffect" presetClass="entr" presetID="23" presetSubtype="16">
                                  <p:stCondLst>
                                    <p:cond delay="0"/>
                                  </p:stCondLst>
                                  <p:childTnLst>
                                    <p:set>
                                      <p:cBhvr>
                                        <p:cTn dur="1" fill="hold">
                                          <p:stCondLst>
                                            <p:cond delay="0"/>
                                          </p:stCondLst>
                                        </p:cTn>
                                        <p:tgtEl>
                                          <p:spTgt spid="2970"/>
                                        </p:tgtEl>
                                        <p:attrNameLst>
                                          <p:attrName>style.visibility</p:attrName>
                                        </p:attrNameLst>
                                      </p:cBhvr>
                                      <p:to>
                                        <p:strVal val="visible"/>
                                      </p:to>
                                    </p:set>
                                    <p:anim calcmode="lin" valueType="num">
                                      <p:cBhvr additive="base">
                                        <p:cTn dur="200"/>
                                        <p:tgtEl>
                                          <p:spTgt spid="2970"/>
                                        </p:tgtEl>
                                        <p:attrNameLst>
                                          <p:attrName>ppt_w</p:attrName>
                                        </p:attrNameLst>
                                      </p:cBhvr>
                                      <p:tavLst>
                                        <p:tav fmla="" tm="0">
                                          <p:val>
                                            <p:strVal val="0"/>
                                          </p:val>
                                        </p:tav>
                                        <p:tav fmla="" tm="100000">
                                          <p:val>
                                            <p:strVal val="#ppt_w"/>
                                          </p:val>
                                        </p:tav>
                                      </p:tavLst>
                                    </p:anim>
                                    <p:anim calcmode="lin" valueType="num">
                                      <p:cBhvr additive="base">
                                        <p:cTn dur="200"/>
                                        <p:tgtEl>
                                          <p:spTgt spid="297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2" name="Shape 2982"/>
        <p:cNvGrpSpPr/>
        <p:nvPr/>
      </p:nvGrpSpPr>
      <p:grpSpPr>
        <a:xfrm>
          <a:off x="0" y="0"/>
          <a:ext cx="0" cy="0"/>
          <a:chOff x="0" y="0"/>
          <a:chExt cx="0" cy="0"/>
        </a:xfrm>
      </p:grpSpPr>
      <p:sp>
        <p:nvSpPr>
          <p:cNvPr id="2983" name="Google Shape;2983;p118"/>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Timeline to complete 2.2</a:t>
            </a:r>
            <a:endParaRPr sz="3200">
              <a:solidFill>
                <a:srgbClr val="212121"/>
              </a:solidFill>
              <a:latin typeface="Luckiest Guy"/>
              <a:ea typeface="Luckiest Guy"/>
              <a:cs typeface="Luckiest Guy"/>
              <a:sym typeface="Luckiest Guy"/>
            </a:endParaRPr>
          </a:p>
        </p:txBody>
      </p:sp>
      <p:sp>
        <p:nvSpPr>
          <p:cNvPr id="2984" name="Google Shape;2984;p118"/>
          <p:cNvSpPr txBox="1"/>
          <p:nvPr>
            <p:ph idx="1" type="subTitle"/>
          </p:nvPr>
        </p:nvSpPr>
        <p:spPr>
          <a:xfrm>
            <a:off x="770575" y="928125"/>
            <a:ext cx="7875000" cy="403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212121"/>
                </a:solidFill>
                <a:latin typeface="Jost"/>
                <a:ea typeface="Jost"/>
                <a:cs typeface="Jost"/>
                <a:sym typeface="Jost"/>
              </a:rPr>
              <a:t>Week 8</a:t>
            </a:r>
            <a:endParaRPr b="1"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Starting &amp; Completing Strategy Paragraphs</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rPr b="1" lang="en" sz="1800">
                <a:solidFill>
                  <a:srgbClr val="212121"/>
                </a:solidFill>
                <a:latin typeface="Jost"/>
                <a:ea typeface="Jost"/>
                <a:cs typeface="Jost"/>
                <a:sym typeface="Jost"/>
              </a:rPr>
              <a:t>Week 9</a:t>
            </a:r>
            <a:endParaRPr b="1"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Completing Strategy Paragraphs</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Getting feedback once strategies are completed (especially if you are in Polyfest Group)</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rPr b="1" lang="en" sz="1800">
                <a:solidFill>
                  <a:srgbClr val="212121"/>
                </a:solidFill>
                <a:latin typeface="Jost"/>
                <a:ea typeface="Jost"/>
                <a:cs typeface="Jost"/>
                <a:sym typeface="Jost"/>
              </a:rPr>
              <a:t>Week 10</a:t>
            </a:r>
            <a:endParaRPr b="1"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Final Feedback</a:t>
            </a:r>
            <a:endParaRPr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Proofreading</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rPr b="1" lang="en" sz="1800">
                <a:solidFill>
                  <a:srgbClr val="212121"/>
                </a:solidFill>
                <a:latin typeface="Jost"/>
                <a:ea typeface="Jost"/>
                <a:cs typeface="Jost"/>
                <a:sym typeface="Jost"/>
              </a:rPr>
              <a:t>Week 11</a:t>
            </a:r>
            <a:endParaRPr b="1" sz="1800">
              <a:solidFill>
                <a:srgbClr val="212121"/>
              </a:solidFill>
              <a:latin typeface="Jost"/>
              <a:ea typeface="Jost"/>
              <a:cs typeface="Jost"/>
              <a:sym typeface="Jost"/>
            </a:endParaRPr>
          </a:p>
          <a:p>
            <a:pPr indent="-342900" lvl="0" marL="457200" rtl="0" algn="l">
              <a:spcBef>
                <a:spcPts val="0"/>
              </a:spcBef>
              <a:spcAft>
                <a:spcPts val="0"/>
              </a:spcAft>
              <a:buClr>
                <a:srgbClr val="212121"/>
              </a:buClr>
              <a:buSzPts val="1800"/>
              <a:buFont typeface="Jost"/>
              <a:buChar char="●"/>
            </a:pPr>
            <a:r>
              <a:rPr lang="en" sz="1800">
                <a:solidFill>
                  <a:srgbClr val="212121"/>
                </a:solidFill>
                <a:latin typeface="Jost"/>
                <a:ea typeface="Jost"/>
                <a:cs typeface="Jost"/>
                <a:sym typeface="Jost"/>
              </a:rPr>
              <a:t>Final Editing, Proofreading, Finalising and Submission</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8" name="Shape 2988"/>
        <p:cNvGrpSpPr/>
        <p:nvPr/>
      </p:nvGrpSpPr>
      <p:grpSpPr>
        <a:xfrm>
          <a:off x="0" y="0"/>
          <a:ext cx="0" cy="0"/>
          <a:chOff x="0" y="0"/>
          <a:chExt cx="0" cy="0"/>
        </a:xfrm>
      </p:grpSpPr>
      <p:sp>
        <p:nvSpPr>
          <p:cNvPr id="2989" name="Google Shape;2989;p119"/>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2.2 excellence</a:t>
            </a:r>
            <a:endParaRPr sz="3200">
              <a:solidFill>
                <a:srgbClr val="212121"/>
              </a:solidFill>
              <a:latin typeface="Luckiest Guy"/>
              <a:ea typeface="Luckiest Guy"/>
              <a:cs typeface="Luckiest Guy"/>
              <a:sym typeface="Luckiest Guy"/>
            </a:endParaRPr>
          </a:p>
        </p:txBody>
      </p:sp>
      <p:sp>
        <p:nvSpPr>
          <p:cNvPr id="2990" name="Google Shape;2990;p119"/>
          <p:cNvSpPr txBox="1"/>
          <p:nvPr>
            <p:ph idx="1" type="subTitle"/>
          </p:nvPr>
        </p:nvSpPr>
        <p:spPr>
          <a:xfrm>
            <a:off x="770575" y="928125"/>
            <a:ext cx="7875000" cy="403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212121"/>
                </a:solidFill>
                <a:latin typeface="Jost"/>
                <a:ea typeface="Jost"/>
                <a:cs typeface="Jost"/>
                <a:sym typeface="Jost"/>
              </a:rPr>
              <a:t>Background (Achieved → Merit </a:t>
            </a:r>
            <a:r>
              <a:rPr b="1" lang="en" sz="1700">
                <a:solidFill>
                  <a:srgbClr val="212121"/>
                </a:solidFill>
                <a:latin typeface="Jost"/>
                <a:ea typeface="Jost"/>
                <a:cs typeface="Jost"/>
                <a:sym typeface="Jost"/>
              </a:rPr>
              <a:t>→ Excellence)</a:t>
            </a:r>
            <a:endParaRPr b="1" sz="1700">
              <a:solidFill>
                <a:srgbClr val="212121"/>
              </a:solidFill>
              <a:latin typeface="Jost"/>
              <a:ea typeface="Jost"/>
              <a:cs typeface="Jost"/>
              <a:sym typeface="Jost"/>
            </a:endParaRPr>
          </a:p>
          <a:p>
            <a:pPr indent="-336550" lvl="0" marL="457200" rtl="0" algn="l">
              <a:spcBef>
                <a:spcPts val="0"/>
              </a:spcBef>
              <a:spcAft>
                <a:spcPts val="0"/>
              </a:spcAft>
              <a:buClr>
                <a:srgbClr val="212121"/>
              </a:buClr>
              <a:buSzPts val="1700"/>
              <a:buFont typeface="Jost"/>
              <a:buChar char="●"/>
            </a:pPr>
            <a:r>
              <a:rPr lang="en" sz="1700">
                <a:solidFill>
                  <a:srgbClr val="212121"/>
                </a:solidFill>
                <a:latin typeface="Jost"/>
                <a:ea typeface="Jost"/>
                <a:cs typeface="Jost"/>
                <a:sym typeface="Jost"/>
              </a:rPr>
              <a:t>Selected role model</a:t>
            </a:r>
            <a:endParaRPr sz="1700">
              <a:solidFill>
                <a:srgbClr val="212121"/>
              </a:solidFill>
              <a:latin typeface="Jost"/>
              <a:ea typeface="Jost"/>
              <a:cs typeface="Jost"/>
              <a:sym typeface="Jost"/>
            </a:endParaRPr>
          </a:p>
          <a:p>
            <a:pPr indent="-336550" lvl="0" marL="457200" rtl="0" algn="l">
              <a:spcBef>
                <a:spcPts val="0"/>
              </a:spcBef>
              <a:spcAft>
                <a:spcPts val="0"/>
              </a:spcAft>
              <a:buClr>
                <a:srgbClr val="212121"/>
              </a:buClr>
              <a:buSzPts val="1700"/>
              <a:buFont typeface="Jost"/>
              <a:buChar char="●"/>
            </a:pPr>
            <a:r>
              <a:t/>
            </a:r>
            <a:endParaRPr sz="1700">
              <a:solidFill>
                <a:srgbClr val="212121"/>
              </a:solidFill>
              <a:latin typeface="Jost"/>
              <a:ea typeface="Jost"/>
              <a:cs typeface="Jost"/>
              <a:sym typeface="Jost"/>
            </a:endParaRPr>
          </a:p>
          <a:p>
            <a:pPr indent="0" lvl="0" marL="0" rtl="0" algn="l">
              <a:spcBef>
                <a:spcPts val="0"/>
              </a:spcBef>
              <a:spcAft>
                <a:spcPts val="0"/>
              </a:spcAft>
              <a:buNone/>
            </a:pPr>
            <a:r>
              <a:t/>
            </a:r>
            <a:endParaRPr b="1" sz="1700">
              <a:solidFill>
                <a:srgbClr val="212121"/>
              </a:solidFill>
              <a:latin typeface="Jost"/>
              <a:ea typeface="Jost"/>
              <a:cs typeface="Jost"/>
              <a:sym typeface="Jost"/>
            </a:endParaRPr>
          </a:p>
          <a:p>
            <a:pPr indent="0" lvl="0" marL="0" rtl="0" algn="l">
              <a:spcBef>
                <a:spcPts val="0"/>
              </a:spcBef>
              <a:spcAft>
                <a:spcPts val="0"/>
              </a:spcAft>
              <a:buNone/>
            </a:pPr>
            <a:r>
              <a:rPr b="1" lang="en" sz="1700">
                <a:solidFill>
                  <a:srgbClr val="212121"/>
                </a:solidFill>
                <a:latin typeface="Jost"/>
                <a:ea typeface="Jost"/>
                <a:cs typeface="Jost"/>
                <a:sym typeface="Jost"/>
              </a:rPr>
              <a:t>Risk &amp; Protective Factors</a:t>
            </a:r>
            <a:endParaRPr b="1" sz="1700">
              <a:solidFill>
                <a:srgbClr val="212121"/>
              </a:solidFill>
              <a:latin typeface="Jost"/>
              <a:ea typeface="Jost"/>
              <a:cs typeface="Jost"/>
              <a:sym typeface="Jost"/>
            </a:endParaRPr>
          </a:p>
          <a:p>
            <a:pPr indent="-336550" lvl="0" marL="457200" rtl="0" algn="l">
              <a:spcBef>
                <a:spcPts val="0"/>
              </a:spcBef>
              <a:spcAft>
                <a:spcPts val="0"/>
              </a:spcAft>
              <a:buClr>
                <a:srgbClr val="212121"/>
              </a:buClr>
              <a:buSzPts val="1700"/>
              <a:buFont typeface="Jost"/>
              <a:buChar char="●"/>
            </a:pPr>
            <a:r>
              <a:rPr lang="en" sz="1700">
                <a:solidFill>
                  <a:srgbClr val="212121"/>
                </a:solidFill>
                <a:latin typeface="Jost"/>
                <a:ea typeface="Jost"/>
                <a:cs typeface="Jost"/>
                <a:sym typeface="Jost"/>
              </a:rPr>
              <a:t>Evaluate Factors comprehensively - be critical on the influence the factors have had on the resilient role models ability to change and be resilient</a:t>
            </a:r>
            <a:endParaRPr sz="1400">
              <a:solidFill>
                <a:srgbClr val="212121"/>
              </a:solidFill>
              <a:latin typeface="Jost"/>
              <a:ea typeface="Jost"/>
              <a:cs typeface="Jost"/>
              <a:sym typeface="Jost"/>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4" name="Shape 2994"/>
        <p:cNvGrpSpPr/>
        <p:nvPr/>
      </p:nvGrpSpPr>
      <p:grpSpPr>
        <a:xfrm>
          <a:off x="0" y="0"/>
          <a:ext cx="0" cy="0"/>
          <a:chOff x="0" y="0"/>
          <a:chExt cx="0" cy="0"/>
        </a:xfrm>
      </p:grpSpPr>
      <p:sp>
        <p:nvSpPr>
          <p:cNvPr id="2995" name="Google Shape;2995;p120"/>
          <p:cNvSpPr txBox="1"/>
          <p:nvPr>
            <p:ph type="ctrTitle"/>
          </p:nvPr>
        </p:nvSpPr>
        <p:spPr>
          <a:xfrm flipH="1">
            <a:off x="770575" y="87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2.2 excellence</a:t>
            </a:r>
            <a:endParaRPr sz="3200">
              <a:solidFill>
                <a:srgbClr val="212121"/>
              </a:solidFill>
              <a:latin typeface="Luckiest Guy"/>
              <a:ea typeface="Luckiest Guy"/>
              <a:cs typeface="Luckiest Guy"/>
              <a:sym typeface="Luckiest Guy"/>
            </a:endParaRPr>
          </a:p>
        </p:txBody>
      </p:sp>
      <p:sp>
        <p:nvSpPr>
          <p:cNvPr id="2996" name="Google Shape;2996;p120"/>
          <p:cNvSpPr txBox="1"/>
          <p:nvPr>
            <p:ph idx="1" type="subTitle"/>
          </p:nvPr>
        </p:nvSpPr>
        <p:spPr>
          <a:xfrm>
            <a:off x="770575" y="623325"/>
            <a:ext cx="7875000" cy="403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212121"/>
                </a:solidFill>
                <a:latin typeface="Jost"/>
                <a:ea typeface="Jost"/>
                <a:cs typeface="Jost"/>
                <a:sym typeface="Jost"/>
              </a:rPr>
              <a:t>Risk &amp; Protective Factors</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Interrelate changes and link</a:t>
            </a:r>
            <a:endParaRPr sz="1600">
              <a:solidFill>
                <a:srgbClr val="212121"/>
              </a:solidFill>
              <a:latin typeface="Jost"/>
              <a:ea typeface="Jost"/>
              <a:cs typeface="Jost"/>
              <a:sym typeface="Jost"/>
            </a:endParaRPr>
          </a:p>
          <a:p>
            <a:pPr indent="-330200" lvl="1" marL="9144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Mention in a summary paragraph how changes this person had to make link to other changes in their life/lifestyle</a:t>
            </a:r>
            <a:endParaRPr sz="1600">
              <a:solidFill>
                <a:srgbClr val="212121"/>
              </a:solidFill>
              <a:latin typeface="Jost"/>
              <a:ea typeface="Jost"/>
              <a:cs typeface="Jost"/>
              <a:sym typeface="Jost"/>
            </a:endParaRPr>
          </a:p>
          <a:p>
            <a:pPr indent="-330200" lvl="1" marL="9144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Explain how factors link with each other</a:t>
            </a:r>
            <a:endParaRPr sz="1600">
              <a:solidFill>
                <a:srgbClr val="212121"/>
              </a:solidFill>
              <a:latin typeface="Jost"/>
              <a:ea typeface="Jost"/>
              <a:cs typeface="Jost"/>
              <a:sym typeface="Jost"/>
            </a:endParaRPr>
          </a:p>
          <a:p>
            <a:pPr indent="-330200" lvl="1" marL="9144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Identify and explain the social determinants of health</a:t>
            </a:r>
            <a:endParaRPr sz="1600">
              <a:solidFill>
                <a:srgbClr val="212121"/>
              </a:solidFill>
              <a:latin typeface="Jost"/>
              <a:ea typeface="Jost"/>
              <a:cs typeface="Jost"/>
              <a:sym typeface="Jost"/>
            </a:endParaRPr>
          </a:p>
          <a:p>
            <a:pPr indent="0" lvl="0" marL="0" rtl="0" algn="l">
              <a:spcBef>
                <a:spcPts val="0"/>
              </a:spcBef>
              <a:spcAft>
                <a:spcPts val="0"/>
              </a:spcAft>
              <a:buNone/>
            </a:pPr>
            <a:r>
              <a:t/>
            </a:r>
            <a:endParaRPr sz="1600">
              <a:solidFill>
                <a:srgbClr val="212121"/>
              </a:solidFill>
              <a:latin typeface="Jost"/>
              <a:ea typeface="Jost"/>
              <a:cs typeface="Jost"/>
              <a:sym typeface="Jost"/>
            </a:endParaRPr>
          </a:p>
          <a:p>
            <a:pPr indent="0" lvl="0" marL="0" rtl="0" algn="l">
              <a:spcBef>
                <a:spcPts val="0"/>
              </a:spcBef>
              <a:spcAft>
                <a:spcPts val="0"/>
              </a:spcAft>
              <a:buNone/>
            </a:pPr>
            <a:r>
              <a:rPr b="1" lang="en" sz="1600">
                <a:solidFill>
                  <a:srgbClr val="212121"/>
                </a:solidFill>
                <a:latin typeface="Jost"/>
                <a:ea typeface="Jost"/>
                <a:cs typeface="Jost"/>
                <a:sym typeface="Jost"/>
              </a:rPr>
              <a:t>Verbal Example</a:t>
            </a:r>
            <a:endParaRPr b="1" sz="1600">
              <a:solidFill>
                <a:srgbClr val="212121"/>
              </a:solidFill>
              <a:latin typeface="Jost"/>
              <a:ea typeface="Jost"/>
              <a:cs typeface="Jost"/>
              <a:sym typeface="Jost"/>
            </a:endParaRPr>
          </a:p>
          <a:p>
            <a:pPr indent="0" lvl="0" marL="0" rtl="0" algn="l">
              <a:spcBef>
                <a:spcPts val="0"/>
              </a:spcBef>
              <a:spcAft>
                <a:spcPts val="0"/>
              </a:spcAft>
              <a:buNone/>
            </a:pPr>
            <a:r>
              <a:t/>
            </a:r>
            <a:endParaRPr b="1" sz="1600">
              <a:solidFill>
                <a:srgbClr val="212121"/>
              </a:solidFill>
              <a:latin typeface="Jost"/>
              <a:ea typeface="Jost"/>
              <a:cs typeface="Jost"/>
              <a:sym typeface="Jost"/>
            </a:endParaRPr>
          </a:p>
          <a:p>
            <a:pPr indent="0" lvl="0" marL="0" rtl="0" algn="l">
              <a:spcBef>
                <a:spcPts val="0"/>
              </a:spcBef>
              <a:spcAft>
                <a:spcPts val="0"/>
              </a:spcAft>
              <a:buNone/>
            </a:pPr>
            <a:r>
              <a:rPr b="1" lang="en" sz="1600">
                <a:solidFill>
                  <a:srgbClr val="212121"/>
                </a:solidFill>
                <a:latin typeface="Jost"/>
                <a:ea typeface="Jost"/>
                <a:cs typeface="Jost"/>
                <a:sym typeface="Jost"/>
              </a:rPr>
              <a:t>Tips:</a:t>
            </a:r>
            <a:endParaRPr b="1" sz="1600">
              <a:solidFill>
                <a:srgbClr val="212121"/>
              </a:solidFill>
              <a:latin typeface="Jost"/>
              <a:ea typeface="Jost"/>
              <a:cs typeface="Jost"/>
              <a:sym typeface="Jost"/>
            </a:endParaRPr>
          </a:p>
          <a:p>
            <a:pPr indent="0" lvl="0" marL="0" rtl="0" algn="l">
              <a:spcBef>
                <a:spcPts val="0"/>
              </a:spcBef>
              <a:spcAft>
                <a:spcPts val="0"/>
              </a:spcAft>
              <a:buNone/>
            </a:pPr>
            <a:r>
              <a:rPr lang="en" sz="1600">
                <a:solidFill>
                  <a:srgbClr val="212121"/>
                </a:solidFill>
                <a:latin typeface="Jost"/>
                <a:ea typeface="Jost"/>
                <a:cs typeface="Jost"/>
                <a:sym typeface="Jost"/>
              </a:rPr>
              <a:t>How do the risk factors all link?  How do protective factors all link?</a:t>
            </a:r>
            <a:endParaRPr sz="1600">
              <a:solidFill>
                <a:srgbClr val="212121"/>
              </a:solidFill>
              <a:latin typeface="Jost"/>
              <a:ea typeface="Jost"/>
              <a:cs typeface="Jost"/>
              <a:sym typeface="Jost"/>
            </a:endParaRPr>
          </a:p>
          <a:p>
            <a:pPr indent="0" lvl="0" marL="0" rtl="0" algn="l">
              <a:spcBef>
                <a:spcPts val="0"/>
              </a:spcBef>
              <a:spcAft>
                <a:spcPts val="0"/>
              </a:spcAft>
              <a:buNone/>
            </a:pPr>
            <a:r>
              <a:rPr lang="en" sz="1600">
                <a:solidFill>
                  <a:srgbClr val="212121"/>
                </a:solidFill>
                <a:latin typeface="Jost"/>
                <a:ea typeface="Jost"/>
                <a:cs typeface="Jost"/>
                <a:sym typeface="Jost"/>
              </a:rPr>
              <a:t>How did the connection between protective factors build resilience and support the change the person is making?</a:t>
            </a:r>
            <a:endParaRPr sz="1600">
              <a:solidFill>
                <a:srgbClr val="212121"/>
              </a:solidFill>
              <a:latin typeface="Jost"/>
              <a:ea typeface="Jost"/>
              <a:cs typeface="Jost"/>
              <a:sym typeface="Jost"/>
            </a:endParaRPr>
          </a:p>
          <a:p>
            <a:pPr indent="0" lvl="0" marL="0" rtl="0" algn="l">
              <a:spcBef>
                <a:spcPts val="0"/>
              </a:spcBef>
              <a:spcAft>
                <a:spcPts val="0"/>
              </a:spcAft>
              <a:buNone/>
            </a:pPr>
            <a:r>
              <a:rPr lang="en" sz="1600">
                <a:solidFill>
                  <a:srgbClr val="212121"/>
                </a:solidFill>
                <a:latin typeface="Jost"/>
                <a:ea typeface="Jost"/>
                <a:cs typeface="Jost"/>
                <a:sym typeface="Jost"/>
              </a:rPr>
              <a:t>Think about all your risk &amp; protective factors and which social determinants of health they fit with.  Consider going back to your planning doc and writing which social determinant of health each factor links to. Use resources/literature to support the social determinants identified</a:t>
            </a:r>
            <a:endParaRPr sz="1600">
              <a:solidFill>
                <a:srgbClr val="212121"/>
              </a:solidFill>
              <a:latin typeface="Jost"/>
              <a:ea typeface="Jost"/>
              <a:cs typeface="Jost"/>
              <a:sym typeface="Jost"/>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0" name="Shape 3000"/>
        <p:cNvGrpSpPr/>
        <p:nvPr/>
      </p:nvGrpSpPr>
      <p:grpSpPr>
        <a:xfrm>
          <a:off x="0" y="0"/>
          <a:ext cx="0" cy="0"/>
          <a:chOff x="0" y="0"/>
          <a:chExt cx="0" cy="0"/>
        </a:xfrm>
      </p:grpSpPr>
      <p:sp>
        <p:nvSpPr>
          <p:cNvPr id="3001" name="Google Shape;3001;p121"/>
          <p:cNvSpPr txBox="1"/>
          <p:nvPr>
            <p:ph type="ctrTitle"/>
          </p:nvPr>
        </p:nvSpPr>
        <p:spPr>
          <a:xfrm flipH="1">
            <a:off x="770575" y="87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2.2 excellence</a:t>
            </a:r>
            <a:endParaRPr sz="3200">
              <a:solidFill>
                <a:srgbClr val="212121"/>
              </a:solidFill>
              <a:latin typeface="Luckiest Guy"/>
              <a:ea typeface="Luckiest Guy"/>
              <a:cs typeface="Luckiest Guy"/>
              <a:sym typeface="Luckiest Guy"/>
            </a:endParaRPr>
          </a:p>
        </p:txBody>
      </p:sp>
      <p:sp>
        <p:nvSpPr>
          <p:cNvPr id="3002" name="Google Shape;3002;p121"/>
          <p:cNvSpPr txBox="1"/>
          <p:nvPr>
            <p:ph idx="1" type="subTitle"/>
          </p:nvPr>
        </p:nvSpPr>
        <p:spPr>
          <a:xfrm>
            <a:off x="770575" y="623325"/>
            <a:ext cx="7875000" cy="403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212121"/>
                </a:solidFill>
                <a:latin typeface="Jost"/>
                <a:ea typeface="Jost"/>
                <a:cs typeface="Jost"/>
                <a:sym typeface="Jost"/>
              </a:rPr>
              <a:t>Strategies</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Critical in terms of change and resilience</a:t>
            </a:r>
            <a:endParaRPr sz="1600">
              <a:solidFill>
                <a:srgbClr val="212121"/>
              </a:solidFill>
              <a:latin typeface="Jost"/>
              <a:ea typeface="Jost"/>
              <a:cs typeface="Jost"/>
              <a:sym typeface="Jost"/>
            </a:endParaRPr>
          </a:p>
          <a:p>
            <a:pPr indent="-330200" lvl="0" marL="457200" rtl="0" algn="l">
              <a:spcBef>
                <a:spcPts val="0"/>
              </a:spcBef>
              <a:spcAft>
                <a:spcPts val="0"/>
              </a:spcAft>
              <a:buClr>
                <a:srgbClr val="212121"/>
              </a:buClr>
              <a:buSzPts val="1600"/>
              <a:buFont typeface="Jost"/>
              <a:buChar char="●"/>
            </a:pPr>
            <a:r>
              <a:rPr lang="en" sz="1600">
                <a:solidFill>
                  <a:srgbClr val="212121"/>
                </a:solidFill>
                <a:latin typeface="Jost"/>
                <a:ea typeface="Jost"/>
                <a:cs typeface="Jost"/>
                <a:sym typeface="Jost"/>
              </a:rPr>
              <a:t>Each strategy needs </a:t>
            </a:r>
            <a:r>
              <a:rPr lang="en" sz="1600">
                <a:solidFill>
                  <a:srgbClr val="212121"/>
                </a:solidFill>
                <a:latin typeface="Jost"/>
                <a:ea typeface="Jost"/>
                <a:cs typeface="Jost"/>
                <a:sym typeface="Jost"/>
              </a:rPr>
              <a:t>explain</a:t>
            </a:r>
            <a:r>
              <a:rPr lang="en" sz="1600">
                <a:solidFill>
                  <a:srgbClr val="212121"/>
                </a:solidFill>
                <a:latin typeface="Jost"/>
                <a:ea typeface="Jost"/>
                <a:cs typeface="Jost"/>
                <a:sym typeface="Jost"/>
              </a:rPr>
              <a:t> how it will help the resilient role model now and in the future so they continue on their change journey and continue to build resilience</a:t>
            </a:r>
            <a:endParaRPr sz="1400">
              <a:solidFill>
                <a:srgbClr val="212121"/>
              </a:solidFill>
              <a:latin typeface="Jost"/>
              <a:ea typeface="Jost"/>
              <a:cs typeface="Jost"/>
              <a:sym typeface="Jost"/>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6" name="Shape 3006"/>
        <p:cNvGrpSpPr/>
        <p:nvPr/>
      </p:nvGrpSpPr>
      <p:grpSpPr>
        <a:xfrm>
          <a:off x="0" y="0"/>
          <a:ext cx="0" cy="0"/>
          <a:chOff x="0" y="0"/>
          <a:chExt cx="0" cy="0"/>
        </a:xfrm>
      </p:grpSpPr>
      <p:sp>
        <p:nvSpPr>
          <p:cNvPr id="3007" name="Google Shape;3007;p122"/>
          <p:cNvSpPr txBox="1"/>
          <p:nvPr>
            <p:ph type="ctrTitle"/>
          </p:nvPr>
        </p:nvSpPr>
        <p:spPr>
          <a:xfrm>
            <a:off x="2194950" y="481575"/>
            <a:ext cx="4746300" cy="20526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12121"/>
                </a:solidFill>
                <a:latin typeface="Luckiest Guy"/>
                <a:ea typeface="Luckiest Guy"/>
                <a:cs typeface="Luckiest Guy"/>
                <a:sym typeface="Luckiest Guy"/>
              </a:rPr>
              <a:t>L2 health</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Do now</a:t>
            </a:r>
            <a:endParaRPr>
              <a:solidFill>
                <a:srgbClr val="212121"/>
              </a:solidFill>
              <a:latin typeface="Luckiest Guy"/>
              <a:ea typeface="Luckiest Guy"/>
              <a:cs typeface="Luckiest Guy"/>
              <a:sym typeface="Luckiest Guy"/>
            </a:endParaRPr>
          </a:p>
          <a:p>
            <a:pPr indent="0" lvl="0" marL="0" rtl="0" algn="ctr">
              <a:spcBef>
                <a:spcPts val="0"/>
              </a:spcBef>
              <a:spcAft>
                <a:spcPts val="0"/>
              </a:spcAft>
              <a:buNone/>
            </a:pPr>
            <a:r>
              <a:rPr lang="en">
                <a:solidFill>
                  <a:srgbClr val="212121"/>
                </a:solidFill>
                <a:latin typeface="Luckiest Guy"/>
                <a:ea typeface="Luckiest Guy"/>
                <a:cs typeface="Luckiest Guy"/>
                <a:sym typeface="Luckiest Guy"/>
              </a:rPr>
              <a:t>mon 10/3</a:t>
            </a:r>
            <a:endParaRPr>
              <a:solidFill>
                <a:srgbClr val="212121"/>
              </a:solidFill>
              <a:latin typeface="Luckiest Guy"/>
              <a:ea typeface="Luckiest Guy"/>
              <a:cs typeface="Luckiest Guy"/>
              <a:sym typeface="Luckiest Guy"/>
            </a:endParaRPr>
          </a:p>
        </p:txBody>
      </p:sp>
      <p:sp>
        <p:nvSpPr>
          <p:cNvPr id="3008" name="Google Shape;3008;p122"/>
          <p:cNvSpPr txBox="1"/>
          <p:nvPr>
            <p:ph idx="1" type="subTitle"/>
          </p:nvPr>
        </p:nvSpPr>
        <p:spPr>
          <a:xfrm>
            <a:off x="1540775" y="2610375"/>
            <a:ext cx="5718600" cy="1875000"/>
          </a:xfrm>
          <a:prstGeom prst="rect">
            <a:avLst/>
          </a:prstGeom>
        </p:spPr>
        <p:txBody>
          <a:bodyPr anchorCtr="0" anchor="t" bIns="91425" lIns="91425" spcFirstLastPara="1" rIns="91425" wrap="square" tIns="91425">
            <a:noAutofit/>
          </a:bodyPr>
          <a:lstStyle/>
          <a:p>
            <a:pPr indent="-342900" lvl="0" marL="457200" rtl="0" algn="ctr">
              <a:spcBef>
                <a:spcPts val="0"/>
              </a:spcBef>
              <a:spcAft>
                <a:spcPts val="0"/>
              </a:spcAft>
              <a:buSzPts val="1800"/>
              <a:buFont typeface="Jost"/>
              <a:buAutoNum type="arabicPeriod"/>
            </a:pPr>
            <a:r>
              <a:rPr lang="en">
                <a:latin typeface="Jost"/>
                <a:ea typeface="Jost"/>
                <a:cs typeface="Jost"/>
                <a:sym typeface="Jost"/>
              </a:rPr>
              <a:t>If we all finish our assessment before the end of term, what health content would you like to learn about in class</a:t>
            </a:r>
            <a:endParaRPr>
              <a:latin typeface="Jost"/>
              <a:ea typeface="Jost"/>
              <a:cs typeface="Jost"/>
              <a:sym typeface="Jost"/>
            </a:endParaRPr>
          </a:p>
          <a:p>
            <a:pPr indent="-342900" lvl="0" marL="457200" rtl="0" algn="ctr">
              <a:spcBef>
                <a:spcPts val="0"/>
              </a:spcBef>
              <a:spcAft>
                <a:spcPts val="0"/>
              </a:spcAft>
              <a:buSzPts val="1800"/>
              <a:buFont typeface="Jost"/>
              <a:buAutoNum type="arabicPeriod"/>
            </a:pPr>
            <a:r>
              <a:rPr lang="en">
                <a:latin typeface="Jost"/>
                <a:ea typeface="Jost"/>
                <a:cs typeface="Jost"/>
                <a:sym typeface="Jost"/>
              </a:rPr>
              <a:t>Write it on a post it note and place it into the box at the front of class</a:t>
            </a:r>
            <a:endParaRPr>
              <a:latin typeface="Jost"/>
              <a:ea typeface="Jost"/>
              <a:cs typeface="Jost"/>
              <a:sym typeface="Jost"/>
            </a:endParaRPr>
          </a:p>
        </p:txBody>
      </p:sp>
      <p:sp>
        <p:nvSpPr>
          <p:cNvPr id="3009" name="Google Shape;3009;p122"/>
          <p:cNvSpPr/>
          <p:nvPr/>
        </p:nvSpPr>
        <p:spPr>
          <a:xfrm rot="10800000">
            <a:off x="-76191" y="1690548"/>
            <a:ext cx="382247" cy="441717"/>
          </a:xfrm>
          <a:custGeom>
            <a:rect b="b" l="l" r="r" t="t"/>
            <a:pathLst>
              <a:path extrusionOk="0" h="31824" w="27654">
                <a:moveTo>
                  <a:pt x="27653" y="1"/>
                </a:moveTo>
                <a:lnTo>
                  <a:pt x="0" y="15845"/>
                </a:lnTo>
                <a:lnTo>
                  <a:pt x="27653" y="31823"/>
                </a:lnTo>
                <a:lnTo>
                  <a:pt x="27653"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122"/>
          <p:cNvSpPr/>
          <p:nvPr/>
        </p:nvSpPr>
        <p:spPr>
          <a:xfrm rot="10800000">
            <a:off x="-76202" y="1248850"/>
            <a:ext cx="382247" cy="663492"/>
          </a:xfrm>
          <a:custGeom>
            <a:rect b="b" l="l" r="r" t="t"/>
            <a:pathLst>
              <a:path extrusionOk="0" h="47802" w="27654">
                <a:moveTo>
                  <a:pt x="0" y="0"/>
                </a:moveTo>
                <a:lnTo>
                  <a:pt x="0" y="31823"/>
                </a:lnTo>
                <a:lnTo>
                  <a:pt x="134" y="31956"/>
                </a:lnTo>
                <a:lnTo>
                  <a:pt x="27653" y="47801"/>
                </a:lnTo>
                <a:lnTo>
                  <a:pt x="27653" y="15978"/>
                </a:lnTo>
                <a:lnTo>
                  <a:pt x="0" y="0"/>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122"/>
          <p:cNvSpPr/>
          <p:nvPr/>
        </p:nvSpPr>
        <p:spPr>
          <a:xfrm rot="10800000">
            <a:off x="-76191" y="143708"/>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122"/>
          <p:cNvSpPr/>
          <p:nvPr/>
        </p:nvSpPr>
        <p:spPr>
          <a:xfrm rot="10800000">
            <a:off x="-76202" y="-76210"/>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122"/>
          <p:cNvSpPr/>
          <p:nvPr/>
        </p:nvSpPr>
        <p:spPr>
          <a:xfrm rot="10800000">
            <a:off x="-76191" y="807176"/>
            <a:ext cx="382247" cy="441703"/>
          </a:xfrm>
          <a:custGeom>
            <a:rect b="b" l="l" r="r" t="t"/>
            <a:pathLst>
              <a:path extrusionOk="0" h="31823" w="27654">
                <a:moveTo>
                  <a:pt x="27653" y="0"/>
                </a:moveTo>
                <a:lnTo>
                  <a:pt x="0" y="15978"/>
                </a:lnTo>
                <a:lnTo>
                  <a:pt x="27653" y="31823"/>
                </a:lnTo>
                <a:lnTo>
                  <a:pt x="27653" y="0"/>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122"/>
          <p:cNvSpPr/>
          <p:nvPr/>
        </p:nvSpPr>
        <p:spPr>
          <a:xfrm rot="10800000">
            <a:off x="686456" y="1690548"/>
            <a:ext cx="380409" cy="441717"/>
          </a:xfrm>
          <a:custGeom>
            <a:rect b="b" l="l" r="r" t="t"/>
            <a:pathLst>
              <a:path extrusionOk="0" h="31824" w="27521">
                <a:moveTo>
                  <a:pt x="27521" y="1"/>
                </a:moveTo>
                <a:lnTo>
                  <a:pt x="1" y="15845"/>
                </a:lnTo>
                <a:lnTo>
                  <a:pt x="27521" y="31823"/>
                </a:lnTo>
                <a:lnTo>
                  <a:pt x="27521" y="1"/>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122"/>
          <p:cNvSpPr/>
          <p:nvPr/>
        </p:nvSpPr>
        <p:spPr>
          <a:xfrm rot="10800000">
            <a:off x="684618" y="1248850"/>
            <a:ext cx="384086" cy="661646"/>
          </a:xfrm>
          <a:custGeom>
            <a:rect b="b" l="l" r="r" t="t"/>
            <a:pathLst>
              <a:path extrusionOk="0" h="47669" w="27787">
                <a:moveTo>
                  <a:pt x="1" y="1"/>
                </a:moveTo>
                <a:lnTo>
                  <a:pt x="134" y="31823"/>
                </a:lnTo>
                <a:lnTo>
                  <a:pt x="27787" y="47668"/>
                </a:lnTo>
                <a:lnTo>
                  <a:pt x="27654" y="15845"/>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122"/>
          <p:cNvSpPr/>
          <p:nvPr/>
        </p:nvSpPr>
        <p:spPr>
          <a:xfrm rot="10800000">
            <a:off x="306052" y="1248850"/>
            <a:ext cx="380409" cy="661646"/>
          </a:xfrm>
          <a:custGeom>
            <a:rect b="b" l="l" r="r" t="t"/>
            <a:pathLst>
              <a:path extrusionOk="0" h="47669" w="27521">
                <a:moveTo>
                  <a:pt x="27520" y="1"/>
                </a:moveTo>
                <a:lnTo>
                  <a:pt x="1" y="15845"/>
                </a:lnTo>
                <a:lnTo>
                  <a:pt x="1" y="47668"/>
                </a:lnTo>
                <a:lnTo>
                  <a:pt x="27520" y="31823"/>
                </a:lnTo>
                <a:lnTo>
                  <a:pt x="27520" y="31690"/>
                </a:lnTo>
                <a:lnTo>
                  <a:pt x="27520"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122"/>
          <p:cNvSpPr/>
          <p:nvPr/>
        </p:nvSpPr>
        <p:spPr>
          <a:xfrm rot="10800000">
            <a:off x="680965" y="269200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122"/>
          <p:cNvSpPr/>
          <p:nvPr/>
        </p:nvSpPr>
        <p:spPr>
          <a:xfrm rot="10800000">
            <a:off x="306052" y="2132241"/>
            <a:ext cx="380409" cy="442175"/>
          </a:xfrm>
          <a:custGeom>
            <a:rect b="b" l="l" r="r" t="t"/>
            <a:pathLst>
              <a:path extrusionOk="0" h="31857" w="27521">
                <a:moveTo>
                  <a:pt x="1" y="0"/>
                </a:moveTo>
                <a:lnTo>
                  <a:pt x="1" y="31857"/>
                </a:lnTo>
                <a:lnTo>
                  <a:pt x="27520" y="15845"/>
                </a:lnTo>
                <a:lnTo>
                  <a:pt x="1" y="0"/>
                </a:lnTo>
                <a:close/>
              </a:path>
            </a:pathLst>
          </a:custGeom>
          <a:solidFill>
            <a:schemeClr val="accen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122"/>
          <p:cNvSpPr/>
          <p:nvPr/>
        </p:nvSpPr>
        <p:spPr>
          <a:xfrm rot="10800000">
            <a:off x="306061" y="-76210"/>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122"/>
          <p:cNvSpPr/>
          <p:nvPr/>
        </p:nvSpPr>
        <p:spPr>
          <a:xfrm rot="10800000">
            <a:off x="306052" y="143708"/>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122"/>
          <p:cNvSpPr/>
          <p:nvPr/>
        </p:nvSpPr>
        <p:spPr>
          <a:xfrm rot="10800000">
            <a:off x="306052" y="585406"/>
            <a:ext cx="380409" cy="441703"/>
          </a:xfrm>
          <a:custGeom>
            <a:rect b="b" l="l" r="r" t="t"/>
            <a:pathLst>
              <a:path extrusionOk="0" h="31823" w="27521">
                <a:moveTo>
                  <a:pt x="27520" y="0"/>
                </a:moveTo>
                <a:lnTo>
                  <a:pt x="1" y="15845"/>
                </a:lnTo>
                <a:lnTo>
                  <a:pt x="27520" y="31823"/>
                </a:lnTo>
                <a:lnTo>
                  <a:pt x="2752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122"/>
          <p:cNvSpPr/>
          <p:nvPr/>
        </p:nvSpPr>
        <p:spPr>
          <a:xfrm rot="10800000">
            <a:off x="-76191" y="585406"/>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122"/>
          <p:cNvSpPr/>
          <p:nvPr/>
        </p:nvSpPr>
        <p:spPr>
          <a:xfrm rot="10800000">
            <a:off x="-76202" y="1027085"/>
            <a:ext cx="382247" cy="443577"/>
          </a:xfrm>
          <a:custGeom>
            <a:rect b="b" l="l" r="r" t="t"/>
            <a:pathLst>
              <a:path extrusionOk="0" h="31958" w="27654">
                <a:moveTo>
                  <a:pt x="0" y="1"/>
                </a:moveTo>
                <a:lnTo>
                  <a:pt x="0" y="31957"/>
                </a:lnTo>
                <a:lnTo>
                  <a:pt x="27653" y="15979"/>
                </a:lnTo>
                <a:lnTo>
                  <a:pt x="0"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122"/>
          <p:cNvSpPr/>
          <p:nvPr/>
        </p:nvSpPr>
        <p:spPr>
          <a:xfrm rot="10800000">
            <a:off x="306050" y="807171"/>
            <a:ext cx="760804" cy="663492"/>
          </a:xfrm>
          <a:custGeom>
            <a:rect b="b" l="l" r="r" t="t"/>
            <a:pathLst>
              <a:path extrusionOk="0" h="47802" w="55041">
                <a:moveTo>
                  <a:pt x="55040" y="1"/>
                </a:moveTo>
                <a:lnTo>
                  <a:pt x="27521" y="15979"/>
                </a:lnTo>
                <a:lnTo>
                  <a:pt x="1" y="31957"/>
                </a:lnTo>
                <a:lnTo>
                  <a:pt x="27521" y="47802"/>
                </a:lnTo>
                <a:lnTo>
                  <a:pt x="55040" y="31957"/>
                </a:lnTo>
                <a:lnTo>
                  <a:pt x="55040"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122"/>
          <p:cNvSpPr/>
          <p:nvPr/>
        </p:nvSpPr>
        <p:spPr>
          <a:xfrm rot="10800000">
            <a:off x="1449103" y="1690548"/>
            <a:ext cx="380395" cy="441717"/>
          </a:xfrm>
          <a:custGeom>
            <a:rect b="b" l="l" r="r" t="t"/>
            <a:pathLst>
              <a:path extrusionOk="0" h="31824" w="27520">
                <a:moveTo>
                  <a:pt x="27520" y="1"/>
                </a:moveTo>
                <a:lnTo>
                  <a:pt x="0" y="15845"/>
                </a:lnTo>
                <a:lnTo>
                  <a:pt x="27520" y="31823"/>
                </a:lnTo>
                <a:lnTo>
                  <a:pt x="2752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122"/>
          <p:cNvSpPr/>
          <p:nvPr/>
        </p:nvSpPr>
        <p:spPr>
          <a:xfrm rot="10800000">
            <a:off x="1708691" y="1366463"/>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122"/>
          <p:cNvSpPr/>
          <p:nvPr/>
        </p:nvSpPr>
        <p:spPr>
          <a:xfrm rot="10800000">
            <a:off x="1712381" y="2028081"/>
            <a:ext cx="120809" cy="141229"/>
          </a:xfrm>
          <a:custGeom>
            <a:rect b="b" l="l" r="r" t="t"/>
            <a:pathLst>
              <a:path extrusionOk="0" h="10175" w="8740">
                <a:moveTo>
                  <a:pt x="0" y="1"/>
                </a:moveTo>
                <a:lnTo>
                  <a:pt x="0" y="10175"/>
                </a:lnTo>
                <a:lnTo>
                  <a:pt x="8740" y="5005"/>
                </a:lnTo>
                <a:lnTo>
                  <a:pt x="0" y="1"/>
                </a:lnTo>
                <a:close/>
              </a:path>
            </a:pathLst>
          </a:cu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122"/>
          <p:cNvSpPr/>
          <p:nvPr/>
        </p:nvSpPr>
        <p:spPr>
          <a:xfrm rot="10800000">
            <a:off x="1066861" y="1248850"/>
            <a:ext cx="382247" cy="661646"/>
          </a:xfrm>
          <a:custGeom>
            <a:rect b="b" l="l" r="r" t="t"/>
            <a:pathLst>
              <a:path extrusionOk="0" h="47669" w="27654">
                <a:moveTo>
                  <a:pt x="27654" y="1"/>
                </a:moveTo>
                <a:lnTo>
                  <a:pt x="1" y="15845"/>
                </a:lnTo>
                <a:lnTo>
                  <a:pt x="1" y="47668"/>
                </a:lnTo>
                <a:lnTo>
                  <a:pt x="27521" y="31823"/>
                </a:lnTo>
                <a:lnTo>
                  <a:pt x="27654" y="31690"/>
                </a:lnTo>
                <a:lnTo>
                  <a:pt x="27654"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122"/>
          <p:cNvSpPr/>
          <p:nvPr/>
        </p:nvSpPr>
        <p:spPr>
          <a:xfrm rot="10800000">
            <a:off x="1066861" y="1690548"/>
            <a:ext cx="382247" cy="441717"/>
          </a:xfrm>
          <a:custGeom>
            <a:rect b="b" l="l" r="r" t="t"/>
            <a:pathLst>
              <a:path extrusionOk="0" h="31824" w="27654">
                <a:moveTo>
                  <a:pt x="1" y="1"/>
                </a:moveTo>
                <a:lnTo>
                  <a:pt x="1" y="31823"/>
                </a:lnTo>
                <a:lnTo>
                  <a:pt x="27654" y="15979"/>
                </a:lnTo>
                <a:lnTo>
                  <a:pt x="27654" y="15845"/>
                </a:lnTo>
                <a:lnTo>
                  <a:pt x="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122"/>
          <p:cNvSpPr/>
          <p:nvPr/>
        </p:nvSpPr>
        <p:spPr>
          <a:xfrm rot="10800000">
            <a:off x="1449103" y="365483"/>
            <a:ext cx="380395" cy="441717"/>
          </a:xfrm>
          <a:custGeom>
            <a:rect b="b" l="l" r="r" t="t"/>
            <a:pathLst>
              <a:path extrusionOk="0" h="31824" w="27520">
                <a:moveTo>
                  <a:pt x="27520" y="1"/>
                </a:moveTo>
                <a:lnTo>
                  <a:pt x="0" y="15979"/>
                </a:lnTo>
                <a:lnTo>
                  <a:pt x="27520" y="31824"/>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122"/>
          <p:cNvSpPr/>
          <p:nvPr/>
        </p:nvSpPr>
        <p:spPr>
          <a:xfrm rot="10800000">
            <a:off x="2069765" y="-76210"/>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122"/>
          <p:cNvSpPr/>
          <p:nvPr/>
        </p:nvSpPr>
        <p:spPr>
          <a:xfrm rot="10800000">
            <a:off x="1066861" y="-76220"/>
            <a:ext cx="382247" cy="883420"/>
          </a:xfrm>
          <a:custGeom>
            <a:rect b="b" l="l" r="r" t="t"/>
            <a:pathLst>
              <a:path extrusionOk="0" h="63647" w="27654">
                <a:moveTo>
                  <a:pt x="1" y="1"/>
                </a:moveTo>
                <a:lnTo>
                  <a:pt x="1" y="31824"/>
                </a:lnTo>
                <a:lnTo>
                  <a:pt x="1" y="63646"/>
                </a:lnTo>
                <a:lnTo>
                  <a:pt x="27521" y="47802"/>
                </a:lnTo>
                <a:lnTo>
                  <a:pt x="27654" y="47802"/>
                </a:lnTo>
                <a:lnTo>
                  <a:pt x="27654"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122"/>
          <p:cNvSpPr/>
          <p:nvPr/>
        </p:nvSpPr>
        <p:spPr>
          <a:xfrm rot="10800000">
            <a:off x="1066861" y="585406"/>
            <a:ext cx="382247" cy="441703"/>
          </a:xfrm>
          <a:custGeom>
            <a:rect b="b" l="l" r="r" t="t"/>
            <a:pathLst>
              <a:path extrusionOk="0" h="31823" w="27654">
                <a:moveTo>
                  <a:pt x="27654" y="0"/>
                </a:moveTo>
                <a:lnTo>
                  <a:pt x="1" y="15845"/>
                </a:lnTo>
                <a:lnTo>
                  <a:pt x="27654" y="31823"/>
                </a:lnTo>
                <a:lnTo>
                  <a:pt x="2765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122"/>
          <p:cNvSpPr/>
          <p:nvPr/>
        </p:nvSpPr>
        <p:spPr>
          <a:xfrm rot="10800000">
            <a:off x="686445" y="143703"/>
            <a:ext cx="382247" cy="883406"/>
          </a:xfrm>
          <a:custGeom>
            <a:rect b="b" l="l" r="r" t="t"/>
            <a:pathLst>
              <a:path extrusionOk="0" h="63646" w="27654">
                <a:moveTo>
                  <a:pt x="134" y="0"/>
                </a:moveTo>
                <a:lnTo>
                  <a:pt x="1" y="31823"/>
                </a:lnTo>
                <a:lnTo>
                  <a:pt x="134" y="31823"/>
                </a:lnTo>
                <a:lnTo>
                  <a:pt x="134" y="63646"/>
                </a:lnTo>
                <a:lnTo>
                  <a:pt x="27654" y="47668"/>
                </a:lnTo>
                <a:lnTo>
                  <a:pt x="27654" y="15845"/>
                </a:lnTo>
                <a:lnTo>
                  <a:pt x="134"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122"/>
          <p:cNvSpPr/>
          <p:nvPr/>
        </p:nvSpPr>
        <p:spPr>
          <a:xfrm rot="10800000">
            <a:off x="686465" y="807171"/>
            <a:ext cx="762643" cy="663492"/>
          </a:xfrm>
          <a:custGeom>
            <a:rect b="b" l="l" r="r" t="t"/>
            <a:pathLst>
              <a:path extrusionOk="0" h="47802" w="55174">
                <a:moveTo>
                  <a:pt x="27654" y="1"/>
                </a:moveTo>
                <a:lnTo>
                  <a:pt x="1" y="15979"/>
                </a:lnTo>
                <a:lnTo>
                  <a:pt x="1" y="47802"/>
                </a:lnTo>
                <a:lnTo>
                  <a:pt x="27654" y="31957"/>
                </a:lnTo>
                <a:lnTo>
                  <a:pt x="55174" y="15979"/>
                </a:lnTo>
                <a:lnTo>
                  <a:pt x="27654"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122"/>
          <p:cNvSpPr/>
          <p:nvPr/>
        </p:nvSpPr>
        <p:spPr>
          <a:xfrm>
            <a:off x="8761740" y="4256839"/>
            <a:ext cx="382247" cy="663492"/>
          </a:xfrm>
          <a:custGeom>
            <a:rect b="b" l="l" r="r" t="t"/>
            <a:pathLst>
              <a:path extrusionOk="0" h="47802" w="27654">
                <a:moveTo>
                  <a:pt x="27653" y="1"/>
                </a:moveTo>
                <a:lnTo>
                  <a:pt x="0" y="15979"/>
                </a:lnTo>
                <a:lnTo>
                  <a:pt x="0" y="47802"/>
                </a:lnTo>
                <a:lnTo>
                  <a:pt x="134" y="47802"/>
                </a:lnTo>
                <a:lnTo>
                  <a:pt x="27653" y="31824"/>
                </a:lnTo>
                <a:lnTo>
                  <a:pt x="27653" y="1"/>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122"/>
          <p:cNvSpPr/>
          <p:nvPr/>
        </p:nvSpPr>
        <p:spPr>
          <a:xfrm>
            <a:off x="8763590" y="4698532"/>
            <a:ext cx="380409" cy="441717"/>
          </a:xfrm>
          <a:custGeom>
            <a:rect b="b" l="l" r="r" t="t"/>
            <a:pathLst>
              <a:path extrusionOk="0" h="31824" w="27521">
                <a:moveTo>
                  <a:pt x="27520" y="1"/>
                </a:moveTo>
                <a:lnTo>
                  <a:pt x="1" y="15979"/>
                </a:lnTo>
                <a:lnTo>
                  <a:pt x="27520" y="31823"/>
                </a:lnTo>
                <a:lnTo>
                  <a:pt x="27520" y="1"/>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122"/>
          <p:cNvSpPr/>
          <p:nvPr/>
        </p:nvSpPr>
        <p:spPr>
          <a:xfrm>
            <a:off x="8652474" y="3168852"/>
            <a:ext cx="111133" cy="127335"/>
          </a:xfrm>
          <a:custGeom>
            <a:rect b="b" l="l" r="r" t="t"/>
            <a:pathLst>
              <a:path extrusionOk="0" h="9174" w="8040">
                <a:moveTo>
                  <a:pt x="8040" y="0"/>
                </a:moveTo>
                <a:lnTo>
                  <a:pt x="1" y="4604"/>
                </a:lnTo>
                <a:lnTo>
                  <a:pt x="8040" y="9174"/>
                </a:lnTo>
                <a:lnTo>
                  <a:pt x="8040" y="0"/>
                </a:ln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122"/>
          <p:cNvSpPr/>
          <p:nvPr/>
        </p:nvSpPr>
        <p:spPr>
          <a:xfrm>
            <a:off x="8000931" y="4698532"/>
            <a:ext cx="760804" cy="441717"/>
          </a:xfrm>
          <a:custGeom>
            <a:rect b="b" l="l" r="r" t="t"/>
            <a:pathLst>
              <a:path extrusionOk="0" h="31824" w="55041">
                <a:moveTo>
                  <a:pt x="27521" y="1"/>
                </a:moveTo>
                <a:lnTo>
                  <a:pt x="1" y="15979"/>
                </a:lnTo>
                <a:lnTo>
                  <a:pt x="27521" y="31823"/>
                </a:lnTo>
                <a:lnTo>
                  <a:pt x="55040" y="15979"/>
                </a:lnTo>
                <a:lnTo>
                  <a:pt x="27521" y="1"/>
                </a:lnTo>
                <a:close/>
              </a:path>
            </a:pathLst>
          </a:cu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122"/>
          <p:cNvSpPr/>
          <p:nvPr/>
        </p:nvSpPr>
        <p:spPr>
          <a:xfrm>
            <a:off x="8381336" y="4256839"/>
            <a:ext cx="380409" cy="663492"/>
          </a:xfrm>
          <a:custGeom>
            <a:rect b="b" l="l" r="r" t="t"/>
            <a:pathLst>
              <a:path extrusionOk="0" h="47802" w="27521">
                <a:moveTo>
                  <a:pt x="1" y="1"/>
                </a:moveTo>
                <a:lnTo>
                  <a:pt x="1" y="31824"/>
                </a:lnTo>
                <a:lnTo>
                  <a:pt x="27520" y="47802"/>
                </a:lnTo>
                <a:lnTo>
                  <a:pt x="27520" y="15979"/>
                </a:lnTo>
                <a:lnTo>
                  <a:pt x="1" y="1"/>
                </a:lnTo>
                <a:close/>
              </a:path>
            </a:pathLst>
          </a:cu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122"/>
          <p:cNvSpPr/>
          <p:nvPr/>
        </p:nvSpPr>
        <p:spPr>
          <a:xfrm>
            <a:off x="8761740" y="4036930"/>
            <a:ext cx="382247" cy="441703"/>
          </a:xfrm>
          <a:custGeom>
            <a:rect b="b" l="l" r="r" t="t"/>
            <a:pathLst>
              <a:path extrusionOk="0" h="31823" w="27654">
                <a:moveTo>
                  <a:pt x="0" y="0"/>
                </a:moveTo>
                <a:lnTo>
                  <a:pt x="0" y="31823"/>
                </a:lnTo>
                <a:lnTo>
                  <a:pt x="27653" y="15845"/>
                </a:lnTo>
                <a:lnTo>
                  <a:pt x="0"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122"/>
          <p:cNvSpPr/>
          <p:nvPr/>
        </p:nvSpPr>
        <p:spPr>
          <a:xfrm>
            <a:off x="7822482" y="3491070"/>
            <a:ext cx="178448" cy="206507"/>
          </a:xfrm>
          <a:custGeom>
            <a:rect b="b" l="l" r="r" t="t"/>
            <a:pathLst>
              <a:path extrusionOk="0" h="14878" w="12910">
                <a:moveTo>
                  <a:pt x="1" y="0"/>
                </a:moveTo>
                <a:lnTo>
                  <a:pt x="1" y="14877"/>
                </a:lnTo>
                <a:lnTo>
                  <a:pt x="12910" y="7505"/>
                </a:lnTo>
                <a:lnTo>
                  <a:pt x="134" y="0"/>
                </a:lnTo>
                <a:close/>
              </a:path>
            </a:pathLst>
          </a:custGeom>
          <a:solidFill>
            <a:schemeClr val="accent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122"/>
          <p:cNvSpPr/>
          <p:nvPr/>
        </p:nvSpPr>
        <p:spPr>
          <a:xfrm>
            <a:off x="7259448" y="4698532"/>
            <a:ext cx="380409" cy="441717"/>
          </a:xfrm>
          <a:custGeom>
            <a:rect b="b" l="l" r="r" t="t"/>
            <a:pathLst>
              <a:path extrusionOk="0" h="31824" w="27521">
                <a:moveTo>
                  <a:pt x="1" y="1"/>
                </a:moveTo>
                <a:lnTo>
                  <a:pt x="1" y="31823"/>
                </a:lnTo>
                <a:lnTo>
                  <a:pt x="27520" y="15979"/>
                </a:lnTo>
                <a:lnTo>
                  <a:pt x="1" y="1"/>
                </a:lnTo>
                <a:close/>
              </a:path>
            </a:pathLst>
          </a:cu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is timer silently counts down to 0:00, then alerts you that time is up with a gentle beep sound." id="3044" name="Google Shape;3044;p122" title="10 Minute Timer">
            <a:hlinkClick r:id="rId3"/>
          </p:cNvPr>
          <p:cNvPicPr preferRelativeResize="0"/>
          <p:nvPr/>
        </p:nvPicPr>
        <p:blipFill>
          <a:blip r:embed="rId4">
            <a:alphaModFix/>
          </a:blip>
          <a:stretch>
            <a:fillRect/>
          </a:stretch>
        </p:blipFill>
        <p:spPr>
          <a:xfrm>
            <a:off x="6695538" y="656137"/>
            <a:ext cx="1716525" cy="965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24"/>
                                        </p:tgtEl>
                                        <p:attrNameLst>
                                          <p:attrName>style.visibility</p:attrName>
                                        </p:attrNameLst>
                                      </p:cBhvr>
                                      <p:to>
                                        <p:strVal val="visible"/>
                                      </p:to>
                                    </p:set>
                                    <p:anim calcmode="lin" valueType="num">
                                      <p:cBhvr additive="base">
                                        <p:cTn dur="200"/>
                                        <p:tgtEl>
                                          <p:spTgt spid="3024"/>
                                        </p:tgtEl>
                                        <p:attrNameLst>
                                          <p:attrName>ppt_w</p:attrName>
                                        </p:attrNameLst>
                                      </p:cBhvr>
                                      <p:tavLst>
                                        <p:tav fmla="" tm="0">
                                          <p:val>
                                            <p:strVal val="0"/>
                                          </p:val>
                                        </p:tav>
                                        <p:tav fmla="" tm="100000">
                                          <p:val>
                                            <p:strVal val="#ppt_w"/>
                                          </p:val>
                                        </p:tav>
                                      </p:tavLst>
                                    </p:anim>
                                    <p:anim calcmode="lin" valueType="num">
                                      <p:cBhvr additive="base">
                                        <p:cTn dur="200"/>
                                        <p:tgtEl>
                                          <p:spTgt spid="3024"/>
                                        </p:tgtEl>
                                        <p:attrNameLst>
                                          <p:attrName>ppt_h</p:attrName>
                                        </p:attrNameLst>
                                      </p:cBhvr>
                                      <p:tavLst>
                                        <p:tav fmla="" tm="0">
                                          <p:val>
                                            <p:strVal val="0"/>
                                          </p:val>
                                        </p:tav>
                                        <p:tav fmla="" tm="100000">
                                          <p:val>
                                            <p:strVal val="#ppt_h"/>
                                          </p:val>
                                        </p:tav>
                                      </p:tavLst>
                                    </p:anim>
                                  </p:childTnLst>
                                </p:cTn>
                              </p:par>
                            </p:childTnLst>
                          </p:cTn>
                        </p:par>
                        <p:par>
                          <p:cTn fill="hold">
                            <p:stCondLst>
                              <p:cond delay="200"/>
                            </p:stCondLst>
                            <p:childTnLst>
                              <p:par>
                                <p:cTn fill="hold" nodeType="afterEffect" presetClass="entr" presetID="23" presetSubtype="16">
                                  <p:stCondLst>
                                    <p:cond delay="0"/>
                                  </p:stCondLst>
                                  <p:childTnLst>
                                    <p:set>
                                      <p:cBhvr>
                                        <p:cTn dur="1" fill="hold">
                                          <p:stCondLst>
                                            <p:cond delay="0"/>
                                          </p:stCondLst>
                                        </p:cTn>
                                        <p:tgtEl>
                                          <p:spTgt spid="3032"/>
                                        </p:tgtEl>
                                        <p:attrNameLst>
                                          <p:attrName>style.visibility</p:attrName>
                                        </p:attrNameLst>
                                      </p:cBhvr>
                                      <p:to>
                                        <p:strVal val="visible"/>
                                      </p:to>
                                    </p:set>
                                    <p:anim calcmode="lin" valueType="num">
                                      <p:cBhvr additive="base">
                                        <p:cTn dur="200"/>
                                        <p:tgtEl>
                                          <p:spTgt spid="3032"/>
                                        </p:tgtEl>
                                        <p:attrNameLst>
                                          <p:attrName>ppt_w</p:attrName>
                                        </p:attrNameLst>
                                      </p:cBhvr>
                                      <p:tavLst>
                                        <p:tav fmla="" tm="0">
                                          <p:val>
                                            <p:strVal val="0"/>
                                          </p:val>
                                        </p:tav>
                                        <p:tav fmla="" tm="100000">
                                          <p:val>
                                            <p:strVal val="#ppt_w"/>
                                          </p:val>
                                        </p:tav>
                                      </p:tavLst>
                                    </p:anim>
                                    <p:anim calcmode="lin" valueType="num">
                                      <p:cBhvr additive="base">
                                        <p:cTn dur="200"/>
                                        <p:tgtEl>
                                          <p:spTgt spid="3032"/>
                                        </p:tgtEl>
                                        <p:attrNameLst>
                                          <p:attrName>ppt_h</p:attrName>
                                        </p:attrNameLst>
                                      </p:cBhvr>
                                      <p:tavLst>
                                        <p:tav fmla="" tm="0">
                                          <p:val>
                                            <p:strVal val="0"/>
                                          </p:val>
                                        </p:tav>
                                        <p:tav fmla="" tm="100000">
                                          <p:val>
                                            <p:strVal val="#ppt_h"/>
                                          </p:val>
                                        </p:tav>
                                      </p:tavLst>
                                    </p:anim>
                                  </p:childTnLst>
                                </p:cTn>
                              </p:par>
                            </p:childTnLst>
                          </p:cTn>
                        </p:par>
                        <p:par>
                          <p:cTn fill="hold">
                            <p:stCondLst>
                              <p:cond delay="400"/>
                            </p:stCondLst>
                            <p:childTnLst>
                              <p:par>
                                <p:cTn fill="hold" nodeType="afterEffect" presetClass="entr" presetID="23" presetSubtype="16">
                                  <p:stCondLst>
                                    <p:cond delay="0"/>
                                  </p:stCondLst>
                                  <p:childTnLst>
                                    <p:set>
                                      <p:cBhvr>
                                        <p:cTn dur="1" fill="hold">
                                          <p:stCondLst>
                                            <p:cond delay="0"/>
                                          </p:stCondLst>
                                        </p:cTn>
                                        <p:tgtEl>
                                          <p:spTgt spid="3020"/>
                                        </p:tgtEl>
                                        <p:attrNameLst>
                                          <p:attrName>style.visibility</p:attrName>
                                        </p:attrNameLst>
                                      </p:cBhvr>
                                      <p:to>
                                        <p:strVal val="visible"/>
                                      </p:to>
                                    </p:set>
                                    <p:anim calcmode="lin" valueType="num">
                                      <p:cBhvr additive="base">
                                        <p:cTn dur="200"/>
                                        <p:tgtEl>
                                          <p:spTgt spid="3020"/>
                                        </p:tgtEl>
                                        <p:attrNameLst>
                                          <p:attrName>ppt_w</p:attrName>
                                        </p:attrNameLst>
                                      </p:cBhvr>
                                      <p:tavLst>
                                        <p:tav fmla="" tm="0">
                                          <p:val>
                                            <p:strVal val="0"/>
                                          </p:val>
                                        </p:tav>
                                        <p:tav fmla="" tm="100000">
                                          <p:val>
                                            <p:strVal val="#ppt_w"/>
                                          </p:val>
                                        </p:tav>
                                      </p:tavLst>
                                    </p:anim>
                                    <p:anim calcmode="lin" valueType="num">
                                      <p:cBhvr additive="base">
                                        <p:cTn dur="200"/>
                                        <p:tgtEl>
                                          <p:spTgt spid="302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3007"/>
                                        </p:tgtEl>
                                        <p:attrNameLst>
                                          <p:attrName>style.visibility</p:attrName>
                                        </p:attrNameLst>
                                      </p:cBhvr>
                                      <p:to>
                                        <p:strVal val="visible"/>
                                      </p:to>
                                    </p:set>
                                    <p:animEffect filter="fade" transition="in">
                                      <p:cBhvr>
                                        <p:cTn dur="300"/>
                                        <p:tgtEl>
                                          <p:spTgt spid="3007"/>
                                        </p:tgtEl>
                                      </p:cBhvr>
                                    </p:animEffect>
                                  </p:childTnLst>
                                </p:cTn>
                              </p:par>
                            </p:childTnLst>
                          </p:cTn>
                        </p:par>
                        <p:par>
                          <p:cTn fill="hold">
                            <p:stCondLst>
                              <p:cond delay="700"/>
                            </p:stCondLst>
                            <p:childTnLst>
                              <p:par>
                                <p:cTn fill="hold" nodeType="afterEffect" presetClass="entr" presetID="23" presetSubtype="16">
                                  <p:stCondLst>
                                    <p:cond delay="0"/>
                                  </p:stCondLst>
                                  <p:childTnLst>
                                    <p:set>
                                      <p:cBhvr>
                                        <p:cTn dur="1" fill="hold">
                                          <p:stCondLst>
                                            <p:cond delay="0"/>
                                          </p:stCondLst>
                                        </p:cTn>
                                        <p:tgtEl>
                                          <p:spTgt spid="3010"/>
                                        </p:tgtEl>
                                        <p:attrNameLst>
                                          <p:attrName>style.visibility</p:attrName>
                                        </p:attrNameLst>
                                      </p:cBhvr>
                                      <p:to>
                                        <p:strVal val="visible"/>
                                      </p:to>
                                    </p:set>
                                    <p:anim calcmode="lin" valueType="num">
                                      <p:cBhvr additive="base">
                                        <p:cTn dur="200"/>
                                        <p:tgtEl>
                                          <p:spTgt spid="3010"/>
                                        </p:tgtEl>
                                        <p:attrNameLst>
                                          <p:attrName>ppt_w</p:attrName>
                                        </p:attrNameLst>
                                      </p:cBhvr>
                                      <p:tavLst>
                                        <p:tav fmla="" tm="0">
                                          <p:val>
                                            <p:strVal val="0"/>
                                          </p:val>
                                        </p:tav>
                                        <p:tav fmla="" tm="100000">
                                          <p:val>
                                            <p:strVal val="#ppt_w"/>
                                          </p:val>
                                        </p:tav>
                                      </p:tavLst>
                                    </p:anim>
                                    <p:anim calcmode="lin" valueType="num">
                                      <p:cBhvr additive="base">
                                        <p:cTn dur="200"/>
                                        <p:tgtEl>
                                          <p:spTgt spid="3010"/>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3025"/>
                                        </p:tgtEl>
                                        <p:attrNameLst>
                                          <p:attrName>style.visibility</p:attrName>
                                        </p:attrNameLst>
                                      </p:cBhvr>
                                      <p:to>
                                        <p:strVal val="visible"/>
                                      </p:to>
                                    </p:set>
                                    <p:anim calcmode="lin" valueType="num">
                                      <p:cBhvr additive="base">
                                        <p:cTn dur="200"/>
                                        <p:tgtEl>
                                          <p:spTgt spid="3025"/>
                                        </p:tgtEl>
                                        <p:attrNameLst>
                                          <p:attrName>ppt_w</p:attrName>
                                        </p:attrNameLst>
                                      </p:cBhvr>
                                      <p:tavLst>
                                        <p:tav fmla="" tm="0">
                                          <p:val>
                                            <p:strVal val="0"/>
                                          </p:val>
                                        </p:tav>
                                        <p:tav fmla="" tm="100000">
                                          <p:val>
                                            <p:strVal val="#ppt_w"/>
                                          </p:val>
                                        </p:tav>
                                      </p:tavLst>
                                    </p:anim>
                                    <p:anim calcmode="lin" valueType="num">
                                      <p:cBhvr additive="base">
                                        <p:cTn dur="200"/>
                                        <p:tgtEl>
                                          <p:spTgt spid="3025"/>
                                        </p:tgtEl>
                                        <p:attrNameLst>
                                          <p:attrName>ppt_h</p:attrName>
                                        </p:attrNameLst>
                                      </p:cBhvr>
                                      <p:tavLst>
                                        <p:tav fmla="" tm="0">
                                          <p:val>
                                            <p:strVal val="0"/>
                                          </p:val>
                                        </p:tav>
                                        <p:tav fmla="" tm="100000">
                                          <p:val>
                                            <p:strVal val="#ppt_h"/>
                                          </p:val>
                                        </p:tav>
                                      </p:tavLst>
                                    </p:anim>
                                  </p:childTnLst>
                                </p:cTn>
                              </p:par>
                            </p:childTnLst>
                          </p:cTn>
                        </p:par>
                        <p:par>
                          <p:cTn fill="hold">
                            <p:stCondLst>
                              <p:cond delay="1100"/>
                            </p:stCondLst>
                            <p:childTnLst>
                              <p:par>
                                <p:cTn fill="hold" nodeType="afterEffect" presetClass="entr" presetID="23" presetSubtype="16">
                                  <p:stCondLst>
                                    <p:cond delay="0"/>
                                  </p:stCondLst>
                                  <p:childTnLst>
                                    <p:set>
                                      <p:cBhvr>
                                        <p:cTn dur="1" fill="hold">
                                          <p:stCondLst>
                                            <p:cond delay="0"/>
                                          </p:stCondLst>
                                        </p:cTn>
                                        <p:tgtEl>
                                          <p:spTgt spid="3012"/>
                                        </p:tgtEl>
                                        <p:attrNameLst>
                                          <p:attrName>style.visibility</p:attrName>
                                        </p:attrNameLst>
                                      </p:cBhvr>
                                      <p:to>
                                        <p:strVal val="visible"/>
                                      </p:to>
                                    </p:set>
                                    <p:anim calcmode="lin" valueType="num">
                                      <p:cBhvr additive="base">
                                        <p:cTn dur="200"/>
                                        <p:tgtEl>
                                          <p:spTgt spid="3012"/>
                                        </p:tgtEl>
                                        <p:attrNameLst>
                                          <p:attrName>ppt_w</p:attrName>
                                        </p:attrNameLst>
                                      </p:cBhvr>
                                      <p:tavLst>
                                        <p:tav fmla="" tm="0">
                                          <p:val>
                                            <p:strVal val="0"/>
                                          </p:val>
                                        </p:tav>
                                        <p:tav fmla="" tm="100000">
                                          <p:val>
                                            <p:strVal val="#ppt_w"/>
                                          </p:val>
                                        </p:tav>
                                      </p:tavLst>
                                    </p:anim>
                                    <p:anim calcmode="lin" valueType="num">
                                      <p:cBhvr additive="base">
                                        <p:cTn dur="200"/>
                                        <p:tgtEl>
                                          <p:spTgt spid="3012"/>
                                        </p:tgtEl>
                                        <p:attrNameLst>
                                          <p:attrName>ppt_h</p:attrName>
                                        </p:attrNameLst>
                                      </p:cBhvr>
                                      <p:tavLst>
                                        <p:tav fmla="" tm="0">
                                          <p:val>
                                            <p:strVal val="0"/>
                                          </p:val>
                                        </p:tav>
                                        <p:tav fmla="" tm="100000">
                                          <p:val>
                                            <p:strVal val="#ppt_h"/>
                                          </p:val>
                                        </p:tav>
                                      </p:tavLst>
                                    </p:anim>
                                  </p:childTnLst>
                                </p:cTn>
                              </p:par>
                            </p:childTnLst>
                          </p:cTn>
                        </p:par>
                        <p:par>
                          <p:cTn fill="hold">
                            <p:stCondLst>
                              <p:cond delay="1300"/>
                            </p:stCondLst>
                            <p:childTnLst>
                              <p:par>
                                <p:cTn fill="hold" nodeType="afterEffect" presetClass="entr" presetID="23" presetSubtype="16">
                                  <p:stCondLst>
                                    <p:cond delay="0"/>
                                  </p:stCondLst>
                                  <p:childTnLst>
                                    <p:set>
                                      <p:cBhvr>
                                        <p:cTn dur="1" fill="hold">
                                          <p:stCondLst>
                                            <p:cond delay="0"/>
                                          </p:stCondLst>
                                        </p:cTn>
                                        <p:tgtEl>
                                          <p:spTgt spid="3031"/>
                                        </p:tgtEl>
                                        <p:attrNameLst>
                                          <p:attrName>style.visibility</p:attrName>
                                        </p:attrNameLst>
                                      </p:cBhvr>
                                      <p:to>
                                        <p:strVal val="visible"/>
                                      </p:to>
                                    </p:set>
                                    <p:anim calcmode="lin" valueType="num">
                                      <p:cBhvr additive="base">
                                        <p:cTn dur="200"/>
                                        <p:tgtEl>
                                          <p:spTgt spid="3031"/>
                                        </p:tgtEl>
                                        <p:attrNameLst>
                                          <p:attrName>ppt_w</p:attrName>
                                        </p:attrNameLst>
                                      </p:cBhvr>
                                      <p:tavLst>
                                        <p:tav fmla="" tm="0">
                                          <p:val>
                                            <p:strVal val="0"/>
                                          </p:val>
                                        </p:tav>
                                        <p:tav fmla="" tm="100000">
                                          <p:val>
                                            <p:strVal val="#ppt_w"/>
                                          </p:val>
                                        </p:tav>
                                      </p:tavLst>
                                    </p:anim>
                                    <p:anim calcmode="lin" valueType="num">
                                      <p:cBhvr additive="base">
                                        <p:cTn dur="200"/>
                                        <p:tgtEl>
                                          <p:spTgt spid="3031"/>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3023"/>
                                        </p:tgtEl>
                                        <p:attrNameLst>
                                          <p:attrName>style.visibility</p:attrName>
                                        </p:attrNameLst>
                                      </p:cBhvr>
                                      <p:to>
                                        <p:strVal val="visible"/>
                                      </p:to>
                                    </p:set>
                                    <p:anim calcmode="lin" valueType="num">
                                      <p:cBhvr additive="base">
                                        <p:cTn dur="200"/>
                                        <p:tgtEl>
                                          <p:spTgt spid="3023"/>
                                        </p:tgtEl>
                                        <p:attrNameLst>
                                          <p:attrName>ppt_w</p:attrName>
                                        </p:attrNameLst>
                                      </p:cBhvr>
                                      <p:tavLst>
                                        <p:tav fmla="" tm="0">
                                          <p:val>
                                            <p:strVal val="0"/>
                                          </p:val>
                                        </p:tav>
                                        <p:tav fmla="" tm="100000">
                                          <p:val>
                                            <p:strVal val="#ppt_w"/>
                                          </p:val>
                                        </p:tav>
                                      </p:tavLst>
                                    </p:anim>
                                    <p:anim calcmode="lin" valueType="num">
                                      <p:cBhvr additive="base">
                                        <p:cTn dur="200"/>
                                        <p:tgtEl>
                                          <p:spTgt spid="3023"/>
                                        </p:tgtEl>
                                        <p:attrNameLst>
                                          <p:attrName>ppt_h</p:attrName>
                                        </p:attrNameLst>
                                      </p:cBhvr>
                                      <p:tavLst>
                                        <p:tav fmla="" tm="0">
                                          <p:val>
                                            <p:strVal val="0"/>
                                          </p:val>
                                        </p:tav>
                                        <p:tav fmla="" tm="100000">
                                          <p:val>
                                            <p:strVal val="#ppt_h"/>
                                          </p:val>
                                        </p:tav>
                                      </p:tavLst>
                                    </p:anim>
                                  </p:childTnLst>
                                </p:cTn>
                              </p:par>
                            </p:childTnLst>
                          </p:cTn>
                        </p:par>
                        <p:par>
                          <p:cTn fill="hold">
                            <p:stCondLst>
                              <p:cond delay="1700"/>
                            </p:stCondLst>
                            <p:childTnLst>
                              <p:par>
                                <p:cTn fill="hold" nodeType="afterEffect" presetClass="entr" presetID="23" presetSubtype="16">
                                  <p:stCondLst>
                                    <p:cond delay="0"/>
                                  </p:stCondLst>
                                  <p:childTnLst>
                                    <p:set>
                                      <p:cBhvr>
                                        <p:cTn dur="1" fill="hold">
                                          <p:stCondLst>
                                            <p:cond delay="0"/>
                                          </p:stCondLst>
                                        </p:cTn>
                                        <p:tgtEl>
                                          <p:spTgt spid="3014"/>
                                        </p:tgtEl>
                                        <p:attrNameLst>
                                          <p:attrName>style.visibility</p:attrName>
                                        </p:attrNameLst>
                                      </p:cBhvr>
                                      <p:to>
                                        <p:strVal val="visible"/>
                                      </p:to>
                                    </p:set>
                                    <p:anim calcmode="lin" valueType="num">
                                      <p:cBhvr additive="base">
                                        <p:cTn dur="200"/>
                                        <p:tgtEl>
                                          <p:spTgt spid="3014"/>
                                        </p:tgtEl>
                                        <p:attrNameLst>
                                          <p:attrName>ppt_w</p:attrName>
                                        </p:attrNameLst>
                                      </p:cBhvr>
                                      <p:tavLst>
                                        <p:tav fmla="" tm="0">
                                          <p:val>
                                            <p:strVal val="0"/>
                                          </p:val>
                                        </p:tav>
                                        <p:tav fmla="" tm="100000">
                                          <p:val>
                                            <p:strVal val="#ppt_w"/>
                                          </p:val>
                                        </p:tav>
                                      </p:tavLst>
                                    </p:anim>
                                    <p:anim calcmode="lin" valueType="num">
                                      <p:cBhvr additive="base">
                                        <p:cTn dur="200"/>
                                        <p:tgtEl>
                                          <p:spTgt spid="3014"/>
                                        </p:tgtEl>
                                        <p:attrNameLst>
                                          <p:attrName>ppt_h</p:attrName>
                                        </p:attrNameLst>
                                      </p:cBhvr>
                                      <p:tavLst>
                                        <p:tav fmla="" tm="0">
                                          <p:val>
                                            <p:strVal val="0"/>
                                          </p:val>
                                        </p:tav>
                                        <p:tav fmla="" tm="100000">
                                          <p:val>
                                            <p:strVal val="#ppt_h"/>
                                          </p:val>
                                        </p:tav>
                                      </p:tavLst>
                                    </p:anim>
                                  </p:childTnLst>
                                </p:cTn>
                              </p:par>
                            </p:childTnLst>
                          </p:cTn>
                        </p:par>
                        <p:par>
                          <p:cTn fill="hold">
                            <p:stCondLst>
                              <p:cond delay="1900"/>
                            </p:stCondLst>
                            <p:childTnLst>
                              <p:par>
                                <p:cTn fill="hold" nodeType="afterEffect" presetClass="entr" presetID="23" presetSubtype="16">
                                  <p:stCondLst>
                                    <p:cond delay="0"/>
                                  </p:stCondLst>
                                  <p:childTnLst>
                                    <p:set>
                                      <p:cBhvr>
                                        <p:cTn dur="1" fill="hold">
                                          <p:stCondLst>
                                            <p:cond delay="0"/>
                                          </p:stCondLst>
                                        </p:cTn>
                                        <p:tgtEl>
                                          <p:spTgt spid="3017"/>
                                        </p:tgtEl>
                                        <p:attrNameLst>
                                          <p:attrName>style.visibility</p:attrName>
                                        </p:attrNameLst>
                                      </p:cBhvr>
                                      <p:to>
                                        <p:strVal val="visible"/>
                                      </p:to>
                                    </p:set>
                                    <p:anim calcmode="lin" valueType="num">
                                      <p:cBhvr additive="base">
                                        <p:cTn dur="200"/>
                                        <p:tgtEl>
                                          <p:spTgt spid="3017"/>
                                        </p:tgtEl>
                                        <p:attrNameLst>
                                          <p:attrName>ppt_w</p:attrName>
                                        </p:attrNameLst>
                                      </p:cBhvr>
                                      <p:tavLst>
                                        <p:tav fmla="" tm="0">
                                          <p:val>
                                            <p:strVal val="0"/>
                                          </p:val>
                                        </p:tav>
                                        <p:tav fmla="" tm="100000">
                                          <p:val>
                                            <p:strVal val="#ppt_w"/>
                                          </p:val>
                                        </p:tav>
                                      </p:tavLst>
                                    </p:anim>
                                    <p:anim calcmode="lin" valueType="num">
                                      <p:cBhvr additive="base">
                                        <p:cTn dur="200"/>
                                        <p:tgtEl>
                                          <p:spTgt spid="3017"/>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3034"/>
                                        </p:tgtEl>
                                        <p:attrNameLst>
                                          <p:attrName>style.visibility</p:attrName>
                                        </p:attrNameLst>
                                      </p:cBhvr>
                                      <p:to>
                                        <p:strVal val="visible"/>
                                      </p:to>
                                    </p:set>
                                    <p:anim calcmode="lin" valueType="num">
                                      <p:cBhvr additive="base">
                                        <p:cTn dur="200"/>
                                        <p:tgtEl>
                                          <p:spTgt spid="3034"/>
                                        </p:tgtEl>
                                        <p:attrNameLst>
                                          <p:attrName>ppt_w</p:attrName>
                                        </p:attrNameLst>
                                      </p:cBhvr>
                                      <p:tavLst>
                                        <p:tav fmla="" tm="0">
                                          <p:val>
                                            <p:strVal val="0"/>
                                          </p:val>
                                        </p:tav>
                                        <p:tav fmla="" tm="100000">
                                          <p:val>
                                            <p:strVal val="#ppt_w"/>
                                          </p:val>
                                        </p:tav>
                                      </p:tavLst>
                                    </p:anim>
                                    <p:anim calcmode="lin" valueType="num">
                                      <p:cBhvr additive="base">
                                        <p:cTn dur="200"/>
                                        <p:tgtEl>
                                          <p:spTgt spid="3034"/>
                                        </p:tgtEl>
                                        <p:attrNameLst>
                                          <p:attrName>ppt_h</p:attrName>
                                        </p:attrNameLst>
                                      </p:cBhvr>
                                      <p:tavLst>
                                        <p:tav fmla="" tm="0">
                                          <p:val>
                                            <p:strVal val="0"/>
                                          </p:val>
                                        </p:tav>
                                        <p:tav fmla="" tm="100000">
                                          <p:val>
                                            <p:strVal val="#ppt_h"/>
                                          </p:val>
                                        </p:tav>
                                      </p:tavLst>
                                    </p:anim>
                                  </p:childTnLst>
                                </p:cTn>
                              </p:par>
                            </p:childTnLst>
                          </p:cTn>
                        </p:par>
                        <p:par>
                          <p:cTn fill="hold">
                            <p:stCondLst>
                              <p:cond delay="2300"/>
                            </p:stCondLst>
                            <p:childTnLst>
                              <p:par>
                                <p:cTn fill="hold" nodeType="afterEffect" presetClass="entr" presetID="23" presetSubtype="16">
                                  <p:stCondLst>
                                    <p:cond delay="0"/>
                                  </p:stCondLst>
                                  <p:childTnLst>
                                    <p:set>
                                      <p:cBhvr>
                                        <p:cTn dur="1" fill="hold">
                                          <p:stCondLst>
                                            <p:cond delay="0"/>
                                          </p:stCondLst>
                                        </p:cTn>
                                        <p:tgtEl>
                                          <p:spTgt spid="3019"/>
                                        </p:tgtEl>
                                        <p:attrNameLst>
                                          <p:attrName>style.visibility</p:attrName>
                                        </p:attrNameLst>
                                      </p:cBhvr>
                                      <p:to>
                                        <p:strVal val="visible"/>
                                      </p:to>
                                    </p:set>
                                    <p:anim calcmode="lin" valueType="num">
                                      <p:cBhvr additive="base">
                                        <p:cTn dur="200"/>
                                        <p:tgtEl>
                                          <p:spTgt spid="3019"/>
                                        </p:tgtEl>
                                        <p:attrNameLst>
                                          <p:attrName>ppt_w</p:attrName>
                                        </p:attrNameLst>
                                      </p:cBhvr>
                                      <p:tavLst>
                                        <p:tav fmla="" tm="0">
                                          <p:val>
                                            <p:strVal val="0"/>
                                          </p:val>
                                        </p:tav>
                                        <p:tav fmla="" tm="100000">
                                          <p:val>
                                            <p:strVal val="#ppt_w"/>
                                          </p:val>
                                        </p:tav>
                                      </p:tavLst>
                                    </p:anim>
                                    <p:anim calcmode="lin" valueType="num">
                                      <p:cBhvr additive="base">
                                        <p:cTn dur="200"/>
                                        <p:tgtEl>
                                          <p:spTgt spid="3019"/>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3011"/>
                                        </p:tgtEl>
                                        <p:attrNameLst>
                                          <p:attrName>style.visibility</p:attrName>
                                        </p:attrNameLst>
                                      </p:cBhvr>
                                      <p:to>
                                        <p:strVal val="visible"/>
                                      </p:to>
                                    </p:set>
                                    <p:anim calcmode="lin" valueType="num">
                                      <p:cBhvr additive="base">
                                        <p:cTn dur="200"/>
                                        <p:tgtEl>
                                          <p:spTgt spid="3011"/>
                                        </p:tgtEl>
                                        <p:attrNameLst>
                                          <p:attrName>ppt_w</p:attrName>
                                        </p:attrNameLst>
                                      </p:cBhvr>
                                      <p:tavLst>
                                        <p:tav fmla="" tm="0">
                                          <p:val>
                                            <p:strVal val="0"/>
                                          </p:val>
                                        </p:tav>
                                        <p:tav fmla="" tm="100000">
                                          <p:val>
                                            <p:strVal val="#ppt_w"/>
                                          </p:val>
                                        </p:tav>
                                      </p:tavLst>
                                    </p:anim>
                                    <p:anim calcmode="lin" valueType="num">
                                      <p:cBhvr additive="base">
                                        <p:cTn dur="200"/>
                                        <p:tgtEl>
                                          <p:spTgt spid="3011"/>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3009"/>
                                        </p:tgtEl>
                                        <p:attrNameLst>
                                          <p:attrName>style.visibility</p:attrName>
                                        </p:attrNameLst>
                                      </p:cBhvr>
                                      <p:to>
                                        <p:strVal val="visible"/>
                                      </p:to>
                                    </p:set>
                                    <p:anim calcmode="lin" valueType="num">
                                      <p:cBhvr additive="base">
                                        <p:cTn dur="200"/>
                                        <p:tgtEl>
                                          <p:spTgt spid="3009"/>
                                        </p:tgtEl>
                                        <p:attrNameLst>
                                          <p:attrName>ppt_w</p:attrName>
                                        </p:attrNameLst>
                                      </p:cBhvr>
                                      <p:tavLst>
                                        <p:tav fmla="" tm="0">
                                          <p:val>
                                            <p:strVal val="0"/>
                                          </p:val>
                                        </p:tav>
                                        <p:tav fmla="" tm="100000">
                                          <p:val>
                                            <p:strVal val="#ppt_w"/>
                                          </p:val>
                                        </p:tav>
                                      </p:tavLst>
                                    </p:anim>
                                    <p:anim calcmode="lin" valueType="num">
                                      <p:cBhvr additive="base">
                                        <p:cTn dur="200"/>
                                        <p:tgtEl>
                                          <p:spTgt spid="3009"/>
                                        </p:tgtEl>
                                        <p:attrNameLst>
                                          <p:attrName>ppt_h</p:attrName>
                                        </p:attrNameLst>
                                      </p:cBhvr>
                                      <p:tavLst>
                                        <p:tav fmla="" tm="0">
                                          <p:val>
                                            <p:strVal val="0"/>
                                          </p:val>
                                        </p:tav>
                                        <p:tav fmla="" tm="100000">
                                          <p:val>
                                            <p:strVal val="#ppt_h"/>
                                          </p:val>
                                        </p:tav>
                                      </p:tavLst>
                                    </p:anim>
                                  </p:childTnLst>
                                </p:cTn>
                              </p:par>
                            </p:childTnLst>
                          </p:cTn>
                        </p:par>
                        <p:par>
                          <p:cTn fill="hold">
                            <p:stCondLst>
                              <p:cond delay="2900"/>
                            </p:stCondLst>
                            <p:childTnLst>
                              <p:par>
                                <p:cTn fill="hold" nodeType="afterEffect" presetClass="entr" presetID="23" presetSubtype="16">
                                  <p:stCondLst>
                                    <p:cond delay="0"/>
                                  </p:stCondLst>
                                  <p:childTnLst>
                                    <p:set>
                                      <p:cBhvr>
                                        <p:cTn dur="1" fill="hold">
                                          <p:stCondLst>
                                            <p:cond delay="0"/>
                                          </p:stCondLst>
                                        </p:cTn>
                                        <p:tgtEl>
                                          <p:spTgt spid="3013"/>
                                        </p:tgtEl>
                                        <p:attrNameLst>
                                          <p:attrName>style.visibility</p:attrName>
                                        </p:attrNameLst>
                                      </p:cBhvr>
                                      <p:to>
                                        <p:strVal val="visible"/>
                                      </p:to>
                                    </p:set>
                                    <p:anim calcmode="lin" valueType="num">
                                      <p:cBhvr additive="base">
                                        <p:cTn dur="200"/>
                                        <p:tgtEl>
                                          <p:spTgt spid="3013"/>
                                        </p:tgtEl>
                                        <p:attrNameLst>
                                          <p:attrName>ppt_w</p:attrName>
                                        </p:attrNameLst>
                                      </p:cBhvr>
                                      <p:tavLst>
                                        <p:tav fmla="" tm="0">
                                          <p:val>
                                            <p:strVal val="0"/>
                                          </p:val>
                                        </p:tav>
                                        <p:tav fmla="" tm="100000">
                                          <p:val>
                                            <p:strVal val="#ppt_w"/>
                                          </p:val>
                                        </p:tav>
                                      </p:tavLst>
                                    </p:anim>
                                    <p:anim calcmode="lin" valueType="num">
                                      <p:cBhvr additive="base">
                                        <p:cTn dur="200"/>
                                        <p:tgtEl>
                                          <p:spTgt spid="3013"/>
                                        </p:tgtEl>
                                        <p:attrNameLst>
                                          <p:attrName>ppt_h</p:attrName>
                                        </p:attrNameLst>
                                      </p:cBhvr>
                                      <p:tavLst>
                                        <p:tav fmla="" tm="0">
                                          <p:val>
                                            <p:strVal val="0"/>
                                          </p:val>
                                        </p:tav>
                                        <p:tav fmla="" tm="100000">
                                          <p:val>
                                            <p:strVal val="#ppt_h"/>
                                          </p:val>
                                        </p:tav>
                                      </p:tavLst>
                                    </p:anim>
                                  </p:childTnLst>
                                </p:cTn>
                              </p:par>
                            </p:childTnLst>
                          </p:cTn>
                        </p:par>
                        <p:par>
                          <p:cTn fill="hold">
                            <p:stCondLst>
                              <p:cond delay="3100"/>
                            </p:stCondLst>
                            <p:childTnLst>
                              <p:par>
                                <p:cTn fill="hold" nodeType="afterEffect" presetClass="entr" presetID="23" presetSubtype="16">
                                  <p:stCondLst>
                                    <p:cond delay="0"/>
                                  </p:stCondLst>
                                  <p:childTnLst>
                                    <p:set>
                                      <p:cBhvr>
                                        <p:cTn dur="1" fill="hold">
                                          <p:stCondLst>
                                            <p:cond delay="0"/>
                                          </p:stCondLst>
                                        </p:cTn>
                                        <p:tgtEl>
                                          <p:spTgt spid="3026"/>
                                        </p:tgtEl>
                                        <p:attrNameLst>
                                          <p:attrName>style.visibility</p:attrName>
                                        </p:attrNameLst>
                                      </p:cBhvr>
                                      <p:to>
                                        <p:strVal val="visible"/>
                                      </p:to>
                                    </p:set>
                                    <p:anim calcmode="lin" valueType="num">
                                      <p:cBhvr additive="base">
                                        <p:cTn dur="200"/>
                                        <p:tgtEl>
                                          <p:spTgt spid="3026"/>
                                        </p:tgtEl>
                                        <p:attrNameLst>
                                          <p:attrName>ppt_w</p:attrName>
                                        </p:attrNameLst>
                                      </p:cBhvr>
                                      <p:tavLst>
                                        <p:tav fmla="" tm="0">
                                          <p:val>
                                            <p:strVal val="0"/>
                                          </p:val>
                                        </p:tav>
                                        <p:tav fmla="" tm="100000">
                                          <p:val>
                                            <p:strVal val="#ppt_w"/>
                                          </p:val>
                                        </p:tav>
                                      </p:tavLst>
                                    </p:anim>
                                    <p:anim calcmode="lin" valueType="num">
                                      <p:cBhvr additive="base">
                                        <p:cTn dur="200"/>
                                        <p:tgtEl>
                                          <p:spTgt spid="3026"/>
                                        </p:tgtEl>
                                        <p:attrNameLst>
                                          <p:attrName>ppt_h</p:attrName>
                                        </p:attrNameLst>
                                      </p:cBhvr>
                                      <p:tavLst>
                                        <p:tav fmla="" tm="0">
                                          <p:val>
                                            <p:strVal val="0"/>
                                          </p:val>
                                        </p:tav>
                                        <p:tav fmla="" tm="100000">
                                          <p:val>
                                            <p:strVal val="#ppt_h"/>
                                          </p:val>
                                        </p:tav>
                                      </p:tavLst>
                                    </p:anim>
                                  </p:childTnLst>
                                </p:cTn>
                              </p:par>
                            </p:childTnLst>
                          </p:cTn>
                        </p:par>
                        <p:par>
                          <p:cTn fill="hold">
                            <p:stCondLst>
                              <p:cond delay="3300"/>
                            </p:stCondLst>
                            <p:childTnLst>
                              <p:par>
                                <p:cTn fill="hold" nodeType="afterEffect" presetClass="entr" presetID="23" presetSubtype="16">
                                  <p:stCondLst>
                                    <p:cond delay="0"/>
                                  </p:stCondLst>
                                  <p:childTnLst>
                                    <p:set>
                                      <p:cBhvr>
                                        <p:cTn dur="1" fill="hold">
                                          <p:stCondLst>
                                            <p:cond delay="0"/>
                                          </p:stCondLst>
                                        </p:cTn>
                                        <p:tgtEl>
                                          <p:spTgt spid="3035"/>
                                        </p:tgtEl>
                                        <p:attrNameLst>
                                          <p:attrName>style.visibility</p:attrName>
                                        </p:attrNameLst>
                                      </p:cBhvr>
                                      <p:to>
                                        <p:strVal val="visible"/>
                                      </p:to>
                                    </p:set>
                                    <p:anim calcmode="lin" valueType="num">
                                      <p:cBhvr additive="base">
                                        <p:cTn dur="200"/>
                                        <p:tgtEl>
                                          <p:spTgt spid="3035"/>
                                        </p:tgtEl>
                                        <p:attrNameLst>
                                          <p:attrName>ppt_w</p:attrName>
                                        </p:attrNameLst>
                                      </p:cBhvr>
                                      <p:tavLst>
                                        <p:tav fmla="" tm="0">
                                          <p:val>
                                            <p:strVal val="0"/>
                                          </p:val>
                                        </p:tav>
                                        <p:tav fmla="" tm="100000">
                                          <p:val>
                                            <p:strVal val="#ppt_w"/>
                                          </p:val>
                                        </p:tav>
                                      </p:tavLst>
                                    </p:anim>
                                    <p:anim calcmode="lin" valueType="num">
                                      <p:cBhvr additive="base">
                                        <p:cTn dur="200"/>
                                        <p:tgtEl>
                                          <p:spTgt spid="3035"/>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3016"/>
                                        </p:tgtEl>
                                        <p:attrNameLst>
                                          <p:attrName>style.visibility</p:attrName>
                                        </p:attrNameLst>
                                      </p:cBhvr>
                                      <p:to>
                                        <p:strVal val="visible"/>
                                      </p:to>
                                    </p:set>
                                    <p:anim calcmode="lin" valueType="num">
                                      <p:cBhvr additive="base">
                                        <p:cTn dur="200"/>
                                        <p:tgtEl>
                                          <p:spTgt spid="3016"/>
                                        </p:tgtEl>
                                        <p:attrNameLst>
                                          <p:attrName>ppt_w</p:attrName>
                                        </p:attrNameLst>
                                      </p:cBhvr>
                                      <p:tavLst>
                                        <p:tav fmla="" tm="0">
                                          <p:val>
                                            <p:strVal val="0"/>
                                          </p:val>
                                        </p:tav>
                                        <p:tav fmla="" tm="100000">
                                          <p:val>
                                            <p:strVal val="#ppt_w"/>
                                          </p:val>
                                        </p:tav>
                                      </p:tavLst>
                                    </p:anim>
                                    <p:anim calcmode="lin" valueType="num">
                                      <p:cBhvr additive="base">
                                        <p:cTn dur="200"/>
                                        <p:tgtEl>
                                          <p:spTgt spid="3016"/>
                                        </p:tgtEl>
                                        <p:attrNameLst>
                                          <p:attrName>ppt_h</p:attrName>
                                        </p:attrNameLst>
                                      </p:cBhvr>
                                      <p:tavLst>
                                        <p:tav fmla="" tm="0">
                                          <p:val>
                                            <p:strVal val="0"/>
                                          </p:val>
                                        </p:tav>
                                        <p:tav fmla="" tm="100000">
                                          <p:val>
                                            <p:strVal val="#ppt_h"/>
                                          </p:val>
                                        </p:tav>
                                      </p:tavLst>
                                    </p:anim>
                                  </p:childTnLst>
                                </p:cTn>
                              </p:par>
                            </p:childTnLst>
                          </p:cTn>
                        </p:par>
                        <p:par>
                          <p:cTn fill="hold">
                            <p:stCondLst>
                              <p:cond delay="3700"/>
                            </p:stCondLst>
                            <p:childTnLst>
                              <p:par>
                                <p:cTn fill="hold" nodeType="afterEffect" presetClass="entr" presetID="23" presetSubtype="16">
                                  <p:stCondLst>
                                    <p:cond delay="0"/>
                                  </p:stCondLst>
                                  <p:childTnLst>
                                    <p:set>
                                      <p:cBhvr>
                                        <p:cTn dur="1" fill="hold">
                                          <p:stCondLst>
                                            <p:cond delay="0"/>
                                          </p:stCondLst>
                                        </p:cTn>
                                        <p:tgtEl>
                                          <p:spTgt spid="3018"/>
                                        </p:tgtEl>
                                        <p:attrNameLst>
                                          <p:attrName>style.visibility</p:attrName>
                                        </p:attrNameLst>
                                      </p:cBhvr>
                                      <p:to>
                                        <p:strVal val="visible"/>
                                      </p:to>
                                    </p:set>
                                    <p:anim calcmode="lin" valueType="num">
                                      <p:cBhvr additive="base">
                                        <p:cTn dur="200"/>
                                        <p:tgtEl>
                                          <p:spTgt spid="3018"/>
                                        </p:tgtEl>
                                        <p:attrNameLst>
                                          <p:attrName>ppt_w</p:attrName>
                                        </p:attrNameLst>
                                      </p:cBhvr>
                                      <p:tavLst>
                                        <p:tav fmla="" tm="0">
                                          <p:val>
                                            <p:strVal val="0"/>
                                          </p:val>
                                        </p:tav>
                                        <p:tav fmla="" tm="100000">
                                          <p:val>
                                            <p:strVal val="#ppt_w"/>
                                          </p:val>
                                        </p:tav>
                                      </p:tavLst>
                                    </p:anim>
                                    <p:anim calcmode="lin" valueType="num">
                                      <p:cBhvr additive="base">
                                        <p:cTn dur="200"/>
                                        <p:tgtEl>
                                          <p:spTgt spid="3018"/>
                                        </p:tgtEl>
                                        <p:attrNameLst>
                                          <p:attrName>ppt_h</p:attrName>
                                        </p:attrNameLst>
                                      </p:cBhvr>
                                      <p:tavLst>
                                        <p:tav fmla="" tm="0">
                                          <p:val>
                                            <p:strVal val="0"/>
                                          </p:val>
                                        </p:tav>
                                        <p:tav fmla="" tm="100000">
                                          <p:val>
                                            <p:strVal val="#ppt_h"/>
                                          </p:val>
                                        </p:tav>
                                      </p:tavLst>
                                    </p:anim>
                                  </p:childTnLst>
                                </p:cTn>
                              </p:par>
                            </p:childTnLst>
                          </p:cTn>
                        </p:par>
                        <p:par>
                          <p:cTn fill="hold">
                            <p:stCondLst>
                              <p:cond delay="3900"/>
                            </p:stCondLst>
                            <p:childTnLst>
                              <p:par>
                                <p:cTn fill="hold" nodeType="afterEffect" presetClass="entr" presetID="23" presetSubtype="16">
                                  <p:stCondLst>
                                    <p:cond delay="0"/>
                                  </p:stCondLst>
                                  <p:childTnLst>
                                    <p:set>
                                      <p:cBhvr>
                                        <p:cTn dur="1" fill="hold">
                                          <p:stCondLst>
                                            <p:cond delay="0"/>
                                          </p:stCondLst>
                                        </p:cTn>
                                        <p:tgtEl>
                                          <p:spTgt spid="3027"/>
                                        </p:tgtEl>
                                        <p:attrNameLst>
                                          <p:attrName>style.visibility</p:attrName>
                                        </p:attrNameLst>
                                      </p:cBhvr>
                                      <p:to>
                                        <p:strVal val="visible"/>
                                      </p:to>
                                    </p:set>
                                    <p:anim calcmode="lin" valueType="num">
                                      <p:cBhvr additive="base">
                                        <p:cTn dur="200"/>
                                        <p:tgtEl>
                                          <p:spTgt spid="3027"/>
                                        </p:tgtEl>
                                        <p:attrNameLst>
                                          <p:attrName>ppt_w</p:attrName>
                                        </p:attrNameLst>
                                      </p:cBhvr>
                                      <p:tavLst>
                                        <p:tav fmla="" tm="0">
                                          <p:val>
                                            <p:strVal val="0"/>
                                          </p:val>
                                        </p:tav>
                                        <p:tav fmla="" tm="100000">
                                          <p:val>
                                            <p:strVal val="#ppt_w"/>
                                          </p:val>
                                        </p:tav>
                                      </p:tavLst>
                                    </p:anim>
                                    <p:anim calcmode="lin" valueType="num">
                                      <p:cBhvr additive="base">
                                        <p:cTn dur="200"/>
                                        <p:tgtEl>
                                          <p:spTgt spid="3027"/>
                                        </p:tgtEl>
                                        <p:attrNameLst>
                                          <p:attrName>ppt_h</p:attrName>
                                        </p:attrNameLst>
                                      </p:cBhvr>
                                      <p:tavLst>
                                        <p:tav fmla="" tm="0">
                                          <p:val>
                                            <p:strVal val="0"/>
                                          </p:val>
                                        </p:tav>
                                        <p:tav fmla="" tm="100000">
                                          <p:val>
                                            <p:strVal val="#ppt_h"/>
                                          </p:val>
                                        </p:tav>
                                      </p:tavLst>
                                    </p:anim>
                                  </p:childTnLst>
                                </p:cTn>
                              </p:par>
                            </p:childTnLst>
                          </p:cTn>
                        </p:par>
                        <p:par>
                          <p:cTn fill="hold">
                            <p:stCondLst>
                              <p:cond delay="4100"/>
                            </p:stCondLst>
                            <p:childTnLst>
                              <p:par>
                                <p:cTn fill="hold" nodeType="afterEffect" presetClass="entr" presetID="23" presetSubtype="16">
                                  <p:stCondLst>
                                    <p:cond delay="0"/>
                                  </p:stCondLst>
                                  <p:childTnLst>
                                    <p:set>
                                      <p:cBhvr>
                                        <p:cTn dur="1" fill="hold">
                                          <p:stCondLst>
                                            <p:cond delay="0"/>
                                          </p:stCondLst>
                                        </p:cTn>
                                        <p:tgtEl>
                                          <p:spTgt spid="3015"/>
                                        </p:tgtEl>
                                        <p:attrNameLst>
                                          <p:attrName>style.visibility</p:attrName>
                                        </p:attrNameLst>
                                      </p:cBhvr>
                                      <p:to>
                                        <p:strVal val="visible"/>
                                      </p:to>
                                    </p:set>
                                    <p:anim calcmode="lin" valueType="num">
                                      <p:cBhvr additive="base">
                                        <p:cTn dur="200"/>
                                        <p:tgtEl>
                                          <p:spTgt spid="3015"/>
                                        </p:tgtEl>
                                        <p:attrNameLst>
                                          <p:attrName>ppt_w</p:attrName>
                                        </p:attrNameLst>
                                      </p:cBhvr>
                                      <p:tavLst>
                                        <p:tav fmla="" tm="0">
                                          <p:val>
                                            <p:strVal val="0"/>
                                          </p:val>
                                        </p:tav>
                                        <p:tav fmla="" tm="100000">
                                          <p:val>
                                            <p:strVal val="#ppt_w"/>
                                          </p:val>
                                        </p:tav>
                                      </p:tavLst>
                                    </p:anim>
                                    <p:anim calcmode="lin" valueType="num">
                                      <p:cBhvr additive="base">
                                        <p:cTn dur="200"/>
                                        <p:tgtEl>
                                          <p:spTgt spid="301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3008"/>
                                        </p:tgtEl>
                                        <p:attrNameLst>
                                          <p:attrName>style.visibility</p:attrName>
                                        </p:attrNameLst>
                                      </p:cBhvr>
                                      <p:to>
                                        <p:strVal val="visible"/>
                                      </p:to>
                                    </p:set>
                                    <p:animEffect filter="fade" transition="in">
                                      <p:cBhvr>
                                        <p:cTn dur="300"/>
                                        <p:tgtEl>
                                          <p:spTgt spid="3008"/>
                                        </p:tgtEl>
                                      </p:cBhvr>
                                    </p:animEffect>
                                  </p:childTnLst>
                                </p:cTn>
                              </p:par>
                            </p:childTnLst>
                          </p:cTn>
                        </p:par>
                        <p:par>
                          <p:cTn fill="hold">
                            <p:stCondLst>
                              <p:cond delay="4400"/>
                            </p:stCondLst>
                            <p:childTnLst>
                              <p:par>
                                <p:cTn fill="hold" nodeType="afterEffect" presetClass="entr" presetID="23" presetSubtype="16">
                                  <p:stCondLst>
                                    <p:cond delay="0"/>
                                  </p:stCondLst>
                                  <p:childTnLst>
                                    <p:set>
                                      <p:cBhvr>
                                        <p:cTn dur="1" fill="hold">
                                          <p:stCondLst>
                                            <p:cond delay="0"/>
                                          </p:stCondLst>
                                        </p:cTn>
                                        <p:tgtEl>
                                          <p:spTgt spid="3028"/>
                                        </p:tgtEl>
                                        <p:attrNameLst>
                                          <p:attrName>style.visibility</p:attrName>
                                        </p:attrNameLst>
                                      </p:cBhvr>
                                      <p:to>
                                        <p:strVal val="visible"/>
                                      </p:to>
                                    </p:set>
                                    <p:anim calcmode="lin" valueType="num">
                                      <p:cBhvr additive="base">
                                        <p:cTn dur="200"/>
                                        <p:tgtEl>
                                          <p:spTgt spid="3028"/>
                                        </p:tgtEl>
                                        <p:attrNameLst>
                                          <p:attrName>ppt_w</p:attrName>
                                        </p:attrNameLst>
                                      </p:cBhvr>
                                      <p:tavLst>
                                        <p:tav fmla="" tm="0">
                                          <p:val>
                                            <p:strVal val="0"/>
                                          </p:val>
                                        </p:tav>
                                        <p:tav fmla="" tm="100000">
                                          <p:val>
                                            <p:strVal val="#ppt_w"/>
                                          </p:val>
                                        </p:tav>
                                      </p:tavLst>
                                    </p:anim>
                                    <p:anim calcmode="lin" valueType="num">
                                      <p:cBhvr additive="base">
                                        <p:cTn dur="200"/>
                                        <p:tgtEl>
                                          <p:spTgt spid="3028"/>
                                        </p:tgtEl>
                                        <p:attrNameLst>
                                          <p:attrName>ppt_h</p:attrName>
                                        </p:attrNameLst>
                                      </p:cBhvr>
                                      <p:tavLst>
                                        <p:tav fmla="" tm="0">
                                          <p:val>
                                            <p:strVal val="0"/>
                                          </p:val>
                                        </p:tav>
                                        <p:tav fmla="" tm="100000">
                                          <p:val>
                                            <p:strVal val="#ppt_h"/>
                                          </p:val>
                                        </p:tav>
                                      </p:tavLst>
                                    </p:anim>
                                  </p:childTnLst>
                                </p:cTn>
                              </p:par>
                            </p:childTnLst>
                          </p:cTn>
                        </p:par>
                        <p:par>
                          <p:cTn fill="hold">
                            <p:stCondLst>
                              <p:cond delay="4600"/>
                            </p:stCondLst>
                            <p:childTnLst>
                              <p:par>
                                <p:cTn fill="hold" nodeType="afterEffect" presetClass="entr" presetID="23" presetSubtype="16">
                                  <p:stCondLst>
                                    <p:cond delay="0"/>
                                  </p:stCondLst>
                                  <p:childTnLst>
                                    <p:set>
                                      <p:cBhvr>
                                        <p:cTn dur="1" fill="hold">
                                          <p:stCondLst>
                                            <p:cond delay="0"/>
                                          </p:stCondLst>
                                        </p:cTn>
                                        <p:tgtEl>
                                          <p:spTgt spid="3033"/>
                                        </p:tgtEl>
                                        <p:attrNameLst>
                                          <p:attrName>style.visibility</p:attrName>
                                        </p:attrNameLst>
                                      </p:cBhvr>
                                      <p:to>
                                        <p:strVal val="visible"/>
                                      </p:to>
                                    </p:set>
                                    <p:anim calcmode="lin" valueType="num">
                                      <p:cBhvr additive="base">
                                        <p:cTn dur="200"/>
                                        <p:tgtEl>
                                          <p:spTgt spid="3033"/>
                                        </p:tgtEl>
                                        <p:attrNameLst>
                                          <p:attrName>ppt_w</p:attrName>
                                        </p:attrNameLst>
                                      </p:cBhvr>
                                      <p:tavLst>
                                        <p:tav fmla="" tm="0">
                                          <p:val>
                                            <p:strVal val="0"/>
                                          </p:val>
                                        </p:tav>
                                        <p:tav fmla="" tm="100000">
                                          <p:val>
                                            <p:strVal val="#ppt_w"/>
                                          </p:val>
                                        </p:tav>
                                      </p:tavLst>
                                    </p:anim>
                                    <p:anim calcmode="lin" valueType="num">
                                      <p:cBhvr additive="base">
                                        <p:cTn dur="200"/>
                                        <p:tgtEl>
                                          <p:spTgt spid="3033"/>
                                        </p:tgtEl>
                                        <p:attrNameLst>
                                          <p:attrName>ppt_h</p:attrName>
                                        </p:attrNameLst>
                                      </p:cBhvr>
                                      <p:tavLst>
                                        <p:tav fmla="" tm="0">
                                          <p:val>
                                            <p:strVal val="0"/>
                                          </p:val>
                                        </p:tav>
                                        <p:tav fmla="" tm="100000">
                                          <p:val>
                                            <p:strVal val="#ppt_h"/>
                                          </p:val>
                                        </p:tav>
                                      </p:tavLst>
                                    </p:anim>
                                  </p:childTnLst>
                                </p:cTn>
                              </p:par>
                            </p:childTnLst>
                          </p:cTn>
                        </p:par>
                        <p:par>
                          <p:cTn fill="hold">
                            <p:stCondLst>
                              <p:cond delay="4800"/>
                            </p:stCondLst>
                            <p:childTnLst>
                              <p:par>
                                <p:cTn fill="hold" nodeType="afterEffect" presetClass="entr" presetID="23" presetSubtype="16">
                                  <p:stCondLst>
                                    <p:cond delay="0"/>
                                  </p:stCondLst>
                                  <p:childTnLst>
                                    <p:set>
                                      <p:cBhvr>
                                        <p:cTn dur="1" fill="hold">
                                          <p:stCondLst>
                                            <p:cond delay="0"/>
                                          </p:stCondLst>
                                        </p:cTn>
                                        <p:tgtEl>
                                          <p:spTgt spid="3030"/>
                                        </p:tgtEl>
                                        <p:attrNameLst>
                                          <p:attrName>style.visibility</p:attrName>
                                        </p:attrNameLst>
                                      </p:cBhvr>
                                      <p:to>
                                        <p:strVal val="visible"/>
                                      </p:to>
                                    </p:set>
                                    <p:anim calcmode="lin" valueType="num">
                                      <p:cBhvr additive="base">
                                        <p:cTn dur="200"/>
                                        <p:tgtEl>
                                          <p:spTgt spid="3030"/>
                                        </p:tgtEl>
                                        <p:attrNameLst>
                                          <p:attrName>ppt_w</p:attrName>
                                        </p:attrNameLst>
                                      </p:cBhvr>
                                      <p:tavLst>
                                        <p:tav fmla="" tm="0">
                                          <p:val>
                                            <p:strVal val="0"/>
                                          </p:val>
                                        </p:tav>
                                        <p:tav fmla="" tm="100000">
                                          <p:val>
                                            <p:strVal val="#ppt_w"/>
                                          </p:val>
                                        </p:tav>
                                      </p:tavLst>
                                    </p:anim>
                                    <p:anim calcmode="lin" valueType="num">
                                      <p:cBhvr additive="base">
                                        <p:cTn dur="200"/>
                                        <p:tgtEl>
                                          <p:spTgt spid="3030"/>
                                        </p:tgtEl>
                                        <p:attrNameLst>
                                          <p:attrName>ppt_h</p:attrName>
                                        </p:attrNameLst>
                                      </p:cBhvr>
                                      <p:tavLst>
                                        <p:tav fmla="" tm="0">
                                          <p:val>
                                            <p:strVal val="0"/>
                                          </p:val>
                                        </p:tav>
                                        <p:tav fmla="" tm="100000">
                                          <p:val>
                                            <p:strVal val="#ppt_h"/>
                                          </p:val>
                                        </p:tav>
                                      </p:tavLst>
                                    </p:anim>
                                  </p:childTnLst>
                                </p:cTn>
                              </p:par>
                            </p:childTnLst>
                          </p:cTn>
                        </p:par>
                        <p:par>
                          <p:cTn fill="hold">
                            <p:stCondLst>
                              <p:cond delay="5000"/>
                            </p:stCondLst>
                            <p:childTnLst>
                              <p:par>
                                <p:cTn fill="hold" nodeType="afterEffect" presetClass="entr" presetID="23" presetSubtype="16">
                                  <p:stCondLst>
                                    <p:cond delay="0"/>
                                  </p:stCondLst>
                                  <p:childTnLst>
                                    <p:set>
                                      <p:cBhvr>
                                        <p:cTn dur="1" fill="hold">
                                          <p:stCondLst>
                                            <p:cond delay="0"/>
                                          </p:stCondLst>
                                        </p:cTn>
                                        <p:tgtEl>
                                          <p:spTgt spid="3029"/>
                                        </p:tgtEl>
                                        <p:attrNameLst>
                                          <p:attrName>style.visibility</p:attrName>
                                        </p:attrNameLst>
                                      </p:cBhvr>
                                      <p:to>
                                        <p:strVal val="visible"/>
                                      </p:to>
                                    </p:set>
                                    <p:anim calcmode="lin" valueType="num">
                                      <p:cBhvr additive="base">
                                        <p:cTn dur="200"/>
                                        <p:tgtEl>
                                          <p:spTgt spid="3029"/>
                                        </p:tgtEl>
                                        <p:attrNameLst>
                                          <p:attrName>ppt_w</p:attrName>
                                        </p:attrNameLst>
                                      </p:cBhvr>
                                      <p:tavLst>
                                        <p:tav fmla="" tm="0">
                                          <p:val>
                                            <p:strVal val="0"/>
                                          </p:val>
                                        </p:tav>
                                        <p:tav fmla="" tm="100000">
                                          <p:val>
                                            <p:strVal val="#ppt_w"/>
                                          </p:val>
                                        </p:tav>
                                      </p:tavLst>
                                    </p:anim>
                                    <p:anim calcmode="lin" valueType="num">
                                      <p:cBhvr additive="base">
                                        <p:cTn dur="200"/>
                                        <p:tgtEl>
                                          <p:spTgt spid="3029"/>
                                        </p:tgtEl>
                                        <p:attrNameLst>
                                          <p:attrName>ppt_h</p:attrName>
                                        </p:attrNameLst>
                                      </p:cBhvr>
                                      <p:tavLst>
                                        <p:tav fmla="" tm="0">
                                          <p:val>
                                            <p:strVal val="0"/>
                                          </p:val>
                                        </p:tav>
                                        <p:tav fmla="" tm="100000">
                                          <p:val>
                                            <p:strVal val="#ppt_h"/>
                                          </p:val>
                                        </p:tav>
                                      </p:tavLst>
                                    </p:anim>
                                  </p:childTnLst>
                                </p:cTn>
                              </p:par>
                            </p:childTnLst>
                          </p:cTn>
                        </p:par>
                        <p:par>
                          <p:cTn fill="hold">
                            <p:stCondLst>
                              <p:cond delay="5200"/>
                            </p:stCondLst>
                            <p:childTnLst>
                              <p:par>
                                <p:cTn fill="hold" nodeType="afterEffect" presetClass="entr" presetID="23" presetSubtype="16">
                                  <p:stCondLst>
                                    <p:cond delay="0"/>
                                  </p:stCondLst>
                                  <p:childTnLst>
                                    <p:set>
                                      <p:cBhvr>
                                        <p:cTn dur="1" fill="hold">
                                          <p:stCondLst>
                                            <p:cond delay="0"/>
                                          </p:stCondLst>
                                        </p:cTn>
                                        <p:tgtEl>
                                          <p:spTgt spid="3021"/>
                                        </p:tgtEl>
                                        <p:attrNameLst>
                                          <p:attrName>style.visibility</p:attrName>
                                        </p:attrNameLst>
                                      </p:cBhvr>
                                      <p:to>
                                        <p:strVal val="visible"/>
                                      </p:to>
                                    </p:set>
                                    <p:anim calcmode="lin" valueType="num">
                                      <p:cBhvr additive="base">
                                        <p:cTn dur="200"/>
                                        <p:tgtEl>
                                          <p:spTgt spid="3021"/>
                                        </p:tgtEl>
                                        <p:attrNameLst>
                                          <p:attrName>ppt_w</p:attrName>
                                        </p:attrNameLst>
                                      </p:cBhvr>
                                      <p:tavLst>
                                        <p:tav fmla="" tm="0">
                                          <p:val>
                                            <p:strVal val="0"/>
                                          </p:val>
                                        </p:tav>
                                        <p:tav fmla="" tm="100000">
                                          <p:val>
                                            <p:strVal val="#ppt_w"/>
                                          </p:val>
                                        </p:tav>
                                      </p:tavLst>
                                    </p:anim>
                                    <p:anim calcmode="lin" valueType="num">
                                      <p:cBhvr additive="base">
                                        <p:cTn dur="200"/>
                                        <p:tgtEl>
                                          <p:spTgt spid="3021"/>
                                        </p:tgtEl>
                                        <p:attrNameLst>
                                          <p:attrName>ppt_h</p:attrName>
                                        </p:attrNameLst>
                                      </p:cBhvr>
                                      <p:tavLst>
                                        <p:tav fmla="" tm="0">
                                          <p:val>
                                            <p:strVal val="0"/>
                                          </p:val>
                                        </p:tav>
                                        <p:tav fmla="" tm="100000">
                                          <p:val>
                                            <p:strVal val="#ppt_h"/>
                                          </p:val>
                                        </p:tav>
                                      </p:tavLst>
                                    </p:anim>
                                  </p:childTnLst>
                                </p:cTn>
                              </p:par>
                            </p:childTnLst>
                          </p:cTn>
                        </p:par>
                        <p:par>
                          <p:cTn fill="hold">
                            <p:stCondLst>
                              <p:cond delay="5400"/>
                            </p:stCondLst>
                            <p:childTnLst>
                              <p:par>
                                <p:cTn fill="hold" nodeType="afterEffect" presetClass="entr" presetID="23" presetSubtype="16">
                                  <p:stCondLst>
                                    <p:cond delay="0"/>
                                  </p:stCondLst>
                                  <p:childTnLst>
                                    <p:set>
                                      <p:cBhvr>
                                        <p:cTn dur="1" fill="hold">
                                          <p:stCondLst>
                                            <p:cond delay="0"/>
                                          </p:stCondLst>
                                        </p:cTn>
                                        <p:tgtEl>
                                          <p:spTgt spid="3022"/>
                                        </p:tgtEl>
                                        <p:attrNameLst>
                                          <p:attrName>style.visibility</p:attrName>
                                        </p:attrNameLst>
                                      </p:cBhvr>
                                      <p:to>
                                        <p:strVal val="visible"/>
                                      </p:to>
                                    </p:set>
                                    <p:anim calcmode="lin" valueType="num">
                                      <p:cBhvr additive="base">
                                        <p:cTn dur="200"/>
                                        <p:tgtEl>
                                          <p:spTgt spid="3022"/>
                                        </p:tgtEl>
                                        <p:attrNameLst>
                                          <p:attrName>ppt_w</p:attrName>
                                        </p:attrNameLst>
                                      </p:cBhvr>
                                      <p:tavLst>
                                        <p:tav fmla="" tm="0">
                                          <p:val>
                                            <p:strVal val="0"/>
                                          </p:val>
                                        </p:tav>
                                        <p:tav fmla="" tm="100000">
                                          <p:val>
                                            <p:strVal val="#ppt_w"/>
                                          </p:val>
                                        </p:tav>
                                      </p:tavLst>
                                    </p:anim>
                                    <p:anim calcmode="lin" valueType="num">
                                      <p:cBhvr additive="base">
                                        <p:cTn dur="200"/>
                                        <p:tgtEl>
                                          <p:spTgt spid="3022"/>
                                        </p:tgtEl>
                                        <p:attrNameLst>
                                          <p:attrName>ppt_h</p:attrName>
                                        </p:attrNameLst>
                                      </p:cBhvr>
                                      <p:tavLst>
                                        <p:tav fmla="" tm="0">
                                          <p:val>
                                            <p:strVal val="0"/>
                                          </p:val>
                                        </p:tav>
                                        <p:tav fmla="" tm="100000">
                                          <p:val>
                                            <p:strVal val="#ppt_h"/>
                                          </p:val>
                                        </p:tav>
                                      </p:tavLst>
                                    </p:anim>
                                  </p:childTnLst>
                                </p:cTn>
                              </p:par>
                            </p:childTnLst>
                          </p:cTn>
                        </p:par>
                        <p:par>
                          <p:cTn fill="hold">
                            <p:stCondLst>
                              <p:cond delay="5600"/>
                            </p:stCondLst>
                            <p:childTnLst>
                              <p:par>
                                <p:cTn fill="hold" nodeType="afterEffect" presetClass="entr" presetID="23" presetSubtype="16">
                                  <p:stCondLst>
                                    <p:cond delay="0"/>
                                  </p:stCondLst>
                                  <p:childTnLst>
                                    <p:set>
                                      <p:cBhvr>
                                        <p:cTn dur="1" fill="hold">
                                          <p:stCondLst>
                                            <p:cond delay="0"/>
                                          </p:stCondLst>
                                        </p:cTn>
                                        <p:tgtEl>
                                          <p:spTgt spid="3013"/>
                                        </p:tgtEl>
                                        <p:attrNameLst>
                                          <p:attrName>style.visibility</p:attrName>
                                        </p:attrNameLst>
                                      </p:cBhvr>
                                      <p:to>
                                        <p:strVal val="visible"/>
                                      </p:to>
                                    </p:set>
                                    <p:anim calcmode="lin" valueType="num">
                                      <p:cBhvr additive="base">
                                        <p:cTn dur="200"/>
                                        <p:tgtEl>
                                          <p:spTgt spid="3013"/>
                                        </p:tgtEl>
                                        <p:attrNameLst>
                                          <p:attrName>ppt_w</p:attrName>
                                        </p:attrNameLst>
                                      </p:cBhvr>
                                      <p:tavLst>
                                        <p:tav fmla="" tm="0">
                                          <p:val>
                                            <p:strVal val="0"/>
                                          </p:val>
                                        </p:tav>
                                        <p:tav fmla="" tm="100000">
                                          <p:val>
                                            <p:strVal val="#ppt_w"/>
                                          </p:val>
                                        </p:tav>
                                      </p:tavLst>
                                    </p:anim>
                                    <p:anim calcmode="lin" valueType="num">
                                      <p:cBhvr additive="base">
                                        <p:cTn dur="200"/>
                                        <p:tgtEl>
                                          <p:spTgt spid="3013"/>
                                        </p:tgtEl>
                                        <p:attrNameLst>
                                          <p:attrName>ppt_h</p:attrName>
                                        </p:attrNameLst>
                                      </p:cBhvr>
                                      <p:tavLst>
                                        <p:tav fmla="" tm="0">
                                          <p:val>
                                            <p:strVal val="0"/>
                                          </p:val>
                                        </p:tav>
                                        <p:tav fmla="" tm="100000">
                                          <p:val>
                                            <p:strVal val="#ppt_h"/>
                                          </p:val>
                                        </p:tav>
                                      </p:tavLst>
                                    </p:anim>
                                  </p:childTnLst>
                                </p:cTn>
                              </p:par>
                            </p:childTnLst>
                          </p:cTn>
                        </p:par>
                        <p:par>
                          <p:cTn fill="hold">
                            <p:stCondLst>
                              <p:cond delay="5800"/>
                            </p:stCondLst>
                            <p:childTnLst>
                              <p:par>
                                <p:cTn fill="hold" nodeType="afterEffect" presetClass="entr" presetID="23" presetSubtype="16">
                                  <p:stCondLst>
                                    <p:cond delay="0"/>
                                  </p:stCondLst>
                                  <p:childTnLst>
                                    <p:set>
                                      <p:cBhvr>
                                        <p:cTn dur="1" fill="hold">
                                          <p:stCondLst>
                                            <p:cond delay="0"/>
                                          </p:stCondLst>
                                        </p:cTn>
                                        <p:tgtEl>
                                          <p:spTgt spid="3039"/>
                                        </p:tgtEl>
                                        <p:attrNameLst>
                                          <p:attrName>style.visibility</p:attrName>
                                        </p:attrNameLst>
                                      </p:cBhvr>
                                      <p:to>
                                        <p:strVal val="visible"/>
                                      </p:to>
                                    </p:set>
                                    <p:anim calcmode="lin" valueType="num">
                                      <p:cBhvr additive="base">
                                        <p:cTn dur="200"/>
                                        <p:tgtEl>
                                          <p:spTgt spid="3039"/>
                                        </p:tgtEl>
                                        <p:attrNameLst>
                                          <p:attrName>ppt_w</p:attrName>
                                        </p:attrNameLst>
                                      </p:cBhvr>
                                      <p:tavLst>
                                        <p:tav fmla="" tm="0">
                                          <p:val>
                                            <p:strVal val="0"/>
                                          </p:val>
                                        </p:tav>
                                        <p:tav fmla="" tm="100000">
                                          <p:val>
                                            <p:strVal val="#ppt_w"/>
                                          </p:val>
                                        </p:tav>
                                      </p:tavLst>
                                    </p:anim>
                                    <p:anim calcmode="lin" valueType="num">
                                      <p:cBhvr additive="base">
                                        <p:cTn dur="200"/>
                                        <p:tgtEl>
                                          <p:spTgt spid="3039"/>
                                        </p:tgtEl>
                                        <p:attrNameLst>
                                          <p:attrName>ppt_h</p:attrName>
                                        </p:attrNameLst>
                                      </p:cBhvr>
                                      <p:tavLst>
                                        <p:tav fmla="" tm="0">
                                          <p:val>
                                            <p:strVal val="0"/>
                                          </p:val>
                                        </p:tav>
                                        <p:tav fmla="" tm="100000">
                                          <p:val>
                                            <p:strVal val="#ppt_h"/>
                                          </p:val>
                                        </p:tav>
                                      </p:tavLst>
                                    </p:anim>
                                  </p:childTnLst>
                                </p:cTn>
                              </p:par>
                            </p:childTnLst>
                          </p:cTn>
                        </p:par>
                        <p:par>
                          <p:cTn fill="hold">
                            <p:stCondLst>
                              <p:cond delay="6000"/>
                            </p:stCondLst>
                            <p:childTnLst>
                              <p:par>
                                <p:cTn fill="hold" nodeType="afterEffect" presetClass="entr" presetID="23" presetSubtype="16">
                                  <p:stCondLst>
                                    <p:cond delay="0"/>
                                  </p:stCondLst>
                                  <p:childTnLst>
                                    <p:set>
                                      <p:cBhvr>
                                        <p:cTn dur="1" fill="hold">
                                          <p:stCondLst>
                                            <p:cond delay="0"/>
                                          </p:stCondLst>
                                        </p:cTn>
                                        <p:tgtEl>
                                          <p:spTgt spid="3036"/>
                                        </p:tgtEl>
                                        <p:attrNameLst>
                                          <p:attrName>style.visibility</p:attrName>
                                        </p:attrNameLst>
                                      </p:cBhvr>
                                      <p:to>
                                        <p:strVal val="visible"/>
                                      </p:to>
                                    </p:set>
                                    <p:anim calcmode="lin" valueType="num">
                                      <p:cBhvr additive="base">
                                        <p:cTn dur="200"/>
                                        <p:tgtEl>
                                          <p:spTgt spid="3036"/>
                                        </p:tgtEl>
                                        <p:attrNameLst>
                                          <p:attrName>ppt_w</p:attrName>
                                        </p:attrNameLst>
                                      </p:cBhvr>
                                      <p:tavLst>
                                        <p:tav fmla="" tm="0">
                                          <p:val>
                                            <p:strVal val="0"/>
                                          </p:val>
                                        </p:tav>
                                        <p:tav fmla="" tm="100000">
                                          <p:val>
                                            <p:strVal val="#ppt_w"/>
                                          </p:val>
                                        </p:tav>
                                      </p:tavLst>
                                    </p:anim>
                                    <p:anim calcmode="lin" valueType="num">
                                      <p:cBhvr additive="base">
                                        <p:cTn dur="200"/>
                                        <p:tgtEl>
                                          <p:spTgt spid="3036"/>
                                        </p:tgtEl>
                                        <p:attrNameLst>
                                          <p:attrName>ppt_h</p:attrName>
                                        </p:attrNameLst>
                                      </p:cBhvr>
                                      <p:tavLst>
                                        <p:tav fmla="" tm="0">
                                          <p:val>
                                            <p:strVal val="0"/>
                                          </p:val>
                                        </p:tav>
                                        <p:tav fmla="" tm="100000">
                                          <p:val>
                                            <p:strVal val="#ppt_h"/>
                                          </p:val>
                                        </p:tav>
                                      </p:tavLst>
                                    </p:anim>
                                  </p:childTnLst>
                                </p:cTn>
                              </p:par>
                            </p:childTnLst>
                          </p:cTn>
                        </p:par>
                        <p:par>
                          <p:cTn fill="hold">
                            <p:stCondLst>
                              <p:cond delay="6200"/>
                            </p:stCondLst>
                            <p:childTnLst>
                              <p:par>
                                <p:cTn fill="hold" nodeType="afterEffect" presetClass="entr" presetID="23" presetSubtype="16">
                                  <p:stCondLst>
                                    <p:cond delay="0"/>
                                  </p:stCondLst>
                                  <p:childTnLst>
                                    <p:set>
                                      <p:cBhvr>
                                        <p:cTn dur="1" fill="hold">
                                          <p:stCondLst>
                                            <p:cond delay="0"/>
                                          </p:stCondLst>
                                        </p:cTn>
                                        <p:tgtEl>
                                          <p:spTgt spid="3041"/>
                                        </p:tgtEl>
                                        <p:attrNameLst>
                                          <p:attrName>style.visibility</p:attrName>
                                        </p:attrNameLst>
                                      </p:cBhvr>
                                      <p:to>
                                        <p:strVal val="visible"/>
                                      </p:to>
                                    </p:set>
                                    <p:anim calcmode="lin" valueType="num">
                                      <p:cBhvr additive="base">
                                        <p:cTn dur="200"/>
                                        <p:tgtEl>
                                          <p:spTgt spid="3041"/>
                                        </p:tgtEl>
                                        <p:attrNameLst>
                                          <p:attrName>ppt_w</p:attrName>
                                        </p:attrNameLst>
                                      </p:cBhvr>
                                      <p:tavLst>
                                        <p:tav fmla="" tm="0">
                                          <p:val>
                                            <p:strVal val="0"/>
                                          </p:val>
                                        </p:tav>
                                        <p:tav fmla="" tm="100000">
                                          <p:val>
                                            <p:strVal val="#ppt_w"/>
                                          </p:val>
                                        </p:tav>
                                      </p:tavLst>
                                    </p:anim>
                                    <p:anim calcmode="lin" valueType="num">
                                      <p:cBhvr additive="base">
                                        <p:cTn dur="200"/>
                                        <p:tgtEl>
                                          <p:spTgt spid="3041"/>
                                        </p:tgtEl>
                                        <p:attrNameLst>
                                          <p:attrName>ppt_h</p:attrName>
                                        </p:attrNameLst>
                                      </p:cBhvr>
                                      <p:tavLst>
                                        <p:tav fmla="" tm="0">
                                          <p:val>
                                            <p:strVal val="0"/>
                                          </p:val>
                                        </p:tav>
                                        <p:tav fmla="" tm="100000">
                                          <p:val>
                                            <p:strVal val="#ppt_h"/>
                                          </p:val>
                                        </p:tav>
                                      </p:tavLst>
                                    </p:anim>
                                  </p:childTnLst>
                                </p:cTn>
                              </p:par>
                            </p:childTnLst>
                          </p:cTn>
                        </p:par>
                        <p:par>
                          <p:cTn fill="hold">
                            <p:stCondLst>
                              <p:cond delay="6400"/>
                            </p:stCondLst>
                            <p:childTnLst>
                              <p:par>
                                <p:cTn fill="hold" nodeType="afterEffect" presetClass="entr" presetID="23" presetSubtype="16">
                                  <p:stCondLst>
                                    <p:cond delay="0"/>
                                  </p:stCondLst>
                                  <p:childTnLst>
                                    <p:set>
                                      <p:cBhvr>
                                        <p:cTn dur="1" fill="hold">
                                          <p:stCondLst>
                                            <p:cond delay="0"/>
                                          </p:stCondLst>
                                        </p:cTn>
                                        <p:tgtEl>
                                          <p:spTgt spid="3038"/>
                                        </p:tgtEl>
                                        <p:attrNameLst>
                                          <p:attrName>style.visibility</p:attrName>
                                        </p:attrNameLst>
                                      </p:cBhvr>
                                      <p:to>
                                        <p:strVal val="visible"/>
                                      </p:to>
                                    </p:set>
                                    <p:anim calcmode="lin" valueType="num">
                                      <p:cBhvr additive="base">
                                        <p:cTn dur="200"/>
                                        <p:tgtEl>
                                          <p:spTgt spid="3038"/>
                                        </p:tgtEl>
                                        <p:attrNameLst>
                                          <p:attrName>ppt_w</p:attrName>
                                        </p:attrNameLst>
                                      </p:cBhvr>
                                      <p:tavLst>
                                        <p:tav fmla="" tm="0">
                                          <p:val>
                                            <p:strVal val="0"/>
                                          </p:val>
                                        </p:tav>
                                        <p:tav fmla="" tm="100000">
                                          <p:val>
                                            <p:strVal val="#ppt_w"/>
                                          </p:val>
                                        </p:tav>
                                      </p:tavLst>
                                    </p:anim>
                                    <p:anim calcmode="lin" valueType="num">
                                      <p:cBhvr additive="base">
                                        <p:cTn dur="200"/>
                                        <p:tgtEl>
                                          <p:spTgt spid="3038"/>
                                        </p:tgtEl>
                                        <p:attrNameLst>
                                          <p:attrName>ppt_h</p:attrName>
                                        </p:attrNameLst>
                                      </p:cBhvr>
                                      <p:tavLst>
                                        <p:tav fmla="" tm="0">
                                          <p:val>
                                            <p:strVal val="0"/>
                                          </p:val>
                                        </p:tav>
                                        <p:tav fmla="" tm="100000">
                                          <p:val>
                                            <p:strVal val="#ppt_h"/>
                                          </p:val>
                                        </p:tav>
                                      </p:tavLst>
                                    </p:anim>
                                  </p:childTnLst>
                                </p:cTn>
                              </p:par>
                            </p:childTnLst>
                          </p:cTn>
                        </p:par>
                        <p:par>
                          <p:cTn fill="hold">
                            <p:stCondLst>
                              <p:cond delay="6600"/>
                            </p:stCondLst>
                            <p:childTnLst>
                              <p:par>
                                <p:cTn fill="hold" nodeType="afterEffect" presetClass="entr" presetID="23" presetSubtype="16">
                                  <p:stCondLst>
                                    <p:cond delay="0"/>
                                  </p:stCondLst>
                                  <p:childTnLst>
                                    <p:set>
                                      <p:cBhvr>
                                        <p:cTn dur="1" fill="hold">
                                          <p:stCondLst>
                                            <p:cond delay="0"/>
                                          </p:stCondLst>
                                        </p:cTn>
                                        <p:tgtEl>
                                          <p:spTgt spid="3042"/>
                                        </p:tgtEl>
                                        <p:attrNameLst>
                                          <p:attrName>style.visibility</p:attrName>
                                        </p:attrNameLst>
                                      </p:cBhvr>
                                      <p:to>
                                        <p:strVal val="visible"/>
                                      </p:to>
                                    </p:set>
                                    <p:anim calcmode="lin" valueType="num">
                                      <p:cBhvr additive="base">
                                        <p:cTn dur="200"/>
                                        <p:tgtEl>
                                          <p:spTgt spid="3042"/>
                                        </p:tgtEl>
                                        <p:attrNameLst>
                                          <p:attrName>ppt_w</p:attrName>
                                        </p:attrNameLst>
                                      </p:cBhvr>
                                      <p:tavLst>
                                        <p:tav fmla="" tm="0">
                                          <p:val>
                                            <p:strVal val="0"/>
                                          </p:val>
                                        </p:tav>
                                        <p:tav fmla="" tm="100000">
                                          <p:val>
                                            <p:strVal val="#ppt_w"/>
                                          </p:val>
                                        </p:tav>
                                      </p:tavLst>
                                    </p:anim>
                                    <p:anim calcmode="lin" valueType="num">
                                      <p:cBhvr additive="base">
                                        <p:cTn dur="200"/>
                                        <p:tgtEl>
                                          <p:spTgt spid="3042"/>
                                        </p:tgtEl>
                                        <p:attrNameLst>
                                          <p:attrName>ppt_h</p:attrName>
                                        </p:attrNameLst>
                                      </p:cBhvr>
                                      <p:tavLst>
                                        <p:tav fmla="" tm="0">
                                          <p:val>
                                            <p:strVal val="0"/>
                                          </p:val>
                                        </p:tav>
                                        <p:tav fmla="" tm="100000">
                                          <p:val>
                                            <p:strVal val="#ppt_h"/>
                                          </p:val>
                                        </p:tav>
                                      </p:tavLst>
                                    </p:anim>
                                  </p:childTnLst>
                                </p:cTn>
                              </p:par>
                            </p:childTnLst>
                          </p:cTn>
                        </p:par>
                        <p:par>
                          <p:cTn fill="hold">
                            <p:stCondLst>
                              <p:cond delay="6800"/>
                            </p:stCondLst>
                            <p:childTnLst>
                              <p:par>
                                <p:cTn fill="hold" nodeType="afterEffect" presetClass="entr" presetID="23" presetSubtype="16">
                                  <p:stCondLst>
                                    <p:cond delay="0"/>
                                  </p:stCondLst>
                                  <p:childTnLst>
                                    <p:set>
                                      <p:cBhvr>
                                        <p:cTn dur="1" fill="hold">
                                          <p:stCondLst>
                                            <p:cond delay="0"/>
                                          </p:stCondLst>
                                        </p:cTn>
                                        <p:tgtEl>
                                          <p:spTgt spid="3043"/>
                                        </p:tgtEl>
                                        <p:attrNameLst>
                                          <p:attrName>style.visibility</p:attrName>
                                        </p:attrNameLst>
                                      </p:cBhvr>
                                      <p:to>
                                        <p:strVal val="visible"/>
                                      </p:to>
                                    </p:set>
                                    <p:anim calcmode="lin" valueType="num">
                                      <p:cBhvr additive="base">
                                        <p:cTn dur="200"/>
                                        <p:tgtEl>
                                          <p:spTgt spid="3043"/>
                                        </p:tgtEl>
                                        <p:attrNameLst>
                                          <p:attrName>ppt_w</p:attrName>
                                        </p:attrNameLst>
                                      </p:cBhvr>
                                      <p:tavLst>
                                        <p:tav fmla="" tm="0">
                                          <p:val>
                                            <p:strVal val="0"/>
                                          </p:val>
                                        </p:tav>
                                        <p:tav fmla="" tm="100000">
                                          <p:val>
                                            <p:strVal val="#ppt_w"/>
                                          </p:val>
                                        </p:tav>
                                      </p:tavLst>
                                    </p:anim>
                                    <p:anim calcmode="lin" valueType="num">
                                      <p:cBhvr additive="base">
                                        <p:cTn dur="200"/>
                                        <p:tgtEl>
                                          <p:spTgt spid="3043"/>
                                        </p:tgtEl>
                                        <p:attrNameLst>
                                          <p:attrName>ppt_h</p:attrName>
                                        </p:attrNameLst>
                                      </p:cBhvr>
                                      <p:tavLst>
                                        <p:tav fmla="" tm="0">
                                          <p:val>
                                            <p:strVal val="0"/>
                                          </p:val>
                                        </p:tav>
                                        <p:tav fmla="" tm="100000">
                                          <p:val>
                                            <p:strVal val="#ppt_h"/>
                                          </p:val>
                                        </p:tav>
                                      </p:tavLst>
                                    </p:anim>
                                  </p:childTnLst>
                                </p:cTn>
                              </p:par>
                            </p:childTnLst>
                          </p:cTn>
                        </p:par>
                        <p:par>
                          <p:cTn fill="hold">
                            <p:stCondLst>
                              <p:cond delay="7000"/>
                            </p:stCondLst>
                            <p:childTnLst>
                              <p:par>
                                <p:cTn fill="hold" nodeType="afterEffect" presetClass="entr" presetID="23" presetSubtype="16">
                                  <p:stCondLst>
                                    <p:cond delay="0"/>
                                  </p:stCondLst>
                                  <p:childTnLst>
                                    <p:set>
                                      <p:cBhvr>
                                        <p:cTn dur="1" fill="hold">
                                          <p:stCondLst>
                                            <p:cond delay="0"/>
                                          </p:stCondLst>
                                        </p:cTn>
                                        <p:tgtEl>
                                          <p:spTgt spid="3040"/>
                                        </p:tgtEl>
                                        <p:attrNameLst>
                                          <p:attrName>style.visibility</p:attrName>
                                        </p:attrNameLst>
                                      </p:cBhvr>
                                      <p:to>
                                        <p:strVal val="visible"/>
                                      </p:to>
                                    </p:set>
                                    <p:anim calcmode="lin" valueType="num">
                                      <p:cBhvr additive="base">
                                        <p:cTn dur="200"/>
                                        <p:tgtEl>
                                          <p:spTgt spid="3040"/>
                                        </p:tgtEl>
                                        <p:attrNameLst>
                                          <p:attrName>ppt_w</p:attrName>
                                        </p:attrNameLst>
                                      </p:cBhvr>
                                      <p:tavLst>
                                        <p:tav fmla="" tm="0">
                                          <p:val>
                                            <p:strVal val="0"/>
                                          </p:val>
                                        </p:tav>
                                        <p:tav fmla="" tm="100000">
                                          <p:val>
                                            <p:strVal val="#ppt_w"/>
                                          </p:val>
                                        </p:tav>
                                      </p:tavLst>
                                    </p:anim>
                                    <p:anim calcmode="lin" valueType="num">
                                      <p:cBhvr additive="base">
                                        <p:cTn dur="200"/>
                                        <p:tgtEl>
                                          <p:spTgt spid="3040"/>
                                        </p:tgtEl>
                                        <p:attrNameLst>
                                          <p:attrName>ppt_h</p:attrName>
                                        </p:attrNameLst>
                                      </p:cBhvr>
                                      <p:tavLst>
                                        <p:tav fmla="" tm="0">
                                          <p:val>
                                            <p:strVal val="0"/>
                                          </p:val>
                                        </p:tav>
                                        <p:tav fmla="" tm="100000">
                                          <p:val>
                                            <p:strVal val="#ppt_h"/>
                                          </p:val>
                                        </p:tav>
                                      </p:tavLst>
                                    </p:anim>
                                  </p:childTnLst>
                                </p:cTn>
                              </p:par>
                            </p:childTnLst>
                          </p:cTn>
                        </p:par>
                        <p:par>
                          <p:cTn fill="hold">
                            <p:stCondLst>
                              <p:cond delay="7200"/>
                            </p:stCondLst>
                            <p:childTnLst>
                              <p:par>
                                <p:cTn fill="hold" nodeType="afterEffect" presetClass="entr" presetID="23" presetSubtype="16">
                                  <p:stCondLst>
                                    <p:cond delay="0"/>
                                  </p:stCondLst>
                                  <p:childTnLst>
                                    <p:set>
                                      <p:cBhvr>
                                        <p:cTn dur="1" fill="hold">
                                          <p:stCondLst>
                                            <p:cond delay="0"/>
                                          </p:stCondLst>
                                        </p:cTn>
                                        <p:tgtEl>
                                          <p:spTgt spid="3037"/>
                                        </p:tgtEl>
                                        <p:attrNameLst>
                                          <p:attrName>style.visibility</p:attrName>
                                        </p:attrNameLst>
                                      </p:cBhvr>
                                      <p:to>
                                        <p:strVal val="visible"/>
                                      </p:to>
                                    </p:set>
                                    <p:anim calcmode="lin" valueType="num">
                                      <p:cBhvr additive="base">
                                        <p:cTn dur="200"/>
                                        <p:tgtEl>
                                          <p:spTgt spid="3037"/>
                                        </p:tgtEl>
                                        <p:attrNameLst>
                                          <p:attrName>ppt_w</p:attrName>
                                        </p:attrNameLst>
                                      </p:cBhvr>
                                      <p:tavLst>
                                        <p:tav fmla="" tm="0">
                                          <p:val>
                                            <p:strVal val="0"/>
                                          </p:val>
                                        </p:tav>
                                        <p:tav fmla="" tm="100000">
                                          <p:val>
                                            <p:strVal val="#ppt_w"/>
                                          </p:val>
                                        </p:tav>
                                      </p:tavLst>
                                    </p:anim>
                                    <p:anim calcmode="lin" valueType="num">
                                      <p:cBhvr additive="base">
                                        <p:cTn dur="200"/>
                                        <p:tgtEl>
                                          <p:spTgt spid="303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8" name="Shape 3048"/>
        <p:cNvGrpSpPr/>
        <p:nvPr/>
      </p:nvGrpSpPr>
      <p:grpSpPr>
        <a:xfrm>
          <a:off x="0" y="0"/>
          <a:ext cx="0" cy="0"/>
          <a:chOff x="0" y="0"/>
          <a:chExt cx="0" cy="0"/>
        </a:xfrm>
      </p:grpSpPr>
      <p:sp>
        <p:nvSpPr>
          <p:cNvPr id="3049" name="Google Shape;3049;p123"/>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Learning</a:t>
            </a:r>
            <a:r>
              <a:rPr lang="en" sz="3200">
                <a:solidFill>
                  <a:srgbClr val="212121"/>
                </a:solidFill>
                <a:latin typeface="Luckiest Guy"/>
                <a:ea typeface="Luckiest Guy"/>
                <a:cs typeface="Luckiest Guy"/>
                <a:sym typeface="Luckiest Guy"/>
              </a:rPr>
              <a:t> objective wk 9</a:t>
            </a:r>
            <a:endParaRPr sz="3200">
              <a:solidFill>
                <a:srgbClr val="212121"/>
              </a:solidFill>
              <a:latin typeface="Luckiest Guy"/>
              <a:ea typeface="Luckiest Guy"/>
              <a:cs typeface="Luckiest Guy"/>
              <a:sym typeface="Luckiest Guy"/>
            </a:endParaRPr>
          </a:p>
        </p:txBody>
      </p:sp>
      <p:sp>
        <p:nvSpPr>
          <p:cNvPr id="3050" name="Google Shape;3050;p123"/>
          <p:cNvSpPr txBox="1"/>
          <p:nvPr>
            <p:ph idx="1" type="subTitle"/>
          </p:nvPr>
        </p:nvSpPr>
        <p:spPr>
          <a:xfrm>
            <a:off x="770575" y="928125"/>
            <a:ext cx="7299000" cy="403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12121"/>
                </a:solidFill>
                <a:latin typeface="Jost"/>
                <a:ea typeface="Jost"/>
                <a:cs typeface="Jost"/>
                <a:sym typeface="Jost"/>
              </a:rPr>
              <a:t>Use knowledge of risk/protective factors, strategies that support change and resilience</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rPr lang="en" sz="3200">
                <a:solidFill>
                  <a:srgbClr val="212121"/>
                </a:solidFill>
                <a:latin typeface="Luckiest Guy"/>
                <a:ea typeface="Luckiest Guy"/>
                <a:cs typeface="Luckiest Guy"/>
                <a:sym typeface="Luckiest Guy"/>
              </a:rPr>
              <a:t>Fast Finishers - part one</a:t>
            </a:r>
            <a:endParaRPr b="1" sz="3200">
              <a:solidFill>
                <a:srgbClr val="212121"/>
              </a:solidFill>
              <a:latin typeface="Luckiest Guy"/>
              <a:ea typeface="Luckiest Guy"/>
              <a:cs typeface="Luckiest Guy"/>
              <a:sym typeface="Luckiest Guy"/>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Go to your L2 Health Folder in Google Drive</a:t>
            </a:r>
            <a:endParaRPr sz="1800">
              <a:solidFill>
                <a:srgbClr val="212121"/>
              </a:solidFill>
              <a:latin typeface="Jost"/>
              <a:ea typeface="Jost"/>
              <a:cs typeface="Jost"/>
              <a:sym typeface="Jost"/>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Open the Health Extension document</a:t>
            </a:r>
            <a:endParaRPr sz="1800">
              <a:solidFill>
                <a:srgbClr val="212121"/>
              </a:solidFill>
              <a:latin typeface="Jost"/>
              <a:ea typeface="Jost"/>
              <a:cs typeface="Jost"/>
              <a:sym typeface="Jost"/>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Use the sentence starters to add this to your assessment</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rPr lang="en" sz="3200">
                <a:solidFill>
                  <a:srgbClr val="212121"/>
                </a:solidFill>
                <a:latin typeface="Luckiest Guy"/>
                <a:ea typeface="Luckiest Guy"/>
                <a:cs typeface="Luckiest Guy"/>
                <a:sym typeface="Luckiest Guy"/>
              </a:rPr>
              <a:t>Fast Finishers - part two</a:t>
            </a:r>
            <a:endParaRPr b="1" sz="3200">
              <a:solidFill>
                <a:srgbClr val="212121"/>
              </a:solidFill>
              <a:latin typeface="Luckiest Guy"/>
              <a:ea typeface="Luckiest Guy"/>
              <a:cs typeface="Luckiest Guy"/>
              <a:sym typeface="Luckiest Guy"/>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Read this </a:t>
            </a:r>
            <a:r>
              <a:rPr lang="en" sz="1800" u="sng">
                <a:solidFill>
                  <a:schemeClr val="hlink"/>
                </a:solidFill>
                <a:latin typeface="Jost"/>
                <a:ea typeface="Jost"/>
                <a:cs typeface="Jost"/>
                <a:sym typeface="Jost"/>
                <a:hlinkClick r:id="rId3"/>
              </a:rPr>
              <a:t>site</a:t>
            </a:r>
            <a:r>
              <a:rPr lang="en" sz="1800">
                <a:solidFill>
                  <a:srgbClr val="212121"/>
                </a:solidFill>
                <a:latin typeface="Jost"/>
                <a:ea typeface="Jost"/>
                <a:cs typeface="Jost"/>
                <a:sym typeface="Jost"/>
              </a:rPr>
              <a:t> about the Te Whare Tapa Wha</a:t>
            </a:r>
            <a:endParaRPr sz="1800">
              <a:solidFill>
                <a:srgbClr val="212121"/>
              </a:solidFill>
              <a:latin typeface="Jost"/>
              <a:ea typeface="Jost"/>
              <a:cs typeface="Jost"/>
              <a:sym typeface="Jost"/>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Collect a A4 piece paper</a:t>
            </a:r>
            <a:endParaRPr sz="1800">
              <a:solidFill>
                <a:srgbClr val="212121"/>
              </a:solidFill>
              <a:latin typeface="Jost"/>
              <a:ea typeface="Jost"/>
              <a:cs typeface="Jost"/>
              <a:sym typeface="Jost"/>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Create a vision board in Canva put a photo of yourself in the centre of it and of all the things that contribute to you having good wellbeing/hauora</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4" name="Shape 3054"/>
        <p:cNvGrpSpPr/>
        <p:nvPr/>
      </p:nvGrpSpPr>
      <p:grpSpPr>
        <a:xfrm>
          <a:off x="0" y="0"/>
          <a:ext cx="0" cy="0"/>
          <a:chOff x="0" y="0"/>
          <a:chExt cx="0" cy="0"/>
        </a:xfrm>
      </p:grpSpPr>
      <p:sp>
        <p:nvSpPr>
          <p:cNvPr id="3055" name="Google Shape;3055;p124"/>
          <p:cNvSpPr txBox="1"/>
          <p:nvPr>
            <p:ph type="ctrTitle"/>
          </p:nvPr>
        </p:nvSpPr>
        <p:spPr>
          <a:xfrm flipH="1">
            <a:off x="770575" y="468450"/>
            <a:ext cx="79848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solidFill>
                  <a:srgbClr val="212121"/>
                </a:solidFill>
                <a:latin typeface="Luckiest Guy"/>
                <a:ea typeface="Luckiest Guy"/>
                <a:cs typeface="Luckiest Guy"/>
                <a:sym typeface="Luckiest Guy"/>
              </a:rPr>
              <a:t>Learning objective wk 10</a:t>
            </a:r>
            <a:endParaRPr sz="3200">
              <a:solidFill>
                <a:srgbClr val="212121"/>
              </a:solidFill>
              <a:latin typeface="Luckiest Guy"/>
              <a:ea typeface="Luckiest Guy"/>
              <a:cs typeface="Luckiest Guy"/>
              <a:sym typeface="Luckiest Guy"/>
            </a:endParaRPr>
          </a:p>
        </p:txBody>
      </p:sp>
      <p:sp>
        <p:nvSpPr>
          <p:cNvPr id="3056" name="Google Shape;3056;p124"/>
          <p:cNvSpPr txBox="1"/>
          <p:nvPr>
            <p:ph idx="1" type="subTitle"/>
          </p:nvPr>
        </p:nvSpPr>
        <p:spPr>
          <a:xfrm>
            <a:off x="770575" y="928125"/>
            <a:ext cx="7299000" cy="403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12121"/>
                </a:solidFill>
                <a:latin typeface="Jost"/>
                <a:ea typeface="Jost"/>
                <a:cs typeface="Jost"/>
                <a:sym typeface="Jost"/>
              </a:rPr>
              <a:t>Use knowledge of risk/protective factors, strategies that support change and resilience</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rPr lang="en" sz="3200">
                <a:solidFill>
                  <a:srgbClr val="212121"/>
                </a:solidFill>
                <a:latin typeface="Luckiest Guy"/>
                <a:ea typeface="Luckiest Guy"/>
                <a:cs typeface="Luckiest Guy"/>
                <a:sym typeface="Luckiest Guy"/>
              </a:rPr>
              <a:t>Fast Finishers - part one</a:t>
            </a:r>
            <a:endParaRPr b="1" sz="3200">
              <a:solidFill>
                <a:srgbClr val="212121"/>
              </a:solidFill>
              <a:latin typeface="Luckiest Guy"/>
              <a:ea typeface="Luckiest Guy"/>
              <a:cs typeface="Luckiest Guy"/>
              <a:sym typeface="Luckiest Guy"/>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Go to your L2 Health Folder in Google Drive</a:t>
            </a:r>
            <a:endParaRPr sz="1800">
              <a:solidFill>
                <a:srgbClr val="212121"/>
              </a:solidFill>
              <a:latin typeface="Jost"/>
              <a:ea typeface="Jost"/>
              <a:cs typeface="Jost"/>
              <a:sym typeface="Jost"/>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Open the Health Extension document</a:t>
            </a:r>
            <a:endParaRPr sz="1800">
              <a:solidFill>
                <a:srgbClr val="212121"/>
              </a:solidFill>
              <a:latin typeface="Jost"/>
              <a:ea typeface="Jost"/>
              <a:cs typeface="Jost"/>
              <a:sym typeface="Jost"/>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Use the sentence starters to add this to your assessment</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rPr lang="en" sz="3200">
                <a:solidFill>
                  <a:srgbClr val="212121"/>
                </a:solidFill>
                <a:latin typeface="Luckiest Guy"/>
                <a:ea typeface="Luckiest Guy"/>
                <a:cs typeface="Luckiest Guy"/>
                <a:sym typeface="Luckiest Guy"/>
              </a:rPr>
              <a:t>Fast Finishers - part two</a:t>
            </a:r>
            <a:endParaRPr b="1" sz="3200">
              <a:solidFill>
                <a:srgbClr val="212121"/>
              </a:solidFill>
              <a:latin typeface="Luckiest Guy"/>
              <a:ea typeface="Luckiest Guy"/>
              <a:cs typeface="Luckiest Guy"/>
              <a:sym typeface="Luckiest Guy"/>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Read this </a:t>
            </a:r>
            <a:r>
              <a:rPr lang="en" sz="1800" u="sng">
                <a:solidFill>
                  <a:schemeClr val="hlink"/>
                </a:solidFill>
                <a:latin typeface="Jost"/>
                <a:ea typeface="Jost"/>
                <a:cs typeface="Jost"/>
                <a:sym typeface="Jost"/>
                <a:hlinkClick r:id="rId3"/>
              </a:rPr>
              <a:t>site</a:t>
            </a:r>
            <a:r>
              <a:rPr lang="en" sz="1800">
                <a:solidFill>
                  <a:srgbClr val="212121"/>
                </a:solidFill>
                <a:latin typeface="Jost"/>
                <a:ea typeface="Jost"/>
                <a:cs typeface="Jost"/>
                <a:sym typeface="Jost"/>
              </a:rPr>
              <a:t> about the Te Whare Tapa Wha</a:t>
            </a:r>
            <a:endParaRPr sz="1800">
              <a:solidFill>
                <a:srgbClr val="212121"/>
              </a:solidFill>
              <a:latin typeface="Jost"/>
              <a:ea typeface="Jost"/>
              <a:cs typeface="Jost"/>
              <a:sym typeface="Jost"/>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Collect a A4 piece paper</a:t>
            </a:r>
            <a:endParaRPr sz="1800">
              <a:solidFill>
                <a:srgbClr val="212121"/>
              </a:solidFill>
              <a:latin typeface="Jost"/>
              <a:ea typeface="Jost"/>
              <a:cs typeface="Jost"/>
              <a:sym typeface="Jost"/>
            </a:endParaRPr>
          </a:p>
          <a:p>
            <a:pPr indent="-342900" lvl="0" marL="457200" rtl="0" algn="l">
              <a:lnSpc>
                <a:spcPct val="80000"/>
              </a:lnSpc>
              <a:spcBef>
                <a:spcPts val="0"/>
              </a:spcBef>
              <a:spcAft>
                <a:spcPts val="0"/>
              </a:spcAft>
              <a:buClr>
                <a:srgbClr val="212121"/>
              </a:buClr>
              <a:buSzPts val="1800"/>
              <a:buFont typeface="Jost"/>
              <a:buAutoNum type="arabicPeriod"/>
            </a:pPr>
            <a:r>
              <a:rPr lang="en" sz="1800">
                <a:solidFill>
                  <a:srgbClr val="212121"/>
                </a:solidFill>
                <a:latin typeface="Jost"/>
                <a:ea typeface="Jost"/>
                <a:cs typeface="Jost"/>
                <a:sym typeface="Jost"/>
              </a:rPr>
              <a:t>Create a vision board in Canva put a photo of yourself in the centre of it and of all the things that contribute to you having good wellbeing/hauora</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t/>
            </a:r>
            <a:endParaRPr sz="1800">
              <a:solidFill>
                <a:srgbClr val="212121"/>
              </a:solidFill>
              <a:latin typeface="Jost"/>
              <a:ea typeface="Jost"/>
              <a:cs typeface="Jost"/>
              <a:sym typeface="Jost"/>
            </a:endParaRPr>
          </a:p>
          <a:p>
            <a:pPr indent="0" lvl="0" marL="0" rtl="0" algn="l">
              <a:lnSpc>
                <a:spcPct val="80000"/>
              </a:lnSpc>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a:p>
            <a:pPr indent="0" lvl="0" marL="0" rtl="0" algn="l">
              <a:spcBef>
                <a:spcPts val="0"/>
              </a:spcBef>
              <a:spcAft>
                <a:spcPts val="0"/>
              </a:spcAft>
              <a:buNone/>
            </a:pPr>
            <a:r>
              <a:t/>
            </a:r>
            <a:endParaRPr sz="1800">
              <a:solidFill>
                <a:srgbClr val="212121"/>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y Creative CV XL by Slidesgo">
  <a:themeElements>
    <a:clrScheme name="Simple Light">
      <a:dk1>
        <a:srgbClr val="434343"/>
      </a:dk1>
      <a:lt1>
        <a:srgbClr val="E9E6E1"/>
      </a:lt1>
      <a:dk2>
        <a:srgbClr val="0C2E3A"/>
      </a:dk2>
      <a:lt2>
        <a:srgbClr val="018790"/>
      </a:lt2>
      <a:accent1>
        <a:srgbClr val="FFD497"/>
      </a:accent1>
      <a:accent2>
        <a:srgbClr val="1DCDC3"/>
      </a:accent2>
      <a:accent3>
        <a:srgbClr val="78001B"/>
      </a:accent3>
      <a:accent4>
        <a:srgbClr val="F5340B"/>
      </a:accent4>
      <a:accent5>
        <a:srgbClr val="FF823B"/>
      </a:accent5>
      <a:accent6>
        <a:srgbClr val="FFA73B"/>
      </a:accent6>
      <a:hlink>
        <a:srgbClr val="1DCDC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